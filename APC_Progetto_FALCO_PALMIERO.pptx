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0"/>
  </p:notesMasterIdLst>
  <p:sldIdLst>
    <p:sldId id="256" r:id="rId2"/>
    <p:sldId id="326" r:id="rId3"/>
    <p:sldId id="338" r:id="rId4"/>
    <p:sldId id="315" r:id="rId5"/>
    <p:sldId id="318" r:id="rId6"/>
    <p:sldId id="319" r:id="rId7"/>
    <p:sldId id="343" r:id="rId8"/>
    <p:sldId id="329" r:id="rId9"/>
    <p:sldId id="322" r:id="rId10"/>
    <p:sldId id="325" r:id="rId11"/>
    <p:sldId id="339" r:id="rId12"/>
    <p:sldId id="313" r:id="rId13"/>
    <p:sldId id="327" r:id="rId14"/>
    <p:sldId id="317" r:id="rId15"/>
    <p:sldId id="323" r:id="rId16"/>
    <p:sldId id="328" r:id="rId17"/>
    <p:sldId id="330" r:id="rId18"/>
    <p:sldId id="331" r:id="rId19"/>
    <p:sldId id="332" r:id="rId20"/>
    <p:sldId id="334" r:id="rId21"/>
    <p:sldId id="333" r:id="rId22"/>
    <p:sldId id="337" r:id="rId23"/>
    <p:sldId id="336" r:id="rId24"/>
    <p:sldId id="335" r:id="rId25"/>
    <p:sldId id="340" r:id="rId26"/>
    <p:sldId id="263" r:id="rId27"/>
    <p:sldId id="342" r:id="rId28"/>
    <p:sldId id="259" r:id="rId29"/>
  </p:sldIdLst>
  <p:sldSz cx="9144000" cy="5143500" type="screen16x9"/>
  <p:notesSz cx="6858000" cy="9144000"/>
  <p:embeddedFontLst>
    <p:embeddedFont>
      <p:font typeface="Asap" panose="020B0604020202020204" charset="0"/>
      <p:regular r:id="rId31"/>
      <p:bold r:id="rId32"/>
      <p:italic r:id="rId33"/>
      <p:boldItalic r:id="rId34"/>
    </p:embeddedFont>
    <p:embeddedFont>
      <p:font typeface="Bakbak One" panose="020B0604020202020204" charset="0"/>
      <p:regular r:id="rId35"/>
    </p:embeddedFont>
    <p:embeddedFont>
      <p:font typeface="Nunito Light" pitchFamily="2" charset="0"/>
      <p:regular r:id="rId36"/>
      <p: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2D3AD1-6B58-4CCB-BE59-BE29055609E9}" v="62" dt="2026-10-04T19:54:52.077"/>
  </p1510:revLst>
</p1510:revInfo>
</file>

<file path=ppt/tableStyles.xml><?xml version="1.0" encoding="utf-8"?>
<a:tblStyleLst xmlns:a="http://schemas.openxmlformats.org/drawingml/2006/main" def="{87CA88D8-B03A-4183-BFCF-02CD34567C73}">
  <a:tblStyle styleId="{87CA88D8-B03A-4183-BFCF-02CD34567C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1117417-3A82-47B4-B0A6-401C28B7E77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NI FALCO" userId="b69b3967-6f70-4414-993f-b243e67bf789" providerId="ADAL" clId="{7091911F-6E8F-52F7-B544-A84180BC067B}"/>
    <pc:docChg chg="undo custSel addSld delSld modSld">
      <pc:chgData name="GIOVANNI FALCO" userId="b69b3967-6f70-4414-993f-b243e67bf789" providerId="ADAL" clId="{7091911F-6E8F-52F7-B544-A84180BC067B}" dt="2026-09-29T21:39:21.297" v="2559" actId="20577"/>
      <pc:docMkLst>
        <pc:docMk/>
      </pc:docMkLst>
      <pc:sldChg chg="delSp modSp add mod">
        <pc:chgData name="GIOVANNI FALCO" userId="b69b3967-6f70-4414-993f-b243e67bf789" providerId="ADAL" clId="{7091911F-6E8F-52F7-B544-A84180BC067B}" dt="2026-09-29T21:26:20.170" v="2376" actId="20577"/>
        <pc:sldMkLst>
          <pc:docMk/>
          <pc:sldMk cId="2410746062" sldId="313"/>
        </pc:sldMkLst>
        <pc:spChg chg="mod">
          <ac:chgData name="GIOVANNI FALCO" userId="b69b3967-6f70-4414-993f-b243e67bf789" providerId="ADAL" clId="{7091911F-6E8F-52F7-B544-A84180BC067B}" dt="2026-09-26T16:04:19.887" v="146" actId="255"/>
          <ac:spMkLst>
            <pc:docMk/>
            <pc:sldMk cId="2410746062" sldId="313"/>
            <ac:spMk id="4289" creationId="{67961576-E8E8-CA9F-0C7B-C23D18665AD9}"/>
          </ac:spMkLst>
        </pc:spChg>
        <pc:spChg chg="mod">
          <ac:chgData name="GIOVANNI FALCO" userId="b69b3967-6f70-4414-993f-b243e67bf789" providerId="ADAL" clId="{7091911F-6E8F-52F7-B544-A84180BC067B}" dt="2026-09-29T21:26:20.170" v="2376" actId="20577"/>
          <ac:spMkLst>
            <pc:docMk/>
            <pc:sldMk cId="2410746062" sldId="313"/>
            <ac:spMk id="4291" creationId="{F817F2CC-EB9D-435E-9015-42E7363AA85C}"/>
          </ac:spMkLst>
        </pc:spChg>
      </pc:sldChg>
      <pc:sldChg chg="modSp add mod">
        <pc:chgData name="GIOVANNI FALCO" userId="b69b3967-6f70-4414-993f-b243e67bf789" providerId="ADAL" clId="{7091911F-6E8F-52F7-B544-A84180BC067B}" dt="2026-09-29T21:28:55.970" v="2538" actId="20577"/>
        <pc:sldMkLst>
          <pc:docMk/>
          <pc:sldMk cId="3767004853" sldId="317"/>
        </pc:sldMkLst>
        <pc:spChg chg="mod">
          <ac:chgData name="GIOVANNI FALCO" userId="b69b3967-6f70-4414-993f-b243e67bf789" providerId="ADAL" clId="{7091911F-6E8F-52F7-B544-A84180BC067B}" dt="2026-09-26T16:31:38.806" v="815" actId="20577"/>
          <ac:spMkLst>
            <pc:docMk/>
            <pc:sldMk cId="3767004853" sldId="317"/>
            <ac:spMk id="4289" creationId="{DAE4E6A8-7371-E6FA-9700-738AA84FD939}"/>
          </ac:spMkLst>
        </pc:spChg>
        <pc:spChg chg="mod">
          <ac:chgData name="GIOVANNI FALCO" userId="b69b3967-6f70-4414-993f-b243e67bf789" providerId="ADAL" clId="{7091911F-6E8F-52F7-B544-A84180BC067B}" dt="2026-09-29T21:28:55.970" v="2538" actId="20577"/>
          <ac:spMkLst>
            <pc:docMk/>
            <pc:sldMk cId="3767004853" sldId="317"/>
            <ac:spMk id="4291" creationId="{D66C9A3F-A354-3E9A-026A-E61307E33F8E}"/>
          </ac:spMkLst>
        </pc:spChg>
      </pc:sldChg>
      <pc:sldChg chg="delSp modSp add mod">
        <pc:chgData name="GIOVANNI FALCO" userId="b69b3967-6f70-4414-993f-b243e67bf789" providerId="ADAL" clId="{7091911F-6E8F-52F7-B544-A84180BC067B}" dt="2026-09-26T16:46:26.852" v="987" actId="255"/>
        <pc:sldMkLst>
          <pc:docMk/>
          <pc:sldMk cId="1053508425" sldId="322"/>
        </pc:sldMkLst>
        <pc:spChg chg="mod">
          <ac:chgData name="GIOVANNI FALCO" userId="b69b3967-6f70-4414-993f-b243e67bf789" providerId="ADAL" clId="{7091911F-6E8F-52F7-B544-A84180BC067B}" dt="2026-09-26T16:46:26.852" v="987" actId="255"/>
          <ac:spMkLst>
            <pc:docMk/>
            <pc:sldMk cId="1053508425" sldId="322"/>
            <ac:spMk id="3812" creationId="{923BD953-0646-8D8B-6E6E-1E645D5D30D1}"/>
          </ac:spMkLst>
        </pc:spChg>
      </pc:sldChg>
      <pc:sldChg chg="addSp delSp modSp add mod">
        <pc:chgData name="GIOVANNI FALCO" userId="b69b3967-6f70-4414-993f-b243e67bf789" providerId="ADAL" clId="{7091911F-6E8F-52F7-B544-A84180BC067B}" dt="2026-09-29T21:32:18.843" v="2558" actId="20577"/>
        <pc:sldMkLst>
          <pc:docMk/>
          <pc:sldMk cId="3685570886" sldId="323"/>
        </pc:sldMkLst>
        <pc:spChg chg="mod">
          <ac:chgData name="GIOVANNI FALCO" userId="b69b3967-6f70-4414-993f-b243e67bf789" providerId="ADAL" clId="{7091911F-6E8F-52F7-B544-A84180BC067B}" dt="2026-09-26T17:01:39.147" v="1027" actId="20577"/>
          <ac:spMkLst>
            <pc:docMk/>
            <pc:sldMk cId="3685570886" sldId="323"/>
            <ac:spMk id="4289" creationId="{E9E6615F-D7E4-AABC-D6F4-A125536A2410}"/>
          </ac:spMkLst>
        </pc:spChg>
        <pc:spChg chg="mod">
          <ac:chgData name="GIOVANNI FALCO" userId="b69b3967-6f70-4414-993f-b243e67bf789" providerId="ADAL" clId="{7091911F-6E8F-52F7-B544-A84180BC067B}" dt="2026-09-29T21:32:18.843" v="2558" actId="20577"/>
          <ac:spMkLst>
            <pc:docMk/>
            <pc:sldMk cId="3685570886" sldId="323"/>
            <ac:spMk id="4291" creationId="{C53474C1-A152-8F4E-A1A9-A197607C272D}"/>
          </ac:spMkLst>
        </pc:spChg>
        <pc:picChg chg="add mod">
          <ac:chgData name="GIOVANNI FALCO" userId="b69b3967-6f70-4414-993f-b243e67bf789" providerId="ADAL" clId="{7091911F-6E8F-52F7-B544-A84180BC067B}" dt="2026-09-28T21:33:32.284" v="1574" actId="1076"/>
          <ac:picMkLst>
            <pc:docMk/>
            <pc:sldMk cId="3685570886" sldId="323"/>
            <ac:picMk id="2" creationId="{BD1CBF53-271B-6543-7AF4-6EBCE65B1484}"/>
          </ac:picMkLst>
        </pc:picChg>
        <pc:picChg chg="add mod">
          <ac:chgData name="GIOVANNI FALCO" userId="b69b3967-6f70-4414-993f-b243e67bf789" providerId="ADAL" clId="{7091911F-6E8F-52F7-B544-A84180BC067B}" dt="2026-09-28T21:17:13.352" v="1190" actId="1076"/>
          <ac:picMkLst>
            <pc:docMk/>
            <pc:sldMk cId="3685570886" sldId="323"/>
            <ac:picMk id="4" creationId="{9E6DE22E-46CB-6CBB-17E9-A06FEA88135E}"/>
          </ac:picMkLst>
        </pc:picChg>
        <pc:picChg chg="add mod">
          <ac:chgData name="GIOVANNI FALCO" userId="b69b3967-6f70-4414-993f-b243e67bf789" providerId="ADAL" clId="{7091911F-6E8F-52F7-B544-A84180BC067B}" dt="2026-09-28T21:27:01.735" v="1514" actId="1076"/>
          <ac:picMkLst>
            <pc:docMk/>
            <pc:sldMk cId="3685570886" sldId="323"/>
            <ac:picMk id="5" creationId="{B2D75A3A-92E8-A1BA-64B6-403B448C44F7}"/>
          </ac:picMkLst>
        </pc:picChg>
        <pc:picChg chg="add mod">
          <ac:chgData name="GIOVANNI FALCO" userId="b69b3967-6f70-4414-993f-b243e67bf789" providerId="ADAL" clId="{7091911F-6E8F-52F7-B544-A84180BC067B}" dt="2026-09-28T21:27:09.839" v="1518" actId="1076"/>
          <ac:picMkLst>
            <pc:docMk/>
            <pc:sldMk cId="3685570886" sldId="323"/>
            <ac:picMk id="6" creationId="{B8644AA8-06F6-703A-903D-BE117DE6739B}"/>
          </ac:picMkLst>
        </pc:picChg>
      </pc:sldChg>
      <pc:sldChg chg="modSp add mod">
        <pc:chgData name="GIOVANNI FALCO" userId="b69b3967-6f70-4414-993f-b243e67bf789" providerId="ADAL" clId="{7091911F-6E8F-52F7-B544-A84180BC067B}" dt="2026-09-29T21:14:50.784" v="2104" actId="20577"/>
        <pc:sldMkLst>
          <pc:docMk/>
          <pc:sldMk cId="921835687" sldId="324"/>
        </pc:sldMkLst>
        <pc:spChg chg="mod">
          <ac:chgData name="GIOVANNI FALCO" userId="b69b3967-6f70-4414-993f-b243e67bf789" providerId="ADAL" clId="{7091911F-6E8F-52F7-B544-A84180BC067B}" dt="2026-09-26T17:02:38.115" v="1042" actId="20577"/>
          <ac:spMkLst>
            <pc:docMk/>
            <pc:sldMk cId="921835687" sldId="324"/>
            <ac:spMk id="4289" creationId="{6DD2C544-7BAB-571F-9A36-0124D1D271C0}"/>
          </ac:spMkLst>
        </pc:spChg>
        <pc:spChg chg="mod">
          <ac:chgData name="GIOVANNI FALCO" userId="b69b3967-6f70-4414-993f-b243e67bf789" providerId="ADAL" clId="{7091911F-6E8F-52F7-B544-A84180BC067B}" dt="2026-09-29T21:14:50.784" v="2104" actId="20577"/>
          <ac:spMkLst>
            <pc:docMk/>
            <pc:sldMk cId="921835687" sldId="324"/>
            <ac:spMk id="4291" creationId="{0C4C059A-ECDE-7D42-892D-41E9F6DCFFA7}"/>
          </ac:spMkLst>
        </pc:spChg>
      </pc:sldChg>
      <pc:sldChg chg="modSp mod">
        <pc:chgData name="GIOVANNI FALCO" userId="b69b3967-6f70-4414-993f-b243e67bf789" providerId="ADAL" clId="{7091911F-6E8F-52F7-B544-A84180BC067B}" dt="2026-09-29T21:39:21.297" v="2559" actId="20577"/>
        <pc:sldMkLst>
          <pc:docMk/>
          <pc:sldMk cId="1351938708" sldId="328"/>
        </pc:sldMkLst>
        <pc:spChg chg="mod">
          <ac:chgData name="GIOVANNI FALCO" userId="b69b3967-6f70-4414-993f-b243e67bf789" providerId="ADAL" clId="{7091911F-6E8F-52F7-B544-A84180BC067B}" dt="2026-09-29T21:39:21.297" v="2559" actId="20577"/>
          <ac:spMkLst>
            <pc:docMk/>
            <pc:sldMk cId="1351938708" sldId="328"/>
            <ac:spMk id="4291" creationId="{671D0145-8C4D-92D6-88E8-6CF03F692D06}"/>
          </ac:spMkLst>
        </pc:spChg>
      </pc:sldChg>
      <pc:sldChg chg="addSp delSp modSp add mod delAnim modAnim">
        <pc:chgData name="GIOVANNI FALCO" userId="b69b3967-6f70-4414-993f-b243e67bf789" providerId="ADAL" clId="{7091911F-6E8F-52F7-B544-A84180BC067B}" dt="2026-09-28T21:43:49.426" v="1653"/>
        <pc:sldMkLst>
          <pc:docMk/>
          <pc:sldMk cId="3215236298" sldId="329"/>
        </pc:sldMkLst>
        <pc:spChg chg="mod">
          <ac:chgData name="GIOVANNI FALCO" userId="b69b3967-6f70-4414-993f-b243e67bf789" providerId="ADAL" clId="{7091911F-6E8F-52F7-B544-A84180BC067B}" dt="2026-09-28T21:41:02.811" v="1627" actId="20577"/>
          <ac:spMkLst>
            <pc:docMk/>
            <pc:sldMk cId="3215236298" sldId="329"/>
            <ac:spMk id="2" creationId="{CB2A8C7D-89CF-6B84-B318-21379423C374}"/>
          </ac:spMkLst>
        </pc:spChg>
        <pc:spChg chg="mod">
          <ac:chgData name="GIOVANNI FALCO" userId="b69b3967-6f70-4414-993f-b243e67bf789" providerId="ADAL" clId="{7091911F-6E8F-52F7-B544-A84180BC067B}" dt="2026-09-28T21:43:49.426" v="1653"/>
          <ac:spMkLst>
            <pc:docMk/>
            <pc:sldMk cId="3215236298" sldId="329"/>
            <ac:spMk id="7" creationId="{DB3855FE-BFEF-7E21-4E33-BB7D8B86389D}"/>
          </ac:spMkLst>
        </pc:spChg>
        <pc:picChg chg="add mod">
          <ac:chgData name="GIOVANNI FALCO" userId="b69b3967-6f70-4414-993f-b243e67bf789" providerId="ADAL" clId="{7091911F-6E8F-52F7-B544-A84180BC067B}" dt="2026-09-28T21:41:37.594" v="1632" actId="1076"/>
          <ac:picMkLst>
            <pc:docMk/>
            <pc:sldMk cId="3215236298" sldId="329"/>
            <ac:picMk id="3" creationId="{71A7995A-1B33-12B9-40D2-9EC1073435DA}"/>
          </ac:picMkLst>
        </pc:picChg>
      </pc:sldChg>
      <pc:sldChg chg="addSp modSp add mod">
        <pc:chgData name="GIOVANNI FALCO" userId="b69b3967-6f70-4414-993f-b243e67bf789" providerId="ADAL" clId="{7091911F-6E8F-52F7-B544-A84180BC067B}" dt="2026-09-28T21:53:42.939" v="1707" actId="255"/>
        <pc:sldMkLst>
          <pc:docMk/>
          <pc:sldMk cId="3249182624" sldId="331"/>
        </pc:sldMkLst>
        <pc:spChg chg="add mod">
          <ac:chgData name="GIOVANNI FALCO" userId="b69b3967-6f70-4414-993f-b243e67bf789" providerId="ADAL" clId="{7091911F-6E8F-52F7-B544-A84180BC067B}" dt="2026-09-28T21:53:42.939" v="1707" actId="255"/>
          <ac:spMkLst>
            <pc:docMk/>
            <pc:sldMk cId="3249182624" sldId="331"/>
            <ac:spMk id="5" creationId="{B7AF275A-5EA5-5CBD-BE3B-5C8297213075}"/>
          </ac:spMkLst>
        </pc:spChg>
        <pc:spChg chg="mod">
          <ac:chgData name="GIOVANNI FALCO" userId="b69b3967-6f70-4414-993f-b243e67bf789" providerId="ADAL" clId="{7091911F-6E8F-52F7-B544-A84180BC067B}" dt="2026-09-28T21:49:56.850" v="1680" actId="20577"/>
          <ac:spMkLst>
            <pc:docMk/>
            <pc:sldMk cId="3249182624" sldId="331"/>
            <ac:spMk id="4289" creationId="{F6785011-EB13-71C4-8DA8-A8B659B94F26}"/>
          </ac:spMkLst>
        </pc:spChg>
        <pc:spChg chg="mod">
          <ac:chgData name="GIOVANNI FALCO" userId="b69b3967-6f70-4414-993f-b243e67bf789" providerId="ADAL" clId="{7091911F-6E8F-52F7-B544-A84180BC067B}" dt="2026-09-28T21:53:00.254" v="1698" actId="14100"/>
          <ac:spMkLst>
            <pc:docMk/>
            <pc:sldMk cId="3249182624" sldId="331"/>
            <ac:spMk id="4291" creationId="{D7B7A0DA-70A7-B9BF-65B1-159AF26514EA}"/>
          </ac:spMkLst>
        </pc:spChg>
        <pc:picChg chg="add mod">
          <ac:chgData name="GIOVANNI FALCO" userId="b69b3967-6f70-4414-993f-b243e67bf789" providerId="ADAL" clId="{7091911F-6E8F-52F7-B544-A84180BC067B}" dt="2026-09-28T21:53:06.773" v="1699" actId="1076"/>
          <ac:picMkLst>
            <pc:docMk/>
            <pc:sldMk cId="3249182624" sldId="331"/>
            <ac:picMk id="2" creationId="{13B3BEA1-DD71-F0B5-5122-C800F07C7320}"/>
          </ac:picMkLst>
        </pc:picChg>
        <pc:picChg chg="add mod">
          <ac:chgData name="GIOVANNI FALCO" userId="b69b3967-6f70-4414-993f-b243e67bf789" providerId="ADAL" clId="{7091911F-6E8F-52F7-B544-A84180BC067B}" dt="2026-09-28T21:53:06.773" v="1699" actId="1076"/>
          <ac:picMkLst>
            <pc:docMk/>
            <pc:sldMk cId="3249182624" sldId="331"/>
            <ac:picMk id="4" creationId="{5D5CDDC4-AD2A-E200-47DB-377531381302}"/>
          </ac:picMkLst>
        </pc:picChg>
      </pc:sldChg>
      <pc:sldChg chg="delSp modSp add mod">
        <pc:chgData name="GIOVANNI FALCO" userId="b69b3967-6f70-4414-993f-b243e67bf789" providerId="ADAL" clId="{7091911F-6E8F-52F7-B544-A84180BC067B}" dt="2026-09-28T21:56:24.437" v="1762" actId="14100"/>
        <pc:sldMkLst>
          <pc:docMk/>
          <pc:sldMk cId="3151636757" sldId="332"/>
        </pc:sldMkLst>
        <pc:spChg chg="mod">
          <ac:chgData name="GIOVANNI FALCO" userId="b69b3967-6f70-4414-993f-b243e67bf789" providerId="ADAL" clId="{7091911F-6E8F-52F7-B544-A84180BC067B}" dt="2026-09-28T21:55:56.114" v="1761" actId="20577"/>
          <ac:spMkLst>
            <pc:docMk/>
            <pc:sldMk cId="3151636757" sldId="332"/>
            <ac:spMk id="4289" creationId="{A9C99B14-1DA8-C70D-83DC-81EB802F421B}"/>
          </ac:spMkLst>
        </pc:spChg>
      </pc:sldChg>
      <pc:sldChg chg="addSp delSp modSp add mod">
        <pc:chgData name="GIOVANNI FALCO" userId="b69b3967-6f70-4414-993f-b243e67bf789" providerId="ADAL" clId="{7091911F-6E8F-52F7-B544-A84180BC067B}" dt="2026-09-29T21:04:41.799" v="2064" actId="14100"/>
        <pc:sldMkLst>
          <pc:docMk/>
          <pc:sldMk cId="1127148995" sldId="333"/>
        </pc:sldMkLst>
        <pc:spChg chg="add mod">
          <ac:chgData name="GIOVANNI FALCO" userId="b69b3967-6f70-4414-993f-b243e67bf789" providerId="ADAL" clId="{7091911F-6E8F-52F7-B544-A84180BC067B}" dt="2026-09-29T20:55:34.279" v="1848" actId="20577"/>
          <ac:spMkLst>
            <pc:docMk/>
            <pc:sldMk cId="1127148995" sldId="333"/>
            <ac:spMk id="2" creationId="{881A6419-263C-404B-65B2-D2548A756127}"/>
          </ac:spMkLst>
        </pc:spChg>
        <pc:spChg chg="add mod">
          <ac:chgData name="GIOVANNI FALCO" userId="b69b3967-6f70-4414-993f-b243e67bf789" providerId="ADAL" clId="{7091911F-6E8F-52F7-B544-A84180BC067B}" dt="2026-09-29T21:04:36.366" v="2063" actId="255"/>
          <ac:spMkLst>
            <pc:docMk/>
            <pc:sldMk cId="1127148995" sldId="333"/>
            <ac:spMk id="4" creationId="{6D6D52C3-783E-1F81-3675-E3BF1A0CA66C}"/>
          </ac:spMkLst>
        </pc:spChg>
        <pc:spChg chg="mod">
          <ac:chgData name="GIOVANNI FALCO" userId="b69b3967-6f70-4414-993f-b243e67bf789" providerId="ADAL" clId="{7091911F-6E8F-52F7-B544-A84180BC067B}" dt="2026-09-29T20:54:16.812" v="1825"/>
          <ac:spMkLst>
            <pc:docMk/>
            <pc:sldMk cId="1127148995" sldId="333"/>
            <ac:spMk id="4289" creationId="{C02F8244-7B72-BB4C-05F5-CC2F010A1210}"/>
          </ac:spMkLst>
        </pc:spChg>
        <pc:picChg chg="mod">
          <ac:chgData name="GIOVANNI FALCO" userId="b69b3967-6f70-4414-993f-b243e67bf789" providerId="ADAL" clId="{7091911F-6E8F-52F7-B544-A84180BC067B}" dt="2026-09-29T20:57:44.256" v="1849" actId="1076"/>
          <ac:picMkLst>
            <pc:docMk/>
            <pc:sldMk cId="1127148995" sldId="333"/>
            <ac:picMk id="5" creationId="{DC83E32E-4FDF-C543-9538-0DE93AF551D6}"/>
          </ac:picMkLst>
        </pc:picChg>
        <pc:picChg chg="mod">
          <ac:chgData name="GIOVANNI FALCO" userId="b69b3967-6f70-4414-993f-b243e67bf789" providerId="ADAL" clId="{7091911F-6E8F-52F7-B544-A84180BC067B}" dt="2026-09-29T21:04:41.799" v="2064" actId="14100"/>
          <ac:picMkLst>
            <pc:docMk/>
            <pc:sldMk cId="1127148995" sldId="333"/>
            <ac:picMk id="9" creationId="{7D4857F1-FF9B-79D6-853D-1BCEE4434509}"/>
          </ac:picMkLst>
        </pc:picChg>
      </pc:sldChg>
      <pc:sldChg chg="modSp add mod">
        <pc:chgData name="GIOVANNI FALCO" userId="b69b3967-6f70-4414-993f-b243e67bf789" providerId="ADAL" clId="{7091911F-6E8F-52F7-B544-A84180BC067B}" dt="2026-09-28T21:57:00.151" v="1803" actId="20577"/>
        <pc:sldMkLst>
          <pc:docMk/>
          <pc:sldMk cId="53366207" sldId="334"/>
        </pc:sldMkLst>
        <pc:spChg chg="mod">
          <ac:chgData name="GIOVANNI FALCO" userId="b69b3967-6f70-4414-993f-b243e67bf789" providerId="ADAL" clId="{7091911F-6E8F-52F7-B544-A84180BC067B}" dt="2026-09-28T21:57:00.151" v="1803" actId="20577"/>
          <ac:spMkLst>
            <pc:docMk/>
            <pc:sldMk cId="53366207" sldId="334"/>
            <ac:spMk id="4289" creationId="{44E5A895-CA03-0C4A-6D16-FB9FE17F1638}"/>
          </ac:spMkLst>
        </pc:spChg>
      </pc:sldChg>
      <pc:sldChg chg="addSp delSp modSp add mod">
        <pc:chgData name="GIOVANNI FALCO" userId="b69b3967-6f70-4414-993f-b243e67bf789" providerId="ADAL" clId="{7091911F-6E8F-52F7-B544-A84180BC067B}" dt="2026-09-29T21:14:06.431" v="2103" actId="20577"/>
        <pc:sldMkLst>
          <pc:docMk/>
          <pc:sldMk cId="1311530976" sldId="336"/>
        </pc:sldMkLst>
        <pc:spChg chg="add mod">
          <ac:chgData name="GIOVANNI FALCO" userId="b69b3967-6f70-4414-993f-b243e67bf789" providerId="ADAL" clId="{7091911F-6E8F-52F7-B544-A84180BC067B}" dt="2026-09-29T21:13:21.641" v="2088" actId="20577"/>
          <ac:spMkLst>
            <pc:docMk/>
            <pc:sldMk cId="1311530976" sldId="336"/>
            <ac:spMk id="6" creationId="{9A98C035-5817-273C-D9A3-54AD2BCB1E28}"/>
          </ac:spMkLst>
        </pc:spChg>
        <pc:spChg chg="add mod">
          <ac:chgData name="GIOVANNI FALCO" userId="b69b3967-6f70-4414-993f-b243e67bf789" providerId="ADAL" clId="{7091911F-6E8F-52F7-B544-A84180BC067B}" dt="2026-09-29T21:14:06.431" v="2103" actId="20577"/>
          <ac:spMkLst>
            <pc:docMk/>
            <pc:sldMk cId="1311530976" sldId="336"/>
            <ac:spMk id="8" creationId="{EEA5D04B-6F6C-6F9F-AE24-258686CBE81D}"/>
          </ac:spMkLst>
        </pc:spChg>
        <pc:picChg chg="mod">
          <ac:chgData name="GIOVANNI FALCO" userId="b69b3967-6f70-4414-993f-b243e67bf789" providerId="ADAL" clId="{7091911F-6E8F-52F7-B544-A84180BC067B}" dt="2026-09-29T21:13:29.310" v="2089" actId="1076"/>
          <ac:picMkLst>
            <pc:docMk/>
            <pc:sldMk cId="1311530976" sldId="336"/>
            <ac:picMk id="7" creationId="{D148B90A-3DEF-37E1-5A6E-AE841C0BC754}"/>
          </ac:picMkLst>
        </pc:picChg>
        <pc:picChg chg="mod">
          <ac:chgData name="GIOVANNI FALCO" userId="b69b3967-6f70-4414-993f-b243e67bf789" providerId="ADAL" clId="{7091911F-6E8F-52F7-B544-A84180BC067B}" dt="2026-09-29T21:13:31.062" v="2090" actId="1076"/>
          <ac:picMkLst>
            <pc:docMk/>
            <pc:sldMk cId="1311530976" sldId="336"/>
            <ac:picMk id="9" creationId="{1E85FB4C-8CEB-245B-20A5-5D59A69869D0}"/>
          </ac:picMkLst>
        </pc:picChg>
      </pc:sldChg>
      <pc:sldChg chg="addSp delSp modSp add mod">
        <pc:chgData name="GIOVANNI FALCO" userId="b69b3967-6f70-4414-993f-b243e67bf789" providerId="ADAL" clId="{7091911F-6E8F-52F7-B544-A84180BC067B}" dt="2026-09-29T21:07:15.197" v="2075" actId="1076"/>
        <pc:sldMkLst>
          <pc:docMk/>
          <pc:sldMk cId="2830526490" sldId="337"/>
        </pc:sldMkLst>
        <pc:spChg chg="add mod">
          <ac:chgData name="GIOVANNI FALCO" userId="b69b3967-6f70-4414-993f-b243e67bf789" providerId="ADAL" clId="{7091911F-6E8F-52F7-B544-A84180BC067B}" dt="2026-09-29T21:07:13.830" v="2074" actId="14100"/>
          <ac:spMkLst>
            <pc:docMk/>
            <pc:sldMk cId="2830526490" sldId="337"/>
            <ac:spMk id="2" creationId="{F35297C9-26C8-52C4-EE7E-388C13D9EBB0}"/>
          </ac:spMkLst>
        </pc:spChg>
        <pc:picChg chg="add del mod">
          <ac:chgData name="GIOVANNI FALCO" userId="b69b3967-6f70-4414-993f-b243e67bf789" providerId="ADAL" clId="{7091911F-6E8F-52F7-B544-A84180BC067B}" dt="2026-09-29T21:07:15.197" v="2075" actId="1076"/>
          <ac:picMkLst>
            <pc:docMk/>
            <pc:sldMk cId="2830526490" sldId="337"/>
            <ac:picMk id="11" creationId="{D06B6EF8-059E-6A24-92D6-D6167194ED5F}"/>
          </ac:picMkLst>
        </pc:picChg>
      </pc:sldChg>
    </pc:docChg>
  </pc:docChgLst>
  <pc:docChgLst>
    <pc:chgData name="FELICE PALMIERO" userId="d6bc94d8-3ccb-4ba0-86a4-f6b0c6b2672a" providerId="ADAL" clId="{225A5204-2A7C-49CE-A8AB-50A007E02BFA}"/>
    <pc:docChg chg="undo custSel addSld delSld modSld sldOrd delMainMaster">
      <pc:chgData name="FELICE PALMIERO" userId="d6bc94d8-3ccb-4ba0-86a4-f6b0c6b2672a" providerId="ADAL" clId="{225A5204-2A7C-49CE-A8AB-50A007E02BFA}" dt="2026-10-04T19:54:52.077" v="4792"/>
      <pc:docMkLst>
        <pc:docMk/>
      </pc:docMkLst>
      <pc:sldChg chg="modSp add del mod modTransition">
        <pc:chgData name="FELICE PALMIERO" userId="d6bc94d8-3ccb-4ba0-86a4-f6b0c6b2672a" providerId="ADAL" clId="{225A5204-2A7C-49CE-A8AB-50A007E02BFA}" dt="2026-10-04T19:49:44.449" v="4727"/>
        <pc:sldMkLst>
          <pc:docMk/>
          <pc:sldMk cId="0" sldId="256"/>
        </pc:sldMkLst>
        <pc:spChg chg="mod">
          <ac:chgData name="FELICE PALMIERO" userId="d6bc94d8-3ccb-4ba0-86a4-f6b0c6b2672a" providerId="ADAL" clId="{225A5204-2A7C-49CE-A8AB-50A007E02BFA}" dt="2026-09-26T15:55:08.689" v="19" actId="20577"/>
          <ac:spMkLst>
            <pc:docMk/>
            <pc:sldMk cId="0" sldId="256"/>
            <ac:spMk id="2357" creationId="{00000000-0000-0000-0000-000000000000}"/>
          </ac:spMkLst>
        </pc:spChg>
        <pc:spChg chg="mod">
          <ac:chgData name="FELICE PALMIERO" userId="d6bc94d8-3ccb-4ba0-86a4-f6b0c6b2672a" providerId="ADAL" clId="{225A5204-2A7C-49CE-A8AB-50A007E02BFA}" dt="2026-09-26T15:55:35.961" v="93" actId="20577"/>
          <ac:spMkLst>
            <pc:docMk/>
            <pc:sldMk cId="0" sldId="256"/>
            <ac:spMk id="2358" creationId="{00000000-0000-0000-0000-000000000000}"/>
          </ac:spMkLst>
        </pc:spChg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57"/>
        </pc:sldMkLst>
      </pc:sldChg>
      <pc:sldChg chg="add del">
        <pc:chgData name="FELICE PALMIERO" userId="d6bc94d8-3ccb-4ba0-86a4-f6b0c6b2672a" providerId="ADAL" clId="{225A5204-2A7C-49CE-A8AB-50A007E02BFA}" dt="2026-10-04T19:49:02.542" v="4667" actId="47"/>
        <pc:sldMkLst>
          <pc:docMk/>
          <pc:sldMk cId="2423983417" sldId="257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58"/>
        </pc:sldMkLst>
      </pc:sldChg>
      <pc:sldChg chg="add del">
        <pc:chgData name="FELICE PALMIERO" userId="d6bc94d8-3ccb-4ba0-86a4-f6b0c6b2672a" providerId="ADAL" clId="{225A5204-2A7C-49CE-A8AB-50A007E02BFA}" dt="2026-10-04T19:49:03.474" v="4668" actId="47"/>
        <pc:sldMkLst>
          <pc:docMk/>
          <pc:sldMk cId="3875058521" sldId="258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59"/>
        </pc:sldMkLst>
      </pc:sldChg>
      <pc:sldChg chg="addSp delSp modSp add del mod ord modTransition modNotes">
        <pc:chgData name="FELICE PALMIERO" userId="d6bc94d8-3ccb-4ba0-86a4-f6b0c6b2672a" providerId="ADAL" clId="{225A5204-2A7C-49CE-A8AB-50A007E02BFA}" dt="2026-10-04T19:54:52.077" v="4792"/>
        <pc:sldMkLst>
          <pc:docMk/>
          <pc:sldMk cId="2574894232" sldId="259"/>
        </pc:sldMkLst>
        <pc:spChg chg="add del mod">
          <ac:chgData name="FELICE PALMIERO" userId="d6bc94d8-3ccb-4ba0-86a4-f6b0c6b2672a" providerId="ADAL" clId="{225A5204-2A7C-49CE-A8AB-50A007E02BFA}" dt="2026-10-04T19:41:39.775" v="4533" actId="478"/>
          <ac:spMkLst>
            <pc:docMk/>
            <pc:sldMk cId="2574894232" sldId="259"/>
            <ac:spMk id="3" creationId="{B549833A-A06E-956F-EAB0-3E26681F01A6}"/>
          </ac:spMkLst>
        </pc:spChg>
        <pc:spChg chg="mod">
          <ac:chgData name="FELICE PALMIERO" userId="d6bc94d8-3ccb-4ba0-86a4-f6b0c6b2672a" providerId="ADAL" clId="{225A5204-2A7C-49CE-A8AB-50A007E02BFA}" dt="2026-10-04T19:42:02.513" v="4562" actId="1076"/>
          <ac:spMkLst>
            <pc:docMk/>
            <pc:sldMk cId="2574894232" sldId="259"/>
            <ac:spMk id="3040" creationId="{00000000-0000-0000-0000-000000000000}"/>
          </ac:spMkLst>
        </pc:spChg>
        <pc:spChg chg="del">
          <ac:chgData name="FELICE PALMIERO" userId="d6bc94d8-3ccb-4ba0-86a4-f6b0c6b2672a" providerId="ADAL" clId="{225A5204-2A7C-49CE-A8AB-50A007E02BFA}" dt="2026-10-04T19:41:35.882" v="4531" actId="478"/>
          <ac:spMkLst>
            <pc:docMk/>
            <pc:sldMk cId="2574894232" sldId="259"/>
            <ac:spMk id="3041" creationId="{00000000-0000-0000-0000-000000000000}"/>
          </ac:spMkLst>
        </pc:spChg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0"/>
        </pc:sldMkLst>
      </pc:sldChg>
      <pc:sldChg chg="add del">
        <pc:chgData name="FELICE PALMIERO" userId="d6bc94d8-3ccb-4ba0-86a4-f6b0c6b2672a" providerId="ADAL" clId="{225A5204-2A7C-49CE-A8AB-50A007E02BFA}" dt="2026-10-04T19:49:04.162" v="4669" actId="47"/>
        <pc:sldMkLst>
          <pc:docMk/>
          <pc:sldMk cId="1444914642" sldId="260"/>
        </pc:sldMkLst>
      </pc:sldChg>
      <pc:sldChg chg="modSp del mod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1"/>
        </pc:sldMkLst>
      </pc:sldChg>
      <pc:sldChg chg="add del">
        <pc:chgData name="FELICE PALMIERO" userId="d6bc94d8-3ccb-4ba0-86a4-f6b0c6b2672a" providerId="ADAL" clId="{225A5204-2A7C-49CE-A8AB-50A007E02BFA}" dt="2026-10-04T19:49:04.728" v="4670" actId="47"/>
        <pc:sldMkLst>
          <pc:docMk/>
          <pc:sldMk cId="4177032961" sldId="261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2"/>
        </pc:sldMkLst>
      </pc:sldChg>
      <pc:sldChg chg="add del">
        <pc:chgData name="FELICE PALMIERO" userId="d6bc94d8-3ccb-4ba0-86a4-f6b0c6b2672a" providerId="ADAL" clId="{225A5204-2A7C-49CE-A8AB-50A007E02BFA}" dt="2026-10-04T19:49:05.107" v="4671" actId="47"/>
        <pc:sldMkLst>
          <pc:docMk/>
          <pc:sldMk cId="3061679645" sldId="262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3"/>
        </pc:sldMkLst>
      </pc:sldChg>
      <pc:sldChg chg="addSp delSp modSp add del mod ord modTransition modNotes">
        <pc:chgData name="FELICE PALMIERO" userId="d6bc94d8-3ccb-4ba0-86a4-f6b0c6b2672a" providerId="ADAL" clId="{225A5204-2A7C-49CE-A8AB-50A007E02BFA}" dt="2026-10-04T19:54:48.451" v="4791"/>
        <pc:sldMkLst>
          <pc:docMk/>
          <pc:sldMk cId="2625870565" sldId="263"/>
        </pc:sldMkLst>
        <pc:spChg chg="add del mod">
          <ac:chgData name="FELICE PALMIERO" userId="d6bc94d8-3ccb-4ba0-86a4-f6b0c6b2672a" providerId="ADAL" clId="{225A5204-2A7C-49CE-A8AB-50A007E02BFA}" dt="2026-10-04T19:24:34.605" v="4449" actId="478"/>
          <ac:spMkLst>
            <pc:docMk/>
            <pc:sldMk cId="2625870565" sldId="263"/>
            <ac:spMk id="3" creationId="{CFBCB2BE-5F05-BE89-F7D1-EDFC2A9A3D4E}"/>
          </ac:spMkLst>
        </pc:spChg>
        <pc:spChg chg="add del mod">
          <ac:chgData name="FELICE PALMIERO" userId="d6bc94d8-3ccb-4ba0-86a4-f6b0c6b2672a" providerId="ADAL" clId="{225A5204-2A7C-49CE-A8AB-50A007E02BFA}" dt="2026-10-04T19:24:38.297" v="4451" actId="478"/>
          <ac:spMkLst>
            <pc:docMk/>
            <pc:sldMk cId="2625870565" sldId="263"/>
            <ac:spMk id="5" creationId="{A80995D1-3CA1-5E61-380B-CCF6568D53E0}"/>
          </ac:spMkLst>
        </pc:spChg>
        <pc:spChg chg="add del mod">
          <ac:chgData name="FELICE PALMIERO" userId="d6bc94d8-3ccb-4ba0-86a4-f6b0c6b2672a" providerId="ADAL" clId="{225A5204-2A7C-49CE-A8AB-50A007E02BFA}" dt="2026-10-04T19:24:41.455" v="4453" actId="478"/>
          <ac:spMkLst>
            <pc:docMk/>
            <pc:sldMk cId="2625870565" sldId="263"/>
            <ac:spMk id="7" creationId="{030667A2-1F7E-3D01-9A8D-33140F582B49}"/>
          </ac:spMkLst>
        </pc:spChg>
        <pc:spChg chg="add del mod">
          <ac:chgData name="FELICE PALMIERO" userId="d6bc94d8-3ccb-4ba0-86a4-f6b0c6b2672a" providerId="ADAL" clId="{225A5204-2A7C-49CE-A8AB-50A007E02BFA}" dt="2026-10-04T19:24:45.390" v="4455" actId="478"/>
          <ac:spMkLst>
            <pc:docMk/>
            <pc:sldMk cId="2625870565" sldId="263"/>
            <ac:spMk id="9" creationId="{F1DE5165-1AF1-AA21-F3B6-5329770F8DB6}"/>
          </ac:spMkLst>
        </pc:spChg>
        <pc:spChg chg="mod">
          <ac:chgData name="FELICE PALMIERO" userId="d6bc94d8-3ccb-4ba0-86a4-f6b0c6b2672a" providerId="ADAL" clId="{225A5204-2A7C-49CE-A8AB-50A007E02BFA}" dt="2026-10-04T19:24:56.097" v="4475" actId="20577"/>
          <ac:spMkLst>
            <pc:docMk/>
            <pc:sldMk cId="2625870565" sldId="263"/>
            <ac:spMk id="4946" creationId="{00000000-0000-0000-0000-000000000000}"/>
          </ac:spMkLst>
        </pc:spChg>
        <pc:spChg chg="del">
          <ac:chgData name="FELICE PALMIERO" userId="d6bc94d8-3ccb-4ba0-86a4-f6b0c6b2672a" providerId="ADAL" clId="{225A5204-2A7C-49CE-A8AB-50A007E02BFA}" dt="2026-10-04T19:24:43.002" v="4454" actId="478"/>
          <ac:spMkLst>
            <pc:docMk/>
            <pc:sldMk cId="2625870565" sldId="263"/>
            <ac:spMk id="4947" creationId="{00000000-0000-0000-0000-000000000000}"/>
          </ac:spMkLst>
        </pc:spChg>
        <pc:spChg chg="del">
          <ac:chgData name="FELICE PALMIERO" userId="d6bc94d8-3ccb-4ba0-86a4-f6b0c6b2672a" providerId="ADAL" clId="{225A5204-2A7C-49CE-A8AB-50A007E02BFA}" dt="2026-10-04T19:24:39.877" v="4452" actId="478"/>
          <ac:spMkLst>
            <pc:docMk/>
            <pc:sldMk cId="2625870565" sldId="263"/>
            <ac:spMk id="4948" creationId="{00000000-0000-0000-0000-000000000000}"/>
          </ac:spMkLst>
        </pc:spChg>
        <pc:spChg chg="del">
          <ac:chgData name="FELICE PALMIERO" userId="d6bc94d8-3ccb-4ba0-86a4-f6b0c6b2672a" providerId="ADAL" clId="{225A5204-2A7C-49CE-A8AB-50A007E02BFA}" dt="2026-10-04T19:24:32.196" v="4448" actId="478"/>
          <ac:spMkLst>
            <pc:docMk/>
            <pc:sldMk cId="2625870565" sldId="263"/>
            <ac:spMk id="4949" creationId="{00000000-0000-0000-0000-000000000000}"/>
          </ac:spMkLst>
        </pc:spChg>
        <pc:spChg chg="del">
          <ac:chgData name="FELICE PALMIERO" userId="d6bc94d8-3ccb-4ba0-86a4-f6b0c6b2672a" providerId="ADAL" clId="{225A5204-2A7C-49CE-A8AB-50A007E02BFA}" dt="2026-10-04T19:24:36.143" v="4450" actId="478"/>
          <ac:spMkLst>
            <pc:docMk/>
            <pc:sldMk cId="2625870565" sldId="263"/>
            <ac:spMk id="4950" creationId="{00000000-0000-0000-0000-000000000000}"/>
          </ac:spMkLst>
        </pc:spChg>
        <pc:grpChg chg="del">
          <ac:chgData name="FELICE PALMIERO" userId="d6bc94d8-3ccb-4ba0-86a4-f6b0c6b2672a" providerId="ADAL" clId="{225A5204-2A7C-49CE-A8AB-50A007E02BFA}" dt="2026-10-04T19:25:09.795" v="4476" actId="478"/>
          <ac:grpSpMkLst>
            <pc:docMk/>
            <pc:sldMk cId="2625870565" sldId="263"/>
            <ac:grpSpMk id="4951" creationId="{00000000-0000-0000-0000-000000000000}"/>
          </ac:grpSpMkLst>
        </pc:grpChg>
        <pc:grpChg chg="del">
          <ac:chgData name="FELICE PALMIERO" userId="d6bc94d8-3ccb-4ba0-86a4-f6b0c6b2672a" providerId="ADAL" clId="{225A5204-2A7C-49CE-A8AB-50A007E02BFA}" dt="2026-10-04T19:25:10.452" v="4477" actId="478"/>
          <ac:grpSpMkLst>
            <pc:docMk/>
            <pc:sldMk cId="2625870565" sldId="263"/>
            <ac:grpSpMk id="5038" creationId="{00000000-0000-0000-0000-000000000000}"/>
          </ac:grpSpMkLst>
        </pc:grpChg>
        <pc:picChg chg="add mod modCrop">
          <ac:chgData name="FELICE PALMIERO" userId="d6bc94d8-3ccb-4ba0-86a4-f6b0c6b2672a" providerId="ADAL" clId="{225A5204-2A7C-49CE-A8AB-50A007E02BFA}" dt="2026-10-04T19:31:19.747" v="4497" actId="1076"/>
          <ac:picMkLst>
            <pc:docMk/>
            <pc:sldMk cId="2625870565" sldId="263"/>
            <ac:picMk id="11" creationId="{F6C3DB58-C9EB-9EA7-B87F-BEE348D4D37B}"/>
          </ac:picMkLst>
        </pc:picChg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4"/>
        </pc:sldMkLst>
      </pc:sldChg>
      <pc:sldChg chg="add del">
        <pc:chgData name="FELICE PALMIERO" userId="d6bc94d8-3ccb-4ba0-86a4-f6b0c6b2672a" providerId="ADAL" clId="{225A5204-2A7C-49CE-A8AB-50A007E02BFA}" dt="2026-10-04T19:49:05.354" v="4672" actId="47"/>
        <pc:sldMkLst>
          <pc:docMk/>
          <pc:sldMk cId="994916392" sldId="264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5"/>
        </pc:sldMkLst>
      </pc:sldChg>
      <pc:sldChg chg="add del">
        <pc:chgData name="FELICE PALMIERO" userId="d6bc94d8-3ccb-4ba0-86a4-f6b0c6b2672a" providerId="ADAL" clId="{225A5204-2A7C-49CE-A8AB-50A007E02BFA}" dt="2026-10-04T19:49:05.584" v="4673" actId="47"/>
        <pc:sldMkLst>
          <pc:docMk/>
          <pc:sldMk cId="2157788685" sldId="265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6"/>
        </pc:sldMkLst>
      </pc:sldChg>
      <pc:sldChg chg="add del">
        <pc:chgData name="FELICE PALMIERO" userId="d6bc94d8-3ccb-4ba0-86a4-f6b0c6b2672a" providerId="ADAL" clId="{225A5204-2A7C-49CE-A8AB-50A007E02BFA}" dt="2026-10-04T19:49:05.766" v="4674" actId="47"/>
        <pc:sldMkLst>
          <pc:docMk/>
          <pc:sldMk cId="3146567658" sldId="266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7"/>
        </pc:sldMkLst>
      </pc:sldChg>
      <pc:sldChg chg="add del">
        <pc:chgData name="FELICE PALMIERO" userId="d6bc94d8-3ccb-4ba0-86a4-f6b0c6b2672a" providerId="ADAL" clId="{225A5204-2A7C-49CE-A8AB-50A007E02BFA}" dt="2026-10-04T19:49:05.962" v="4675" actId="47"/>
        <pc:sldMkLst>
          <pc:docMk/>
          <pc:sldMk cId="1923300334" sldId="267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8"/>
        </pc:sldMkLst>
      </pc:sldChg>
      <pc:sldChg chg="add del">
        <pc:chgData name="FELICE PALMIERO" userId="d6bc94d8-3ccb-4ba0-86a4-f6b0c6b2672a" providerId="ADAL" clId="{225A5204-2A7C-49CE-A8AB-50A007E02BFA}" dt="2026-10-04T19:49:06.104" v="4676" actId="47"/>
        <pc:sldMkLst>
          <pc:docMk/>
          <pc:sldMk cId="1178263738" sldId="268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69"/>
        </pc:sldMkLst>
      </pc:sldChg>
      <pc:sldChg chg="add del">
        <pc:chgData name="FELICE PALMIERO" userId="d6bc94d8-3ccb-4ba0-86a4-f6b0c6b2672a" providerId="ADAL" clId="{225A5204-2A7C-49CE-A8AB-50A007E02BFA}" dt="2026-10-04T19:49:06.243" v="4677" actId="47"/>
        <pc:sldMkLst>
          <pc:docMk/>
          <pc:sldMk cId="992624310" sldId="269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0"/>
        </pc:sldMkLst>
      </pc:sldChg>
      <pc:sldChg chg="add del">
        <pc:chgData name="FELICE PALMIERO" userId="d6bc94d8-3ccb-4ba0-86a4-f6b0c6b2672a" providerId="ADAL" clId="{225A5204-2A7C-49CE-A8AB-50A007E02BFA}" dt="2026-10-04T19:49:06.426" v="4678" actId="47"/>
        <pc:sldMkLst>
          <pc:docMk/>
          <pc:sldMk cId="2419737916" sldId="270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1"/>
        </pc:sldMkLst>
      </pc:sldChg>
      <pc:sldChg chg="add del">
        <pc:chgData name="FELICE PALMIERO" userId="d6bc94d8-3ccb-4ba0-86a4-f6b0c6b2672a" providerId="ADAL" clId="{225A5204-2A7C-49CE-A8AB-50A007E02BFA}" dt="2026-10-04T19:49:06.742" v="4679" actId="47"/>
        <pc:sldMkLst>
          <pc:docMk/>
          <pc:sldMk cId="1307442102" sldId="271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2"/>
        </pc:sldMkLst>
      </pc:sldChg>
      <pc:sldChg chg="add del">
        <pc:chgData name="FELICE PALMIERO" userId="d6bc94d8-3ccb-4ba0-86a4-f6b0c6b2672a" providerId="ADAL" clId="{225A5204-2A7C-49CE-A8AB-50A007E02BFA}" dt="2026-10-04T19:49:06.988" v="4680" actId="47"/>
        <pc:sldMkLst>
          <pc:docMk/>
          <pc:sldMk cId="2188217672" sldId="272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3"/>
        </pc:sldMkLst>
      </pc:sldChg>
      <pc:sldChg chg="add del">
        <pc:chgData name="FELICE PALMIERO" userId="d6bc94d8-3ccb-4ba0-86a4-f6b0c6b2672a" providerId="ADAL" clId="{225A5204-2A7C-49CE-A8AB-50A007E02BFA}" dt="2026-10-04T19:49:07.214" v="4681" actId="47"/>
        <pc:sldMkLst>
          <pc:docMk/>
          <pc:sldMk cId="3270086984" sldId="273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4"/>
        </pc:sldMkLst>
      </pc:sldChg>
      <pc:sldChg chg="add del">
        <pc:chgData name="FELICE PALMIERO" userId="d6bc94d8-3ccb-4ba0-86a4-f6b0c6b2672a" providerId="ADAL" clId="{225A5204-2A7C-49CE-A8AB-50A007E02BFA}" dt="2026-10-04T19:49:07.412" v="4682" actId="47"/>
        <pc:sldMkLst>
          <pc:docMk/>
          <pc:sldMk cId="3163284620" sldId="274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5"/>
        </pc:sldMkLst>
      </pc:sldChg>
      <pc:sldChg chg="add del">
        <pc:chgData name="FELICE PALMIERO" userId="d6bc94d8-3ccb-4ba0-86a4-f6b0c6b2672a" providerId="ADAL" clId="{225A5204-2A7C-49CE-A8AB-50A007E02BFA}" dt="2026-10-04T19:49:07.641" v="4683" actId="47"/>
        <pc:sldMkLst>
          <pc:docMk/>
          <pc:sldMk cId="3405284047" sldId="275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6"/>
        </pc:sldMkLst>
      </pc:sldChg>
      <pc:sldChg chg="add del">
        <pc:chgData name="FELICE PALMIERO" userId="d6bc94d8-3ccb-4ba0-86a4-f6b0c6b2672a" providerId="ADAL" clId="{225A5204-2A7C-49CE-A8AB-50A007E02BFA}" dt="2026-10-04T19:49:07.871" v="4684" actId="47"/>
        <pc:sldMkLst>
          <pc:docMk/>
          <pc:sldMk cId="4289636512" sldId="276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7"/>
        </pc:sldMkLst>
      </pc:sldChg>
      <pc:sldChg chg="add del">
        <pc:chgData name="FELICE PALMIERO" userId="d6bc94d8-3ccb-4ba0-86a4-f6b0c6b2672a" providerId="ADAL" clId="{225A5204-2A7C-49CE-A8AB-50A007E02BFA}" dt="2026-10-04T19:49:08.183" v="4685" actId="47"/>
        <pc:sldMkLst>
          <pc:docMk/>
          <pc:sldMk cId="733848606" sldId="277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8"/>
        </pc:sldMkLst>
      </pc:sldChg>
      <pc:sldChg chg="add del">
        <pc:chgData name="FELICE PALMIERO" userId="d6bc94d8-3ccb-4ba0-86a4-f6b0c6b2672a" providerId="ADAL" clId="{225A5204-2A7C-49CE-A8AB-50A007E02BFA}" dt="2026-10-04T19:49:08.836" v="4686" actId="47"/>
        <pc:sldMkLst>
          <pc:docMk/>
          <pc:sldMk cId="1816802960" sldId="278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79"/>
        </pc:sldMkLst>
      </pc:sldChg>
      <pc:sldChg chg="add del">
        <pc:chgData name="FELICE PALMIERO" userId="d6bc94d8-3ccb-4ba0-86a4-f6b0c6b2672a" providerId="ADAL" clId="{225A5204-2A7C-49CE-A8AB-50A007E02BFA}" dt="2026-10-04T19:49:09.127" v="4687" actId="47"/>
        <pc:sldMkLst>
          <pc:docMk/>
          <pc:sldMk cId="3537834810" sldId="279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0"/>
        </pc:sldMkLst>
      </pc:sldChg>
      <pc:sldChg chg="add del">
        <pc:chgData name="FELICE PALMIERO" userId="d6bc94d8-3ccb-4ba0-86a4-f6b0c6b2672a" providerId="ADAL" clId="{225A5204-2A7C-49CE-A8AB-50A007E02BFA}" dt="2026-10-04T19:49:09.353" v="4688" actId="47"/>
        <pc:sldMkLst>
          <pc:docMk/>
          <pc:sldMk cId="2724268031" sldId="280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1"/>
        </pc:sldMkLst>
      </pc:sldChg>
      <pc:sldChg chg="add del">
        <pc:chgData name="FELICE PALMIERO" userId="d6bc94d8-3ccb-4ba0-86a4-f6b0c6b2672a" providerId="ADAL" clId="{225A5204-2A7C-49CE-A8AB-50A007E02BFA}" dt="2026-10-04T19:49:09.575" v="4689" actId="47"/>
        <pc:sldMkLst>
          <pc:docMk/>
          <pc:sldMk cId="3680285413" sldId="281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2"/>
        </pc:sldMkLst>
      </pc:sldChg>
      <pc:sldChg chg="add del">
        <pc:chgData name="FELICE PALMIERO" userId="d6bc94d8-3ccb-4ba0-86a4-f6b0c6b2672a" providerId="ADAL" clId="{225A5204-2A7C-49CE-A8AB-50A007E02BFA}" dt="2026-10-04T19:49:09.782" v="4690" actId="47"/>
        <pc:sldMkLst>
          <pc:docMk/>
          <pc:sldMk cId="4061524462" sldId="282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3"/>
        </pc:sldMkLst>
      </pc:sldChg>
      <pc:sldChg chg="add del">
        <pc:chgData name="FELICE PALMIERO" userId="d6bc94d8-3ccb-4ba0-86a4-f6b0c6b2672a" providerId="ADAL" clId="{225A5204-2A7C-49CE-A8AB-50A007E02BFA}" dt="2026-10-04T19:49:09.983" v="4691" actId="47"/>
        <pc:sldMkLst>
          <pc:docMk/>
          <pc:sldMk cId="3987551141" sldId="283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4"/>
        </pc:sldMkLst>
      </pc:sldChg>
      <pc:sldChg chg="add del">
        <pc:chgData name="FELICE PALMIERO" userId="d6bc94d8-3ccb-4ba0-86a4-f6b0c6b2672a" providerId="ADAL" clId="{225A5204-2A7C-49CE-A8AB-50A007E02BFA}" dt="2026-10-04T19:49:10.199" v="4692" actId="47"/>
        <pc:sldMkLst>
          <pc:docMk/>
          <pc:sldMk cId="2560640355" sldId="284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5"/>
        </pc:sldMkLst>
      </pc:sldChg>
      <pc:sldChg chg="add del">
        <pc:chgData name="FELICE PALMIERO" userId="d6bc94d8-3ccb-4ba0-86a4-f6b0c6b2672a" providerId="ADAL" clId="{225A5204-2A7C-49CE-A8AB-50A007E02BFA}" dt="2026-10-04T19:49:10.408" v="4693" actId="47"/>
        <pc:sldMkLst>
          <pc:docMk/>
          <pc:sldMk cId="1817709686" sldId="285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6"/>
        </pc:sldMkLst>
      </pc:sldChg>
      <pc:sldChg chg="add del">
        <pc:chgData name="FELICE PALMIERO" userId="d6bc94d8-3ccb-4ba0-86a4-f6b0c6b2672a" providerId="ADAL" clId="{225A5204-2A7C-49CE-A8AB-50A007E02BFA}" dt="2026-10-04T19:49:10.595" v="4694" actId="47"/>
        <pc:sldMkLst>
          <pc:docMk/>
          <pc:sldMk cId="1647543483" sldId="286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7"/>
        </pc:sldMkLst>
      </pc:sldChg>
      <pc:sldChg chg="add del">
        <pc:chgData name="FELICE PALMIERO" userId="d6bc94d8-3ccb-4ba0-86a4-f6b0c6b2672a" providerId="ADAL" clId="{225A5204-2A7C-49CE-A8AB-50A007E02BFA}" dt="2026-10-04T19:49:10.799" v="4695" actId="47"/>
        <pc:sldMkLst>
          <pc:docMk/>
          <pc:sldMk cId="1414351475" sldId="287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8"/>
        </pc:sldMkLst>
      </pc:sldChg>
      <pc:sldChg chg="add del">
        <pc:chgData name="FELICE PALMIERO" userId="d6bc94d8-3ccb-4ba0-86a4-f6b0c6b2672a" providerId="ADAL" clId="{225A5204-2A7C-49CE-A8AB-50A007E02BFA}" dt="2026-10-04T19:49:10.911" v="4696" actId="47"/>
        <pc:sldMkLst>
          <pc:docMk/>
          <pc:sldMk cId="3492123435" sldId="288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89"/>
        </pc:sldMkLst>
      </pc:sldChg>
      <pc:sldChg chg="add del">
        <pc:chgData name="FELICE PALMIERO" userId="d6bc94d8-3ccb-4ba0-86a4-f6b0c6b2672a" providerId="ADAL" clId="{225A5204-2A7C-49CE-A8AB-50A007E02BFA}" dt="2026-10-04T19:49:11.045" v="4697" actId="47"/>
        <pc:sldMkLst>
          <pc:docMk/>
          <pc:sldMk cId="900653475" sldId="289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0"/>
        </pc:sldMkLst>
      </pc:sldChg>
      <pc:sldChg chg="add del">
        <pc:chgData name="FELICE PALMIERO" userId="d6bc94d8-3ccb-4ba0-86a4-f6b0c6b2672a" providerId="ADAL" clId="{225A5204-2A7C-49CE-A8AB-50A007E02BFA}" dt="2026-10-04T19:49:11.184" v="4698" actId="47"/>
        <pc:sldMkLst>
          <pc:docMk/>
          <pc:sldMk cId="413192902" sldId="290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1"/>
        </pc:sldMkLst>
      </pc:sldChg>
      <pc:sldChg chg="add del">
        <pc:chgData name="FELICE PALMIERO" userId="d6bc94d8-3ccb-4ba0-86a4-f6b0c6b2672a" providerId="ADAL" clId="{225A5204-2A7C-49CE-A8AB-50A007E02BFA}" dt="2026-10-04T19:49:11.300" v="4699" actId="47"/>
        <pc:sldMkLst>
          <pc:docMk/>
          <pc:sldMk cId="914872345" sldId="291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2"/>
        </pc:sldMkLst>
      </pc:sldChg>
      <pc:sldChg chg="add del">
        <pc:chgData name="FELICE PALMIERO" userId="d6bc94d8-3ccb-4ba0-86a4-f6b0c6b2672a" providerId="ADAL" clId="{225A5204-2A7C-49CE-A8AB-50A007E02BFA}" dt="2026-10-04T19:49:11.457" v="4700" actId="47"/>
        <pc:sldMkLst>
          <pc:docMk/>
          <pc:sldMk cId="231739303" sldId="292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3"/>
        </pc:sldMkLst>
      </pc:sldChg>
      <pc:sldChg chg="add del">
        <pc:chgData name="FELICE PALMIERO" userId="d6bc94d8-3ccb-4ba0-86a4-f6b0c6b2672a" providerId="ADAL" clId="{225A5204-2A7C-49CE-A8AB-50A007E02BFA}" dt="2026-10-04T19:49:11.606" v="4701" actId="47"/>
        <pc:sldMkLst>
          <pc:docMk/>
          <pc:sldMk cId="1721403884" sldId="293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4"/>
        </pc:sldMkLst>
      </pc:sldChg>
      <pc:sldChg chg="add del">
        <pc:chgData name="FELICE PALMIERO" userId="d6bc94d8-3ccb-4ba0-86a4-f6b0c6b2672a" providerId="ADAL" clId="{225A5204-2A7C-49CE-A8AB-50A007E02BFA}" dt="2026-10-04T19:49:11.753" v="4702" actId="47"/>
        <pc:sldMkLst>
          <pc:docMk/>
          <pc:sldMk cId="166975379" sldId="294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5"/>
        </pc:sldMkLst>
      </pc:sldChg>
      <pc:sldChg chg="add del">
        <pc:chgData name="FELICE PALMIERO" userId="d6bc94d8-3ccb-4ba0-86a4-f6b0c6b2672a" providerId="ADAL" clId="{225A5204-2A7C-49CE-A8AB-50A007E02BFA}" dt="2026-10-04T19:49:11.909" v="4703" actId="47"/>
        <pc:sldMkLst>
          <pc:docMk/>
          <pc:sldMk cId="2836770440" sldId="295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6"/>
        </pc:sldMkLst>
      </pc:sldChg>
      <pc:sldChg chg="add del">
        <pc:chgData name="FELICE PALMIERO" userId="d6bc94d8-3ccb-4ba0-86a4-f6b0c6b2672a" providerId="ADAL" clId="{225A5204-2A7C-49CE-A8AB-50A007E02BFA}" dt="2026-10-04T19:49:12.067" v="4704" actId="47"/>
        <pc:sldMkLst>
          <pc:docMk/>
          <pc:sldMk cId="795579668" sldId="296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7"/>
        </pc:sldMkLst>
      </pc:sldChg>
      <pc:sldChg chg="add del">
        <pc:chgData name="FELICE PALMIERO" userId="d6bc94d8-3ccb-4ba0-86a4-f6b0c6b2672a" providerId="ADAL" clId="{225A5204-2A7C-49CE-A8AB-50A007E02BFA}" dt="2026-10-04T19:49:12.291" v="4705" actId="47"/>
        <pc:sldMkLst>
          <pc:docMk/>
          <pc:sldMk cId="2312113500" sldId="297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8"/>
        </pc:sldMkLst>
      </pc:sldChg>
      <pc:sldChg chg="add del">
        <pc:chgData name="FELICE PALMIERO" userId="d6bc94d8-3ccb-4ba0-86a4-f6b0c6b2672a" providerId="ADAL" clId="{225A5204-2A7C-49CE-A8AB-50A007E02BFA}" dt="2026-10-04T19:49:12.640" v="4706" actId="47"/>
        <pc:sldMkLst>
          <pc:docMk/>
          <pc:sldMk cId="87868885" sldId="298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299"/>
        </pc:sldMkLst>
      </pc:sldChg>
      <pc:sldChg chg="add del">
        <pc:chgData name="FELICE PALMIERO" userId="d6bc94d8-3ccb-4ba0-86a4-f6b0c6b2672a" providerId="ADAL" clId="{225A5204-2A7C-49CE-A8AB-50A007E02BFA}" dt="2026-10-04T19:49:12.943" v="4707" actId="47"/>
        <pc:sldMkLst>
          <pc:docMk/>
          <pc:sldMk cId="285708520" sldId="299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0"/>
        </pc:sldMkLst>
      </pc:sldChg>
      <pc:sldChg chg="add del">
        <pc:chgData name="FELICE PALMIERO" userId="d6bc94d8-3ccb-4ba0-86a4-f6b0c6b2672a" providerId="ADAL" clId="{225A5204-2A7C-49CE-A8AB-50A007E02BFA}" dt="2026-10-04T19:49:13.255" v="4708" actId="47"/>
        <pc:sldMkLst>
          <pc:docMk/>
          <pc:sldMk cId="3123729023" sldId="300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1"/>
        </pc:sldMkLst>
      </pc:sldChg>
      <pc:sldChg chg="add del">
        <pc:chgData name="FELICE PALMIERO" userId="d6bc94d8-3ccb-4ba0-86a4-f6b0c6b2672a" providerId="ADAL" clId="{225A5204-2A7C-49CE-A8AB-50A007E02BFA}" dt="2026-10-04T19:49:13.848" v="4709" actId="47"/>
        <pc:sldMkLst>
          <pc:docMk/>
          <pc:sldMk cId="2731179653" sldId="301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2"/>
        </pc:sldMkLst>
      </pc:sldChg>
      <pc:sldChg chg="add del">
        <pc:chgData name="FELICE PALMIERO" userId="d6bc94d8-3ccb-4ba0-86a4-f6b0c6b2672a" providerId="ADAL" clId="{225A5204-2A7C-49CE-A8AB-50A007E02BFA}" dt="2026-10-04T19:49:14.083" v="4710" actId="47"/>
        <pc:sldMkLst>
          <pc:docMk/>
          <pc:sldMk cId="3279620160" sldId="302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3"/>
        </pc:sldMkLst>
      </pc:sldChg>
      <pc:sldChg chg="add del">
        <pc:chgData name="FELICE PALMIERO" userId="d6bc94d8-3ccb-4ba0-86a4-f6b0c6b2672a" providerId="ADAL" clId="{225A5204-2A7C-49CE-A8AB-50A007E02BFA}" dt="2026-10-04T19:49:14.258" v="4711" actId="47"/>
        <pc:sldMkLst>
          <pc:docMk/>
          <pc:sldMk cId="2251182100" sldId="303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4"/>
        </pc:sldMkLst>
      </pc:sldChg>
      <pc:sldChg chg="add del">
        <pc:chgData name="FELICE PALMIERO" userId="d6bc94d8-3ccb-4ba0-86a4-f6b0c6b2672a" providerId="ADAL" clId="{225A5204-2A7C-49CE-A8AB-50A007E02BFA}" dt="2026-10-04T19:49:15.083" v="4712" actId="47"/>
        <pc:sldMkLst>
          <pc:docMk/>
          <pc:sldMk cId="1034466925" sldId="304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5"/>
        </pc:sldMkLst>
      </pc:sldChg>
      <pc:sldChg chg="add del">
        <pc:chgData name="FELICE PALMIERO" userId="d6bc94d8-3ccb-4ba0-86a4-f6b0c6b2672a" providerId="ADAL" clId="{225A5204-2A7C-49CE-A8AB-50A007E02BFA}" dt="2026-10-04T19:49:15.744" v="4713" actId="47"/>
        <pc:sldMkLst>
          <pc:docMk/>
          <pc:sldMk cId="2226234365" sldId="305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6"/>
        </pc:sldMkLst>
      </pc:sldChg>
      <pc:sldChg chg="add del">
        <pc:chgData name="FELICE PALMIERO" userId="d6bc94d8-3ccb-4ba0-86a4-f6b0c6b2672a" providerId="ADAL" clId="{225A5204-2A7C-49CE-A8AB-50A007E02BFA}" dt="2026-10-04T19:49:16.139" v="4714" actId="47"/>
        <pc:sldMkLst>
          <pc:docMk/>
          <pc:sldMk cId="2860445499" sldId="306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7"/>
        </pc:sldMkLst>
      </pc:sldChg>
      <pc:sldChg chg="add del">
        <pc:chgData name="FELICE PALMIERO" userId="d6bc94d8-3ccb-4ba0-86a4-f6b0c6b2672a" providerId="ADAL" clId="{225A5204-2A7C-49CE-A8AB-50A007E02BFA}" dt="2026-10-04T19:49:16.373" v="4715" actId="47"/>
        <pc:sldMkLst>
          <pc:docMk/>
          <pc:sldMk cId="3146834951" sldId="307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8"/>
        </pc:sldMkLst>
      </pc:sldChg>
      <pc:sldChg chg="add del">
        <pc:chgData name="FELICE PALMIERO" userId="d6bc94d8-3ccb-4ba0-86a4-f6b0c6b2672a" providerId="ADAL" clId="{225A5204-2A7C-49CE-A8AB-50A007E02BFA}" dt="2026-10-04T19:49:17.007" v="4716" actId="47"/>
        <pc:sldMkLst>
          <pc:docMk/>
          <pc:sldMk cId="2106553119" sldId="308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09"/>
        </pc:sldMkLst>
      </pc:sldChg>
      <pc:sldChg chg="add del">
        <pc:chgData name="FELICE PALMIERO" userId="d6bc94d8-3ccb-4ba0-86a4-f6b0c6b2672a" providerId="ADAL" clId="{225A5204-2A7C-49CE-A8AB-50A007E02BFA}" dt="2026-10-04T19:49:17.720" v="4717" actId="47"/>
        <pc:sldMkLst>
          <pc:docMk/>
          <pc:sldMk cId="1042034826" sldId="309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10"/>
        </pc:sldMkLst>
      </pc:sldChg>
      <pc:sldChg chg="add del">
        <pc:chgData name="FELICE PALMIERO" userId="d6bc94d8-3ccb-4ba0-86a4-f6b0c6b2672a" providerId="ADAL" clId="{225A5204-2A7C-49CE-A8AB-50A007E02BFA}" dt="2026-10-04T19:49:18.370" v="4718" actId="47"/>
        <pc:sldMkLst>
          <pc:docMk/>
          <pc:sldMk cId="3168108352" sldId="310"/>
        </pc:sldMkLst>
      </pc:sldChg>
      <pc:sldChg chg="del">
        <pc:chgData name="FELICE PALMIERO" userId="d6bc94d8-3ccb-4ba0-86a4-f6b0c6b2672a" providerId="ADAL" clId="{225A5204-2A7C-49CE-A8AB-50A007E02BFA}" dt="2026-10-04T19:21:27.772" v="4343" actId="2696"/>
        <pc:sldMkLst>
          <pc:docMk/>
          <pc:sldMk cId="0" sldId="311"/>
        </pc:sldMkLst>
      </pc:sldChg>
      <pc:sldChg chg="add del">
        <pc:chgData name="FELICE PALMIERO" userId="d6bc94d8-3ccb-4ba0-86a4-f6b0c6b2672a" providerId="ADAL" clId="{225A5204-2A7C-49CE-A8AB-50A007E02BFA}" dt="2026-10-04T19:49:19.398" v="4719" actId="47"/>
        <pc:sldMkLst>
          <pc:docMk/>
          <pc:sldMk cId="1193002631" sldId="311"/>
        </pc:sldMkLst>
      </pc:sldChg>
      <pc:sldChg chg="modSp add del mod modTransition">
        <pc:chgData name="FELICE PALMIERO" userId="d6bc94d8-3ccb-4ba0-86a4-f6b0c6b2672a" providerId="ADAL" clId="{225A5204-2A7C-49CE-A8AB-50A007E02BFA}" dt="2026-10-04T19:54:14.441" v="4775"/>
        <pc:sldMkLst>
          <pc:docMk/>
          <pc:sldMk cId="2410746062" sldId="313"/>
        </pc:sldMkLst>
        <pc:spChg chg="mod">
          <ac:chgData name="FELICE PALMIERO" userId="d6bc94d8-3ccb-4ba0-86a4-f6b0c6b2672a" providerId="ADAL" clId="{225A5204-2A7C-49CE-A8AB-50A007E02BFA}" dt="2026-09-26T20:20:14.641" v="738" actId="20577"/>
          <ac:spMkLst>
            <pc:docMk/>
            <pc:sldMk cId="2410746062" sldId="313"/>
            <ac:spMk id="4289" creationId="{67961576-E8E8-CA9F-0C7B-C23D18665AD9}"/>
          </ac:spMkLst>
        </pc:spChg>
        <pc:spChg chg="mod">
          <ac:chgData name="FELICE PALMIERO" userId="d6bc94d8-3ccb-4ba0-86a4-f6b0c6b2672a" providerId="ADAL" clId="{225A5204-2A7C-49CE-A8AB-50A007E02BFA}" dt="2026-09-26T20:23:40.446" v="1141" actId="20577"/>
          <ac:spMkLst>
            <pc:docMk/>
            <pc:sldMk cId="2410746062" sldId="313"/>
            <ac:spMk id="4291" creationId="{F817F2CC-EB9D-435E-9015-42E7363AA85C}"/>
          </ac:spMkLst>
        </pc:spChg>
      </pc:sldChg>
      <pc:sldChg chg="addSp delSp modSp new add del mod modTransition modAnim">
        <pc:chgData name="FELICE PALMIERO" userId="d6bc94d8-3ccb-4ba0-86a4-f6b0c6b2672a" providerId="ADAL" clId="{225A5204-2A7C-49CE-A8AB-50A007E02BFA}" dt="2026-10-04T19:50:07.148" v="4734"/>
        <pc:sldMkLst>
          <pc:docMk/>
          <pc:sldMk cId="1380728862" sldId="315"/>
        </pc:sldMkLst>
        <pc:spChg chg="mod">
          <ac:chgData name="FELICE PALMIERO" userId="d6bc94d8-3ccb-4ba0-86a4-f6b0c6b2672a" providerId="ADAL" clId="{225A5204-2A7C-49CE-A8AB-50A007E02BFA}" dt="2026-09-26T16:04:54.909" v="189" actId="20577"/>
          <ac:spMkLst>
            <pc:docMk/>
            <pc:sldMk cId="1380728862" sldId="315"/>
            <ac:spMk id="2" creationId="{97B15C93-8DBD-F119-FB76-32DF947DA1FC}"/>
          </ac:spMkLst>
        </pc:spChg>
        <pc:spChg chg="add mod">
          <ac:chgData name="FELICE PALMIERO" userId="d6bc94d8-3ccb-4ba0-86a4-f6b0c6b2672a" providerId="ADAL" clId="{225A5204-2A7C-49CE-A8AB-50A007E02BFA}" dt="2026-09-27T14:16:10.411" v="2612" actId="20577"/>
          <ac:spMkLst>
            <pc:docMk/>
            <pc:sldMk cId="1380728862" sldId="315"/>
            <ac:spMk id="6" creationId="{08026B55-7272-D1DB-4588-7FA4BB6569E4}"/>
          </ac:spMkLst>
        </pc:spChg>
        <pc:picChg chg="add mod">
          <ac:chgData name="FELICE PALMIERO" userId="d6bc94d8-3ccb-4ba0-86a4-f6b0c6b2672a" providerId="ADAL" clId="{225A5204-2A7C-49CE-A8AB-50A007E02BFA}" dt="2026-09-26T16:34:40.866" v="250" actId="1440"/>
          <ac:picMkLst>
            <pc:docMk/>
            <pc:sldMk cId="1380728862" sldId="315"/>
            <ac:picMk id="8" creationId="{E0F2DBDF-C85A-9347-8B58-63234BD14398}"/>
          </ac:picMkLst>
        </pc:picChg>
      </pc:sldChg>
      <pc:sldChg chg="add del modTransition">
        <pc:chgData name="FELICE PALMIERO" userId="d6bc94d8-3ccb-4ba0-86a4-f6b0c6b2672a" providerId="ADAL" clId="{225A5204-2A7C-49CE-A8AB-50A007E02BFA}" dt="2026-10-04T19:54:21.455" v="4777"/>
        <pc:sldMkLst>
          <pc:docMk/>
          <pc:sldMk cId="3767004853" sldId="317"/>
        </pc:sldMkLst>
      </pc:sldChg>
      <pc:sldChg chg="addSp delSp modSp add del mod modTransition modAnim">
        <pc:chgData name="FELICE PALMIERO" userId="d6bc94d8-3ccb-4ba0-86a4-f6b0c6b2672a" providerId="ADAL" clId="{225A5204-2A7C-49CE-A8AB-50A007E02BFA}" dt="2026-10-04T19:53:08.937" v="4760"/>
        <pc:sldMkLst>
          <pc:docMk/>
          <pc:sldMk cId="3191772224" sldId="318"/>
        </pc:sldMkLst>
        <pc:spChg chg="add mod">
          <ac:chgData name="FELICE PALMIERO" userId="d6bc94d8-3ccb-4ba0-86a4-f6b0c6b2672a" providerId="ADAL" clId="{225A5204-2A7C-49CE-A8AB-50A007E02BFA}" dt="2026-09-26T20:16:25.487" v="725" actId="20577"/>
          <ac:spMkLst>
            <pc:docMk/>
            <pc:sldMk cId="3191772224" sldId="318"/>
            <ac:spMk id="6" creationId="{102292ED-9B73-4543-A5C5-E7F68C9F42A9}"/>
          </ac:spMkLst>
        </pc:spChg>
        <pc:picChg chg="add mod">
          <ac:chgData name="FELICE PALMIERO" userId="d6bc94d8-3ccb-4ba0-86a4-f6b0c6b2672a" providerId="ADAL" clId="{225A5204-2A7C-49CE-A8AB-50A007E02BFA}" dt="2026-09-26T16:33:05.394" v="243" actId="1440"/>
          <ac:picMkLst>
            <pc:docMk/>
            <pc:sldMk cId="3191772224" sldId="318"/>
            <ac:picMk id="4" creationId="{AF30E44A-17E4-B532-27EF-FF384F348EFC}"/>
          </ac:picMkLst>
        </pc:picChg>
      </pc:sldChg>
      <pc:sldChg chg="addSp modSp add del mod modTransition modAnim">
        <pc:chgData name="FELICE PALMIERO" userId="d6bc94d8-3ccb-4ba0-86a4-f6b0c6b2672a" providerId="ADAL" clId="{225A5204-2A7C-49CE-A8AB-50A007E02BFA}" dt="2026-10-04T19:42:22.296" v="4651" actId="47"/>
        <pc:sldMkLst>
          <pc:docMk/>
          <pc:sldMk cId="304363652" sldId="319"/>
        </pc:sldMkLst>
        <pc:spChg chg="add mod">
          <ac:chgData name="FELICE PALMIERO" userId="d6bc94d8-3ccb-4ba0-86a4-f6b0c6b2672a" providerId="ADAL" clId="{225A5204-2A7C-49CE-A8AB-50A007E02BFA}" dt="2026-09-26T17:20:04.464" v="619" actId="1076"/>
          <ac:spMkLst>
            <pc:docMk/>
            <pc:sldMk cId="304363652" sldId="319"/>
            <ac:spMk id="5" creationId="{B074BC11-5DEF-8D58-033F-81CE5F1520CA}"/>
          </ac:spMkLst>
        </pc:spChg>
        <pc:picChg chg="add mod">
          <ac:chgData name="FELICE PALMIERO" userId="d6bc94d8-3ccb-4ba0-86a4-f6b0c6b2672a" providerId="ADAL" clId="{225A5204-2A7C-49CE-A8AB-50A007E02BFA}" dt="2026-09-26T16:35:08.639" v="255" actId="1440"/>
          <ac:picMkLst>
            <pc:docMk/>
            <pc:sldMk cId="304363652" sldId="319"/>
            <ac:picMk id="4" creationId="{04956500-DA76-DDE9-0C55-F5A24BEC0666}"/>
          </ac:picMkLst>
        </pc:picChg>
      </pc:sldChg>
      <pc:sldChg chg="addSp delSp modSp add del mod modTransition delAnim modAnim">
        <pc:chgData name="FELICE PALMIERO" userId="d6bc94d8-3ccb-4ba0-86a4-f6b0c6b2672a" providerId="ADAL" clId="{225A5204-2A7C-49CE-A8AB-50A007E02BFA}" dt="2026-10-04T19:51:20.424" v="4750" actId="47"/>
        <pc:sldMkLst>
          <pc:docMk/>
          <pc:sldMk cId="987109974" sldId="320"/>
        </pc:sldMkLst>
        <pc:spChg chg="add del mod">
          <ac:chgData name="FELICE PALMIERO" userId="d6bc94d8-3ccb-4ba0-86a4-f6b0c6b2672a" providerId="ADAL" clId="{225A5204-2A7C-49CE-A8AB-50A007E02BFA}" dt="2026-10-04T19:51:12.630" v="4747"/>
          <ac:spMkLst>
            <pc:docMk/>
            <pc:sldMk cId="987109974" sldId="320"/>
            <ac:spMk id="7" creationId="{D43A5145-04E2-DB3E-7402-9B0DC6716E0D}"/>
          </ac:spMkLst>
        </pc:spChg>
        <pc:picChg chg="add del mod">
          <ac:chgData name="FELICE PALMIERO" userId="d6bc94d8-3ccb-4ba0-86a4-f6b0c6b2672a" providerId="ADAL" clId="{225A5204-2A7C-49CE-A8AB-50A007E02BFA}" dt="2026-10-04T19:51:07.037" v="4743" actId="21"/>
          <ac:picMkLst>
            <pc:docMk/>
            <pc:sldMk cId="987109974" sldId="320"/>
            <ac:picMk id="6" creationId="{54D3F710-6893-A7E1-98A7-136E2C4E694C}"/>
          </ac:picMkLst>
        </pc:picChg>
      </pc:sldChg>
      <pc:sldChg chg="modSp add del mod ord modTransition">
        <pc:chgData name="FELICE PALMIERO" userId="d6bc94d8-3ccb-4ba0-86a4-f6b0c6b2672a" providerId="ADAL" clId="{225A5204-2A7C-49CE-A8AB-50A007E02BFA}" dt="2026-10-04T19:53:16.628" v="4763"/>
        <pc:sldMkLst>
          <pc:docMk/>
          <pc:sldMk cId="1053508425" sldId="322"/>
        </pc:sldMkLst>
        <pc:spChg chg="mod">
          <ac:chgData name="FELICE PALMIERO" userId="d6bc94d8-3ccb-4ba0-86a4-f6b0c6b2672a" providerId="ADAL" clId="{225A5204-2A7C-49CE-A8AB-50A007E02BFA}" dt="2026-09-29T21:26:19.242" v="4282" actId="20577"/>
          <ac:spMkLst>
            <pc:docMk/>
            <pc:sldMk cId="1053508425" sldId="322"/>
            <ac:spMk id="3813" creationId="{32D76F11-74C9-A3AD-5B1E-8733D8EF0AB3}"/>
          </ac:spMkLst>
        </pc:spChg>
      </pc:sldChg>
      <pc:sldChg chg="add del modTransition">
        <pc:chgData name="FELICE PALMIERO" userId="d6bc94d8-3ccb-4ba0-86a4-f6b0c6b2672a" providerId="ADAL" clId="{225A5204-2A7C-49CE-A8AB-50A007E02BFA}" dt="2026-10-04T19:54:24.552" v="4779"/>
        <pc:sldMkLst>
          <pc:docMk/>
          <pc:sldMk cId="3685570886" sldId="323"/>
        </pc:sldMkLst>
      </pc:sldChg>
      <pc:sldChg chg="modSp del mod modTransition">
        <pc:chgData name="FELICE PALMIERO" userId="d6bc94d8-3ccb-4ba0-86a4-f6b0c6b2672a" providerId="ADAL" clId="{225A5204-2A7C-49CE-A8AB-50A007E02BFA}" dt="2026-10-04T19:54:42.480" v="4789" actId="2696"/>
        <pc:sldMkLst>
          <pc:docMk/>
          <pc:sldMk cId="921835687" sldId="324"/>
        </pc:sldMkLst>
      </pc:sldChg>
      <pc:sldChg chg="addSp delSp modSp new add del mod ord modTransition modAnim">
        <pc:chgData name="FELICE PALMIERO" userId="d6bc94d8-3ccb-4ba0-86a4-f6b0c6b2672a" providerId="ADAL" clId="{225A5204-2A7C-49CE-A8AB-50A007E02BFA}" dt="2026-10-04T19:53:18.924" v="4764"/>
        <pc:sldMkLst>
          <pc:docMk/>
          <pc:sldMk cId="472414825" sldId="325"/>
        </pc:sldMkLst>
        <pc:picChg chg="add mod">
          <ac:chgData name="FELICE PALMIERO" userId="d6bc94d8-3ccb-4ba0-86a4-f6b0c6b2672a" providerId="ADAL" clId="{225A5204-2A7C-49CE-A8AB-50A007E02BFA}" dt="2026-09-26T20:38:06.735" v="1189" actId="1076"/>
          <ac:picMkLst>
            <pc:docMk/>
            <pc:sldMk cId="472414825" sldId="325"/>
            <ac:picMk id="7" creationId="{67370937-7C8A-E4F4-D435-D0285099AD48}"/>
          </ac:picMkLst>
        </pc:picChg>
        <pc:picChg chg="add mod">
          <ac:chgData name="FELICE PALMIERO" userId="d6bc94d8-3ccb-4ba0-86a4-f6b0c6b2672a" providerId="ADAL" clId="{225A5204-2A7C-49CE-A8AB-50A007E02BFA}" dt="2026-09-26T20:38:13.801" v="1190" actId="1440"/>
          <ac:picMkLst>
            <pc:docMk/>
            <pc:sldMk cId="472414825" sldId="325"/>
            <ac:picMk id="8" creationId="{3434D71A-DFD9-D5AA-5BB4-FFE31E04F75A}"/>
          </ac:picMkLst>
        </pc:picChg>
        <pc:picChg chg="add mod modCrop">
          <ac:chgData name="FELICE PALMIERO" userId="d6bc94d8-3ccb-4ba0-86a4-f6b0c6b2672a" providerId="ADAL" clId="{225A5204-2A7C-49CE-A8AB-50A007E02BFA}" dt="2026-09-26T20:54:31.226" v="1245" actId="1076"/>
          <ac:picMkLst>
            <pc:docMk/>
            <pc:sldMk cId="472414825" sldId="325"/>
            <ac:picMk id="10" creationId="{797BAC61-7D5E-E494-8E50-FC4172E2D916}"/>
          </ac:picMkLst>
        </pc:picChg>
        <pc:picChg chg="add mod">
          <ac:chgData name="FELICE PALMIERO" userId="d6bc94d8-3ccb-4ba0-86a4-f6b0c6b2672a" providerId="ADAL" clId="{225A5204-2A7C-49CE-A8AB-50A007E02BFA}" dt="2026-09-26T20:55:59.875" v="1265" actId="1076"/>
          <ac:picMkLst>
            <pc:docMk/>
            <pc:sldMk cId="472414825" sldId="325"/>
            <ac:picMk id="43" creationId="{1CEA12A3-D7EB-67BB-0144-D5DE41A493E2}"/>
          </ac:picMkLst>
        </pc:picChg>
        <pc:cxnChg chg="add mod ord">
          <ac:chgData name="FELICE PALMIERO" userId="d6bc94d8-3ccb-4ba0-86a4-f6b0c6b2672a" providerId="ADAL" clId="{225A5204-2A7C-49CE-A8AB-50A007E02BFA}" dt="2026-09-26T20:55:50.212" v="1261" actId="14100"/>
          <ac:cxnSpMkLst>
            <pc:docMk/>
            <pc:sldMk cId="472414825" sldId="325"/>
            <ac:cxnSpMk id="16" creationId="{B224ADEC-61E1-5AED-94BD-B98927B3CBB3}"/>
          </ac:cxnSpMkLst>
        </pc:cxnChg>
        <pc:cxnChg chg="add mod ord">
          <ac:chgData name="FELICE PALMIERO" userId="d6bc94d8-3ccb-4ba0-86a4-f6b0c6b2672a" providerId="ADAL" clId="{225A5204-2A7C-49CE-A8AB-50A007E02BFA}" dt="2026-09-26T20:55:26.118" v="1254" actId="14100"/>
          <ac:cxnSpMkLst>
            <pc:docMk/>
            <pc:sldMk cId="472414825" sldId="325"/>
            <ac:cxnSpMk id="22" creationId="{4AADD0E8-C3C4-96CB-92F7-EAD73353DDC4}"/>
          </ac:cxnSpMkLst>
        </pc:cxnChg>
        <pc:cxnChg chg="add mod ord">
          <ac:chgData name="FELICE PALMIERO" userId="d6bc94d8-3ccb-4ba0-86a4-f6b0c6b2672a" providerId="ADAL" clId="{225A5204-2A7C-49CE-A8AB-50A007E02BFA}" dt="2026-09-26T20:56:12.212" v="1269" actId="14100"/>
          <ac:cxnSpMkLst>
            <pc:docMk/>
            <pc:sldMk cId="472414825" sldId="325"/>
            <ac:cxnSpMk id="37" creationId="{CC8854D8-02CC-8471-C575-5B3BAA30D61F}"/>
          </ac:cxnSpMkLst>
        </pc:cxnChg>
        <pc:cxnChg chg="add mod">
          <ac:chgData name="FELICE PALMIERO" userId="d6bc94d8-3ccb-4ba0-86a4-f6b0c6b2672a" providerId="ADAL" clId="{225A5204-2A7C-49CE-A8AB-50A007E02BFA}" dt="2026-09-26T20:56:26.127" v="1271" actId="13822"/>
          <ac:cxnSpMkLst>
            <pc:docMk/>
            <pc:sldMk cId="472414825" sldId="325"/>
            <ac:cxnSpMk id="52" creationId="{6AFBAE6D-D527-6CF4-EC0D-2E0C72CA00A9}"/>
          </ac:cxnSpMkLst>
        </pc:cxnChg>
        <pc:cxnChg chg="add mod">
          <ac:chgData name="FELICE PALMIERO" userId="d6bc94d8-3ccb-4ba0-86a4-f6b0c6b2672a" providerId="ADAL" clId="{225A5204-2A7C-49CE-A8AB-50A007E02BFA}" dt="2026-09-26T20:58:10.656" v="1282" actId="13822"/>
          <ac:cxnSpMkLst>
            <pc:docMk/>
            <pc:sldMk cId="472414825" sldId="325"/>
            <ac:cxnSpMk id="54" creationId="{852092B5-6BA6-A229-616C-006EF792425E}"/>
          </ac:cxnSpMkLst>
        </pc:cxnChg>
        <pc:cxnChg chg="add mod">
          <ac:chgData name="FELICE PALMIERO" userId="d6bc94d8-3ccb-4ba0-86a4-f6b0c6b2672a" providerId="ADAL" clId="{225A5204-2A7C-49CE-A8AB-50A007E02BFA}" dt="2026-09-26T20:59:32.493" v="1293" actId="13822"/>
          <ac:cxnSpMkLst>
            <pc:docMk/>
            <pc:sldMk cId="472414825" sldId="325"/>
            <ac:cxnSpMk id="60" creationId="{3EFAC7E3-B213-2872-0FB8-449944430CDE}"/>
          </ac:cxnSpMkLst>
        </pc:cxnChg>
        <pc:cxnChg chg="add mod">
          <ac:chgData name="FELICE PALMIERO" userId="d6bc94d8-3ccb-4ba0-86a4-f6b0c6b2672a" providerId="ADAL" clId="{225A5204-2A7C-49CE-A8AB-50A007E02BFA}" dt="2026-09-26T20:58:50.290" v="1288" actId="13822"/>
          <ac:cxnSpMkLst>
            <pc:docMk/>
            <pc:sldMk cId="472414825" sldId="325"/>
            <ac:cxnSpMk id="62" creationId="{DED3777A-6129-2D7A-8936-076C3CD08A2F}"/>
          </ac:cxnSpMkLst>
        </pc:cxnChg>
        <pc:cxnChg chg="add mod">
          <ac:chgData name="FELICE PALMIERO" userId="d6bc94d8-3ccb-4ba0-86a4-f6b0c6b2672a" providerId="ADAL" clId="{225A5204-2A7C-49CE-A8AB-50A007E02BFA}" dt="2026-09-26T20:59:29.704" v="1292" actId="13822"/>
          <ac:cxnSpMkLst>
            <pc:docMk/>
            <pc:sldMk cId="472414825" sldId="325"/>
            <ac:cxnSpMk id="65" creationId="{2DB538B3-8869-2007-F028-DC44625261C9}"/>
          </ac:cxnSpMkLst>
        </pc:cxnChg>
        <pc:cxnChg chg="add mod">
          <ac:chgData name="FELICE PALMIERO" userId="d6bc94d8-3ccb-4ba0-86a4-f6b0c6b2672a" providerId="ADAL" clId="{225A5204-2A7C-49CE-A8AB-50A007E02BFA}" dt="2026-09-26T21:01:32.634" v="1297" actId="13822"/>
          <ac:cxnSpMkLst>
            <pc:docMk/>
            <pc:sldMk cId="472414825" sldId="325"/>
            <ac:cxnSpMk id="69" creationId="{D86B3DF4-9EE4-47B9-112A-E573DD6F2995}"/>
          </ac:cxnSpMkLst>
        </pc:cxnChg>
        <pc:cxnChg chg="add mod">
          <ac:chgData name="FELICE PALMIERO" userId="d6bc94d8-3ccb-4ba0-86a4-f6b0c6b2672a" providerId="ADAL" clId="{225A5204-2A7C-49CE-A8AB-50A007E02BFA}" dt="2026-09-26T21:02:07.825" v="1305" actId="13822"/>
          <ac:cxnSpMkLst>
            <pc:docMk/>
            <pc:sldMk cId="472414825" sldId="325"/>
            <ac:cxnSpMk id="77" creationId="{4F60B5AA-9CDC-723F-A764-E1F537027D2B}"/>
          </ac:cxnSpMkLst>
        </pc:cxnChg>
        <pc:cxnChg chg="add mod">
          <ac:chgData name="FELICE PALMIERO" userId="d6bc94d8-3ccb-4ba0-86a4-f6b0c6b2672a" providerId="ADAL" clId="{225A5204-2A7C-49CE-A8AB-50A007E02BFA}" dt="2026-09-26T21:07:12.211" v="1309" actId="14100"/>
          <ac:cxnSpMkLst>
            <pc:docMk/>
            <pc:sldMk cId="472414825" sldId="325"/>
            <ac:cxnSpMk id="79" creationId="{81221AF9-2E22-100A-9E34-96570FF9D267}"/>
          </ac:cxnSpMkLst>
        </pc:cxnChg>
        <pc:cxnChg chg="add mod">
          <ac:chgData name="FELICE PALMIERO" userId="d6bc94d8-3ccb-4ba0-86a4-f6b0c6b2672a" providerId="ADAL" clId="{225A5204-2A7C-49CE-A8AB-50A007E02BFA}" dt="2026-09-26T21:07:25.387" v="1311" actId="14100"/>
          <ac:cxnSpMkLst>
            <pc:docMk/>
            <pc:sldMk cId="472414825" sldId="325"/>
            <ac:cxnSpMk id="81" creationId="{D742F967-D3C4-70B9-9E84-18F54DDF8F2A}"/>
          </ac:cxnSpMkLst>
        </pc:cxnChg>
        <pc:cxnChg chg="add mod">
          <ac:chgData name="FELICE PALMIERO" userId="d6bc94d8-3ccb-4ba0-86a4-f6b0c6b2672a" providerId="ADAL" clId="{225A5204-2A7C-49CE-A8AB-50A007E02BFA}" dt="2026-09-26T21:08:59.945" v="1317" actId="13822"/>
          <ac:cxnSpMkLst>
            <pc:docMk/>
            <pc:sldMk cId="472414825" sldId="325"/>
            <ac:cxnSpMk id="85" creationId="{6DF06DFC-7D81-A89A-F915-A42E973B2052}"/>
          </ac:cxnSpMkLst>
        </pc:cxnChg>
        <pc:cxnChg chg="add mod">
          <ac:chgData name="FELICE PALMIERO" userId="d6bc94d8-3ccb-4ba0-86a4-f6b0c6b2672a" providerId="ADAL" clId="{225A5204-2A7C-49CE-A8AB-50A007E02BFA}" dt="2026-09-26T21:09:03.837" v="1318" actId="13822"/>
          <ac:cxnSpMkLst>
            <pc:docMk/>
            <pc:sldMk cId="472414825" sldId="325"/>
            <ac:cxnSpMk id="87" creationId="{BCF3FC83-A8A3-1FCB-E9E8-871B36A0F2CF}"/>
          </ac:cxnSpMkLst>
        </pc:cxnChg>
        <pc:cxnChg chg="add mod">
          <ac:chgData name="FELICE PALMIERO" userId="d6bc94d8-3ccb-4ba0-86a4-f6b0c6b2672a" providerId="ADAL" clId="{225A5204-2A7C-49CE-A8AB-50A007E02BFA}" dt="2026-09-26T21:09:06.782" v="1319" actId="13822"/>
          <ac:cxnSpMkLst>
            <pc:docMk/>
            <pc:sldMk cId="472414825" sldId="325"/>
            <ac:cxnSpMk id="90" creationId="{C79225D0-9023-5E62-3A14-9F6223C3925B}"/>
          </ac:cxnSpMkLst>
        </pc:cxnChg>
        <pc:cxnChg chg="add mod">
          <ac:chgData name="FELICE PALMIERO" userId="d6bc94d8-3ccb-4ba0-86a4-f6b0c6b2672a" providerId="ADAL" clId="{225A5204-2A7C-49CE-A8AB-50A007E02BFA}" dt="2026-09-26T21:09:21.306" v="1321" actId="13822"/>
          <ac:cxnSpMkLst>
            <pc:docMk/>
            <pc:sldMk cId="472414825" sldId="325"/>
            <ac:cxnSpMk id="92" creationId="{F4A17837-69C4-434A-780B-844CB631CE5D}"/>
          </ac:cxnSpMkLst>
        </pc:cxnChg>
        <pc:cxnChg chg="add mod">
          <ac:chgData name="FELICE PALMIERO" userId="d6bc94d8-3ccb-4ba0-86a4-f6b0c6b2672a" providerId="ADAL" clId="{225A5204-2A7C-49CE-A8AB-50A007E02BFA}" dt="2026-09-26T21:11:27.509" v="1326" actId="13822"/>
          <ac:cxnSpMkLst>
            <pc:docMk/>
            <pc:sldMk cId="472414825" sldId="325"/>
            <ac:cxnSpMk id="95" creationId="{6AFDC99B-DA3E-F526-EEFF-ECEDEB90AC7E}"/>
          </ac:cxnSpMkLst>
        </pc:cxnChg>
        <pc:cxnChg chg="add mod">
          <ac:chgData name="FELICE PALMIERO" userId="d6bc94d8-3ccb-4ba0-86a4-f6b0c6b2672a" providerId="ADAL" clId="{225A5204-2A7C-49CE-A8AB-50A007E02BFA}" dt="2026-09-26T21:11:31.203" v="1327" actId="13822"/>
          <ac:cxnSpMkLst>
            <pc:docMk/>
            <pc:sldMk cId="472414825" sldId="325"/>
            <ac:cxnSpMk id="97" creationId="{196FE0DA-C7DA-AC7B-A997-45666DFF5C5F}"/>
          </ac:cxnSpMkLst>
        </pc:cxnChg>
        <pc:cxnChg chg="add mod">
          <ac:chgData name="FELICE PALMIERO" userId="d6bc94d8-3ccb-4ba0-86a4-f6b0c6b2672a" providerId="ADAL" clId="{225A5204-2A7C-49CE-A8AB-50A007E02BFA}" dt="2026-09-26T21:11:33.785" v="1328" actId="13822"/>
          <ac:cxnSpMkLst>
            <pc:docMk/>
            <pc:sldMk cId="472414825" sldId="325"/>
            <ac:cxnSpMk id="99" creationId="{AFF3F74F-3B51-FB2B-21BF-4A9465299FCB}"/>
          </ac:cxnSpMkLst>
        </pc:cxnChg>
        <pc:cxnChg chg="add mod">
          <ac:chgData name="FELICE PALMIERO" userId="d6bc94d8-3ccb-4ba0-86a4-f6b0c6b2672a" providerId="ADAL" clId="{225A5204-2A7C-49CE-A8AB-50A007E02BFA}" dt="2026-09-26T21:11:53.170" v="1332" actId="14100"/>
          <ac:cxnSpMkLst>
            <pc:docMk/>
            <pc:sldMk cId="472414825" sldId="325"/>
            <ac:cxnSpMk id="101" creationId="{56C88360-5B88-7CE1-7A49-0142FB22E1AF}"/>
          </ac:cxnSpMkLst>
        </pc:cxnChg>
        <pc:cxnChg chg="add mod">
          <ac:chgData name="FELICE PALMIERO" userId="d6bc94d8-3ccb-4ba0-86a4-f6b0c6b2672a" providerId="ADAL" clId="{225A5204-2A7C-49CE-A8AB-50A007E02BFA}" dt="2026-09-26T21:13:34.242" v="1338" actId="13822"/>
          <ac:cxnSpMkLst>
            <pc:docMk/>
            <pc:sldMk cId="472414825" sldId="325"/>
            <ac:cxnSpMk id="109" creationId="{BD8CF69A-9D23-D2BF-CDBE-1C3A52C3AF50}"/>
          </ac:cxnSpMkLst>
        </pc:cxnChg>
        <pc:cxnChg chg="add mod">
          <ac:chgData name="FELICE PALMIERO" userId="d6bc94d8-3ccb-4ba0-86a4-f6b0c6b2672a" providerId="ADAL" clId="{225A5204-2A7C-49CE-A8AB-50A007E02BFA}" dt="2026-09-26T21:13:54.927" v="1340" actId="13822"/>
          <ac:cxnSpMkLst>
            <pc:docMk/>
            <pc:sldMk cId="472414825" sldId="325"/>
            <ac:cxnSpMk id="111" creationId="{51EE1115-918C-2A7D-1B9D-B244ABD1578C}"/>
          </ac:cxnSpMkLst>
        </pc:cxnChg>
        <pc:cxnChg chg="add mod">
          <ac:chgData name="FELICE PALMIERO" userId="d6bc94d8-3ccb-4ba0-86a4-f6b0c6b2672a" providerId="ADAL" clId="{225A5204-2A7C-49CE-A8AB-50A007E02BFA}" dt="2026-09-26T21:14:09.008" v="1343" actId="13822"/>
          <ac:cxnSpMkLst>
            <pc:docMk/>
            <pc:sldMk cId="472414825" sldId="325"/>
            <ac:cxnSpMk id="113" creationId="{E6C427F1-92B4-9FEA-D584-2F9C7E274940}"/>
          </ac:cxnSpMkLst>
        </pc:cxnChg>
        <pc:cxnChg chg="add mod">
          <ac:chgData name="FELICE PALMIERO" userId="d6bc94d8-3ccb-4ba0-86a4-f6b0c6b2672a" providerId="ADAL" clId="{225A5204-2A7C-49CE-A8AB-50A007E02BFA}" dt="2026-09-26T21:14:58.414" v="1349" actId="13822"/>
          <ac:cxnSpMkLst>
            <pc:docMk/>
            <pc:sldMk cId="472414825" sldId="325"/>
            <ac:cxnSpMk id="115" creationId="{E35A77CC-A441-0B0D-9A89-FB5266AE7561}"/>
          </ac:cxnSpMkLst>
        </pc:cxnChg>
        <pc:cxnChg chg="add mod">
          <ac:chgData name="FELICE PALMIERO" userId="d6bc94d8-3ccb-4ba0-86a4-f6b0c6b2672a" providerId="ADAL" clId="{225A5204-2A7C-49CE-A8AB-50A007E02BFA}" dt="2026-09-26T21:14:54.666" v="1348" actId="13822"/>
          <ac:cxnSpMkLst>
            <pc:docMk/>
            <pc:sldMk cId="472414825" sldId="325"/>
            <ac:cxnSpMk id="117" creationId="{D4596E89-13D2-3109-E682-7D9B77F8A31B}"/>
          </ac:cxnSpMkLst>
        </pc:cxnChg>
        <pc:cxnChg chg="add mod">
          <ac:chgData name="FELICE PALMIERO" userId="d6bc94d8-3ccb-4ba0-86a4-f6b0c6b2672a" providerId="ADAL" clId="{225A5204-2A7C-49CE-A8AB-50A007E02BFA}" dt="2026-09-26T21:14:50.570" v="1347" actId="13822"/>
          <ac:cxnSpMkLst>
            <pc:docMk/>
            <pc:sldMk cId="472414825" sldId="325"/>
            <ac:cxnSpMk id="119" creationId="{148A7974-42F9-6C78-D35D-0944483B56C9}"/>
          </ac:cxnSpMkLst>
        </pc:cxnChg>
      </pc:sldChg>
      <pc:sldChg chg="modSp new add del mod modTransition">
        <pc:chgData name="FELICE PALMIERO" userId="d6bc94d8-3ccb-4ba0-86a4-f6b0c6b2672a" providerId="ADAL" clId="{225A5204-2A7C-49CE-A8AB-50A007E02BFA}" dt="2026-10-04T19:49:59.610" v="4732"/>
        <pc:sldMkLst>
          <pc:docMk/>
          <pc:sldMk cId="2813430928" sldId="326"/>
        </pc:sldMkLst>
        <pc:spChg chg="mod">
          <ac:chgData name="FELICE PALMIERO" userId="d6bc94d8-3ccb-4ba0-86a4-f6b0c6b2672a" providerId="ADAL" clId="{225A5204-2A7C-49CE-A8AB-50A007E02BFA}" dt="2026-09-27T14:01:53.668" v="1364" actId="20577"/>
          <ac:spMkLst>
            <pc:docMk/>
            <pc:sldMk cId="2813430928" sldId="326"/>
            <ac:spMk id="2" creationId="{FD5FE81D-C767-64CD-B316-D464C8FAB6B6}"/>
          </ac:spMkLst>
        </pc:spChg>
        <pc:spChg chg="mod">
          <ac:chgData name="FELICE PALMIERO" userId="d6bc94d8-3ccb-4ba0-86a4-f6b0c6b2672a" providerId="ADAL" clId="{225A5204-2A7C-49CE-A8AB-50A007E02BFA}" dt="2026-09-27T14:15:32.038" v="2481" actId="1076"/>
          <ac:spMkLst>
            <pc:docMk/>
            <pc:sldMk cId="2813430928" sldId="326"/>
            <ac:spMk id="3" creationId="{3FF501B0-B645-4625-F85D-6DC9F55D3ADC}"/>
          </ac:spMkLst>
        </pc:spChg>
      </pc:sldChg>
      <pc:sldChg chg="addSp delSp modSp new add del mod modTransition">
        <pc:chgData name="FELICE PALMIERO" userId="d6bc94d8-3ccb-4ba0-86a4-f6b0c6b2672a" providerId="ADAL" clId="{225A5204-2A7C-49CE-A8AB-50A007E02BFA}" dt="2026-10-04T19:54:18.357" v="4776"/>
        <pc:sldMkLst>
          <pc:docMk/>
          <pc:sldMk cId="2100749680" sldId="327"/>
        </pc:sldMkLst>
        <pc:spChg chg="mod">
          <ac:chgData name="FELICE PALMIERO" userId="d6bc94d8-3ccb-4ba0-86a4-f6b0c6b2672a" providerId="ADAL" clId="{225A5204-2A7C-49CE-A8AB-50A007E02BFA}" dt="2026-09-27T14:41:25.834" v="2706" actId="20577"/>
          <ac:spMkLst>
            <pc:docMk/>
            <pc:sldMk cId="2100749680" sldId="327"/>
            <ac:spMk id="2" creationId="{961379DD-B768-662C-4AEF-93AEBECC4D2A}"/>
          </ac:spMkLst>
        </pc:spChg>
        <pc:spChg chg="add mod">
          <ac:chgData name="FELICE PALMIERO" userId="d6bc94d8-3ccb-4ba0-86a4-f6b0c6b2672a" providerId="ADAL" clId="{225A5204-2A7C-49CE-A8AB-50A007E02BFA}" dt="2026-09-27T14:45:14.638" v="2735" actId="1076"/>
          <ac:spMkLst>
            <pc:docMk/>
            <pc:sldMk cId="2100749680" sldId="327"/>
            <ac:spMk id="9" creationId="{BD2905FD-F5C4-1685-B124-CFCC2E282940}"/>
          </ac:spMkLst>
        </pc:spChg>
        <pc:spChg chg="add mod">
          <ac:chgData name="FELICE PALMIERO" userId="d6bc94d8-3ccb-4ba0-86a4-f6b0c6b2672a" providerId="ADAL" clId="{225A5204-2A7C-49CE-A8AB-50A007E02BFA}" dt="2026-09-27T15:03:30.078" v="2763" actId="1076"/>
          <ac:spMkLst>
            <pc:docMk/>
            <pc:sldMk cId="2100749680" sldId="327"/>
            <ac:spMk id="10" creationId="{DFF043F6-2564-996B-A371-2AECD34718A2}"/>
          </ac:spMkLst>
        </pc:spChg>
        <pc:picChg chg="add mod">
          <ac:chgData name="FELICE PALMIERO" userId="d6bc94d8-3ccb-4ba0-86a4-f6b0c6b2672a" providerId="ADAL" clId="{225A5204-2A7C-49CE-A8AB-50A007E02BFA}" dt="2026-09-27T14:44:50.342" v="2713" actId="1076"/>
          <ac:picMkLst>
            <pc:docMk/>
            <pc:sldMk cId="2100749680" sldId="327"/>
            <ac:picMk id="8" creationId="{0688C53F-8495-349B-8E7C-8DDD648013A2}"/>
          </ac:picMkLst>
        </pc:picChg>
      </pc:sldChg>
      <pc:sldChg chg="modSp add del mod ord modTransition">
        <pc:chgData name="FELICE PALMIERO" userId="d6bc94d8-3ccb-4ba0-86a4-f6b0c6b2672a" providerId="ADAL" clId="{225A5204-2A7C-49CE-A8AB-50A007E02BFA}" dt="2026-10-04T19:54:26.962" v="4780"/>
        <pc:sldMkLst>
          <pc:docMk/>
          <pc:sldMk cId="1351938708" sldId="328"/>
        </pc:sldMkLst>
        <pc:spChg chg="mod">
          <ac:chgData name="FELICE PALMIERO" userId="d6bc94d8-3ccb-4ba0-86a4-f6b0c6b2672a" providerId="ADAL" clId="{225A5204-2A7C-49CE-A8AB-50A007E02BFA}" dt="2026-09-28T21:17:59.137" v="2784" actId="20577"/>
          <ac:spMkLst>
            <pc:docMk/>
            <pc:sldMk cId="1351938708" sldId="328"/>
            <ac:spMk id="4289" creationId="{B1403BAC-767E-C69B-39C1-2F8F7DE4AE57}"/>
          </ac:spMkLst>
        </pc:spChg>
        <pc:spChg chg="mod">
          <ac:chgData name="FELICE PALMIERO" userId="d6bc94d8-3ccb-4ba0-86a4-f6b0c6b2672a" providerId="ADAL" clId="{225A5204-2A7C-49CE-A8AB-50A007E02BFA}" dt="2026-09-28T21:52:17.999" v="3607" actId="255"/>
          <ac:spMkLst>
            <pc:docMk/>
            <pc:sldMk cId="1351938708" sldId="328"/>
            <ac:spMk id="4291" creationId="{671D0145-8C4D-92D6-88E8-6CF03F692D06}"/>
          </ac:spMkLst>
        </pc:spChg>
      </pc:sldChg>
      <pc:sldChg chg="modSp add del mod modTransition modAnim">
        <pc:chgData name="FELICE PALMIERO" userId="d6bc94d8-3ccb-4ba0-86a4-f6b0c6b2672a" providerId="ADAL" clId="{225A5204-2A7C-49CE-A8AB-50A007E02BFA}" dt="2026-10-04T19:53:14.608" v="4762"/>
        <pc:sldMkLst>
          <pc:docMk/>
          <pc:sldMk cId="3215236298" sldId="329"/>
        </pc:sldMkLst>
        <pc:spChg chg="mod">
          <ac:chgData name="FELICE PALMIERO" userId="d6bc94d8-3ccb-4ba0-86a4-f6b0c6b2672a" providerId="ADAL" clId="{225A5204-2A7C-49CE-A8AB-50A007E02BFA}" dt="2026-09-28T21:56:59.129" v="3637" actId="2711"/>
          <ac:spMkLst>
            <pc:docMk/>
            <pc:sldMk cId="3215236298" sldId="329"/>
            <ac:spMk id="7" creationId="{DB3855FE-BFEF-7E21-4E33-BB7D8B86389D}"/>
          </ac:spMkLst>
        </pc:spChg>
        <pc:picChg chg="mod">
          <ac:chgData name="FELICE PALMIERO" userId="d6bc94d8-3ccb-4ba0-86a4-f6b0c6b2672a" providerId="ADAL" clId="{225A5204-2A7C-49CE-A8AB-50A007E02BFA}" dt="2026-09-28T21:50:42.380" v="3594" actId="1440"/>
          <ac:picMkLst>
            <pc:docMk/>
            <pc:sldMk cId="3215236298" sldId="329"/>
            <ac:picMk id="3" creationId="{71A7995A-1B33-12B9-40D2-9EC1073435DA}"/>
          </ac:picMkLst>
        </pc:picChg>
      </pc:sldChg>
      <pc:sldChg chg="addSp delSp modSp add del mod modTransition">
        <pc:chgData name="FELICE PALMIERO" userId="d6bc94d8-3ccb-4ba0-86a4-f6b0c6b2672a" providerId="ADAL" clId="{225A5204-2A7C-49CE-A8AB-50A007E02BFA}" dt="2026-10-04T19:54:28.065" v="4781"/>
        <pc:sldMkLst>
          <pc:docMk/>
          <pc:sldMk cId="1341579025" sldId="330"/>
        </pc:sldMkLst>
        <pc:spChg chg="mod">
          <ac:chgData name="FELICE PALMIERO" userId="d6bc94d8-3ccb-4ba0-86a4-f6b0c6b2672a" providerId="ADAL" clId="{225A5204-2A7C-49CE-A8AB-50A007E02BFA}" dt="2026-09-28T21:54:45.944" v="3635" actId="20577"/>
          <ac:spMkLst>
            <pc:docMk/>
            <pc:sldMk cId="1341579025" sldId="330"/>
            <ac:spMk id="4291" creationId="{E8AF2C78-B643-1D02-C66D-D7850CB499F0}"/>
          </ac:spMkLst>
        </pc:spChg>
      </pc:sldChg>
      <pc:sldChg chg="modSp add del mod modTransition">
        <pc:chgData name="FELICE PALMIERO" userId="d6bc94d8-3ccb-4ba0-86a4-f6b0c6b2672a" providerId="ADAL" clId="{225A5204-2A7C-49CE-A8AB-50A007E02BFA}" dt="2026-10-04T19:54:29.848" v="4782"/>
        <pc:sldMkLst>
          <pc:docMk/>
          <pc:sldMk cId="3249182624" sldId="331"/>
        </pc:sldMkLst>
        <pc:spChg chg="mod">
          <ac:chgData name="FELICE PALMIERO" userId="d6bc94d8-3ccb-4ba0-86a4-f6b0c6b2672a" providerId="ADAL" clId="{225A5204-2A7C-49CE-A8AB-50A007E02BFA}" dt="2026-09-28T21:56:43.561" v="3636" actId="2711"/>
          <ac:spMkLst>
            <pc:docMk/>
            <pc:sldMk cId="3249182624" sldId="331"/>
            <ac:spMk id="5" creationId="{B7AF275A-5EA5-5CBD-BE3B-5C8297213075}"/>
          </ac:spMkLst>
        </pc:spChg>
        <pc:spChg chg="mod">
          <ac:chgData name="FELICE PALMIERO" userId="d6bc94d8-3ccb-4ba0-86a4-f6b0c6b2672a" providerId="ADAL" clId="{225A5204-2A7C-49CE-A8AB-50A007E02BFA}" dt="2026-09-28T21:51:42.927" v="3602" actId="1076"/>
          <ac:spMkLst>
            <pc:docMk/>
            <pc:sldMk cId="3249182624" sldId="331"/>
            <ac:spMk id="4291" creationId="{D7B7A0DA-70A7-B9BF-65B1-159AF26514EA}"/>
          </ac:spMkLst>
        </pc:spChg>
        <pc:picChg chg="mod">
          <ac:chgData name="FELICE PALMIERO" userId="d6bc94d8-3ccb-4ba0-86a4-f6b0c6b2672a" providerId="ADAL" clId="{225A5204-2A7C-49CE-A8AB-50A007E02BFA}" dt="2026-09-28T21:51:25.960" v="3599" actId="1076"/>
          <ac:picMkLst>
            <pc:docMk/>
            <pc:sldMk cId="3249182624" sldId="331"/>
            <ac:picMk id="2" creationId="{13B3BEA1-DD71-F0B5-5122-C800F07C7320}"/>
          </ac:picMkLst>
        </pc:picChg>
        <pc:picChg chg="mod">
          <ac:chgData name="FELICE PALMIERO" userId="d6bc94d8-3ccb-4ba0-86a4-f6b0c6b2672a" providerId="ADAL" clId="{225A5204-2A7C-49CE-A8AB-50A007E02BFA}" dt="2026-09-28T21:51:40.343" v="3601" actId="1076"/>
          <ac:picMkLst>
            <pc:docMk/>
            <pc:sldMk cId="3249182624" sldId="331"/>
            <ac:picMk id="4" creationId="{5D5CDDC4-AD2A-E200-47DB-377531381302}"/>
          </ac:picMkLst>
        </pc:picChg>
      </pc:sldChg>
      <pc:sldChg chg="addSp delSp modSp add del mod modTransition chgLayout">
        <pc:chgData name="FELICE PALMIERO" userId="d6bc94d8-3ccb-4ba0-86a4-f6b0c6b2672a" providerId="ADAL" clId="{225A5204-2A7C-49CE-A8AB-50A007E02BFA}" dt="2026-10-04T19:54:31.787" v="4783"/>
        <pc:sldMkLst>
          <pc:docMk/>
          <pc:sldMk cId="3151636757" sldId="332"/>
        </pc:sldMkLst>
        <pc:spChg chg="add mod ord">
          <ac:chgData name="FELICE PALMIERO" userId="d6bc94d8-3ccb-4ba0-86a4-f6b0c6b2672a" providerId="ADAL" clId="{225A5204-2A7C-49CE-A8AB-50A007E02BFA}" dt="2026-09-29T20:57:55.132" v="3915" actId="20577"/>
          <ac:spMkLst>
            <pc:docMk/>
            <pc:sldMk cId="3151636757" sldId="332"/>
            <ac:spMk id="2" creationId="{F9C5C541-CB0E-BB18-5438-01B360FAA8C7}"/>
          </ac:spMkLst>
        </pc:spChg>
        <pc:spChg chg="add mod ord">
          <ac:chgData name="FELICE PALMIERO" userId="d6bc94d8-3ccb-4ba0-86a4-f6b0c6b2672a" providerId="ADAL" clId="{225A5204-2A7C-49CE-A8AB-50A007E02BFA}" dt="2026-09-29T20:58:32.955" v="3918" actId="255"/>
          <ac:spMkLst>
            <pc:docMk/>
            <pc:sldMk cId="3151636757" sldId="332"/>
            <ac:spMk id="3" creationId="{30431049-9B4A-C91C-C864-247D7DA1CEF4}"/>
          </ac:spMkLst>
        </pc:spChg>
        <pc:spChg chg="mod ord">
          <ac:chgData name="FELICE PALMIERO" userId="d6bc94d8-3ccb-4ba0-86a4-f6b0c6b2672a" providerId="ADAL" clId="{225A5204-2A7C-49CE-A8AB-50A007E02BFA}" dt="2026-09-29T20:24:22.900" v="3639" actId="700"/>
          <ac:spMkLst>
            <pc:docMk/>
            <pc:sldMk cId="3151636757" sldId="332"/>
            <ac:spMk id="4289" creationId="{A9C99B14-1DA8-C70D-83DC-81EB802F421B}"/>
          </ac:spMkLst>
        </pc:spChg>
        <pc:picChg chg="add mod">
          <ac:chgData name="FELICE PALMIERO" userId="d6bc94d8-3ccb-4ba0-86a4-f6b0c6b2672a" providerId="ADAL" clId="{225A5204-2A7C-49CE-A8AB-50A007E02BFA}" dt="2026-09-29T20:37:33.227" v="3655" actId="1076"/>
          <ac:picMkLst>
            <pc:docMk/>
            <pc:sldMk cId="3151636757" sldId="332"/>
            <ac:picMk id="7" creationId="{A089359B-7C19-D3E3-6799-2901CB48B5A0}"/>
          </ac:picMkLst>
        </pc:picChg>
        <pc:picChg chg="add mod">
          <ac:chgData name="FELICE PALMIERO" userId="d6bc94d8-3ccb-4ba0-86a4-f6b0c6b2672a" providerId="ADAL" clId="{225A5204-2A7C-49CE-A8AB-50A007E02BFA}" dt="2026-09-29T20:37:35.347" v="3656" actId="1076"/>
          <ac:picMkLst>
            <pc:docMk/>
            <pc:sldMk cId="3151636757" sldId="332"/>
            <ac:picMk id="9" creationId="{56CFB8E8-EA69-C2B3-D1E0-6B18700E23E0}"/>
          </ac:picMkLst>
        </pc:picChg>
      </pc:sldChg>
      <pc:sldChg chg="addSp delSp modSp del mod modTransition">
        <pc:chgData name="FELICE PALMIERO" userId="d6bc94d8-3ccb-4ba0-86a4-f6b0c6b2672a" providerId="ADAL" clId="{225A5204-2A7C-49CE-A8AB-50A007E02BFA}" dt="2026-10-04T19:54:34.170" v="4785"/>
        <pc:sldMkLst>
          <pc:docMk/>
          <pc:sldMk cId="1127148995" sldId="333"/>
        </pc:sldMkLst>
      </pc:sldChg>
      <pc:sldChg chg="addSp modSp add del mod modTransition">
        <pc:chgData name="FELICE PALMIERO" userId="d6bc94d8-3ccb-4ba0-86a4-f6b0c6b2672a" providerId="ADAL" clId="{225A5204-2A7C-49CE-A8AB-50A007E02BFA}" dt="2026-10-04T19:54:33.034" v="4784"/>
        <pc:sldMkLst>
          <pc:docMk/>
          <pc:sldMk cId="53366207" sldId="334"/>
        </pc:sldMkLst>
        <pc:spChg chg="mod">
          <ac:chgData name="FELICE PALMIERO" userId="d6bc94d8-3ccb-4ba0-86a4-f6b0c6b2672a" providerId="ADAL" clId="{225A5204-2A7C-49CE-A8AB-50A007E02BFA}" dt="2026-09-29T20:59:05.219" v="3947" actId="20577"/>
          <ac:spMkLst>
            <pc:docMk/>
            <pc:sldMk cId="53366207" sldId="334"/>
            <ac:spMk id="4289" creationId="{44E5A895-CA03-0C4A-6D16-FB9FE17F1638}"/>
          </ac:spMkLst>
        </pc:spChg>
        <pc:spChg chg="mod">
          <ac:chgData name="FELICE PALMIERO" userId="d6bc94d8-3ccb-4ba0-86a4-f6b0c6b2672a" providerId="ADAL" clId="{225A5204-2A7C-49CE-A8AB-50A007E02BFA}" dt="2026-09-29T21:04:30.096" v="4054" actId="114"/>
          <ac:spMkLst>
            <pc:docMk/>
            <pc:sldMk cId="53366207" sldId="334"/>
            <ac:spMk id="4291" creationId="{D23E1237-B57D-8637-7ADE-114E48A16E3D}"/>
          </ac:spMkLst>
        </pc:spChg>
        <pc:picChg chg="add mod">
          <ac:chgData name="FELICE PALMIERO" userId="d6bc94d8-3ccb-4ba0-86a4-f6b0c6b2672a" providerId="ADAL" clId="{225A5204-2A7C-49CE-A8AB-50A007E02BFA}" dt="2026-09-29T20:41:33.900" v="3661" actId="1076"/>
          <ac:picMkLst>
            <pc:docMk/>
            <pc:sldMk cId="53366207" sldId="334"/>
            <ac:picMk id="3" creationId="{C4C37C1C-16B7-EA2C-C498-46A10202FF93}"/>
          </ac:picMkLst>
        </pc:picChg>
      </pc:sldChg>
      <pc:sldChg chg="addSp delSp modSp new del mod ord">
        <pc:chgData name="FELICE PALMIERO" userId="d6bc94d8-3ccb-4ba0-86a4-f6b0c6b2672a" providerId="ADAL" clId="{225A5204-2A7C-49CE-A8AB-50A007E02BFA}" dt="2026-10-04T19:42:18.890" v="4622" actId="47"/>
        <pc:sldMkLst>
          <pc:docMk/>
          <pc:sldMk cId="1563952034" sldId="335"/>
        </pc:sldMkLst>
      </pc:sldChg>
      <pc:sldChg chg="addSp modSp del mod modTransition">
        <pc:chgData name="FELICE PALMIERO" userId="d6bc94d8-3ccb-4ba0-86a4-f6b0c6b2672a" providerId="ADAL" clId="{225A5204-2A7C-49CE-A8AB-50A007E02BFA}" dt="2026-10-04T19:54:37.626" v="4787"/>
        <pc:sldMkLst>
          <pc:docMk/>
          <pc:sldMk cId="1311530976" sldId="336"/>
        </pc:sldMkLst>
      </pc:sldChg>
      <pc:sldChg chg="modSp del mod modTransition">
        <pc:chgData name="FELICE PALMIERO" userId="d6bc94d8-3ccb-4ba0-86a4-f6b0c6b2672a" providerId="ADAL" clId="{225A5204-2A7C-49CE-A8AB-50A007E02BFA}" dt="2026-10-04T19:54:35.834" v="4786"/>
        <pc:sldMkLst>
          <pc:docMk/>
          <pc:sldMk cId="2830526490" sldId="337"/>
        </pc:sldMkLst>
      </pc:sldChg>
      <pc:sldChg chg="addSp modSp add del mod ord modTransition">
        <pc:chgData name="FELICE PALMIERO" userId="d6bc94d8-3ccb-4ba0-86a4-f6b0c6b2672a" providerId="ADAL" clId="{225A5204-2A7C-49CE-A8AB-50A007E02BFA}" dt="2026-10-04T19:50:03.016" v="4733"/>
        <pc:sldMkLst>
          <pc:docMk/>
          <pc:sldMk cId="1341236696" sldId="338"/>
        </pc:sldMkLst>
        <pc:spChg chg="mod">
          <ac:chgData name="FELICE PALMIERO" userId="d6bc94d8-3ccb-4ba0-86a4-f6b0c6b2672a" providerId="ADAL" clId="{225A5204-2A7C-49CE-A8AB-50A007E02BFA}" dt="2026-09-29T21:21:08.375" v="4249" actId="20577"/>
          <ac:spMkLst>
            <pc:docMk/>
            <pc:sldMk cId="1341236696" sldId="338"/>
            <ac:spMk id="3812" creationId="{C4B078E4-9317-5B91-7E77-9FD550D46B96}"/>
          </ac:spMkLst>
        </pc:spChg>
        <pc:picChg chg="add mod modCrop">
          <ac:chgData name="FELICE PALMIERO" userId="d6bc94d8-3ccb-4ba0-86a4-f6b0c6b2672a" providerId="ADAL" clId="{225A5204-2A7C-49CE-A8AB-50A007E02BFA}" dt="2026-09-29T21:26:07.196" v="4279" actId="14100"/>
          <ac:picMkLst>
            <pc:docMk/>
            <pc:sldMk cId="1341236696" sldId="338"/>
            <ac:picMk id="3" creationId="{1E1FDC21-E00D-08B8-7817-E22A3B660F6E}"/>
          </ac:picMkLst>
        </pc:picChg>
      </pc:sldChg>
      <pc:sldChg chg="modSp add del mod ord modTransition">
        <pc:chgData name="FELICE PALMIERO" userId="d6bc94d8-3ccb-4ba0-86a4-f6b0c6b2672a" providerId="ADAL" clId="{225A5204-2A7C-49CE-A8AB-50A007E02BFA}" dt="2026-10-04T19:53:46.732" v="4765"/>
        <pc:sldMkLst>
          <pc:docMk/>
          <pc:sldMk cId="4070893035" sldId="339"/>
        </pc:sldMkLst>
        <pc:spChg chg="mod">
          <ac:chgData name="FELICE PALMIERO" userId="d6bc94d8-3ccb-4ba0-86a4-f6b0c6b2672a" providerId="ADAL" clId="{225A5204-2A7C-49CE-A8AB-50A007E02BFA}" dt="2026-10-04T19:23:07.958" v="4444" actId="20577"/>
          <ac:spMkLst>
            <pc:docMk/>
            <pc:sldMk cId="4070893035" sldId="339"/>
            <ac:spMk id="3812" creationId="{04EB5C26-2062-20B3-7BFE-B58210705F35}"/>
          </ac:spMkLst>
        </pc:spChg>
        <pc:spChg chg="mod">
          <ac:chgData name="FELICE PALMIERO" userId="d6bc94d8-3ccb-4ba0-86a4-f6b0c6b2672a" providerId="ADAL" clId="{225A5204-2A7C-49CE-A8AB-50A007E02BFA}" dt="2026-09-29T21:27:00.596" v="4291" actId="20577"/>
          <ac:spMkLst>
            <pc:docMk/>
            <pc:sldMk cId="4070893035" sldId="339"/>
            <ac:spMk id="3813" creationId="{796F23AC-81D1-1F5E-3CC8-966A12ECAF5E}"/>
          </ac:spMkLst>
        </pc:spChg>
      </pc:sldChg>
      <pc:sldChg chg="modSp add del mod ord modTransition">
        <pc:chgData name="FELICE PALMIERO" userId="d6bc94d8-3ccb-4ba0-86a4-f6b0c6b2672a" providerId="ADAL" clId="{225A5204-2A7C-49CE-A8AB-50A007E02BFA}" dt="2026-10-04T19:54:45.612" v="4790"/>
        <pc:sldMkLst>
          <pc:docMk/>
          <pc:sldMk cId="888597501" sldId="340"/>
        </pc:sldMkLst>
        <pc:spChg chg="mod">
          <ac:chgData name="FELICE PALMIERO" userId="d6bc94d8-3ccb-4ba0-86a4-f6b0c6b2672a" providerId="ADAL" clId="{225A5204-2A7C-49CE-A8AB-50A007E02BFA}" dt="2026-10-04T19:22:18.908" v="4405" actId="20577"/>
          <ac:spMkLst>
            <pc:docMk/>
            <pc:sldMk cId="888597501" sldId="340"/>
            <ac:spMk id="3812" creationId="{A292EDCF-279A-6041-73BF-517D43026E4E}"/>
          </ac:spMkLst>
        </pc:spChg>
        <pc:spChg chg="mod">
          <ac:chgData name="FELICE PALMIERO" userId="d6bc94d8-3ccb-4ba0-86a4-f6b0c6b2672a" providerId="ADAL" clId="{225A5204-2A7C-49CE-A8AB-50A007E02BFA}" dt="2026-10-04T19:21:58.028" v="4348" actId="20577"/>
          <ac:spMkLst>
            <pc:docMk/>
            <pc:sldMk cId="888597501" sldId="340"/>
            <ac:spMk id="3813" creationId="{2C7B47F3-CCBA-BAD1-7DD3-03D8719FDDFD}"/>
          </ac:spMkLst>
        </pc:spChg>
      </pc:sldChg>
      <pc:sldChg chg="add del">
        <pc:chgData name="FELICE PALMIERO" userId="d6bc94d8-3ccb-4ba0-86a4-f6b0c6b2672a" providerId="ADAL" clId="{225A5204-2A7C-49CE-A8AB-50A007E02BFA}" dt="2026-10-04T19:49:01.865" v="4666" actId="47"/>
        <pc:sldMkLst>
          <pc:docMk/>
          <pc:sldMk cId="1450134670" sldId="341"/>
        </pc:sldMkLst>
      </pc:sldChg>
      <pc:sldChg chg="addSp delSp modSp add del mod delAnim modAnim">
        <pc:chgData name="FELICE PALMIERO" userId="d6bc94d8-3ccb-4ba0-86a4-f6b0c6b2672a" providerId="ADAL" clId="{225A5204-2A7C-49CE-A8AB-50A007E02BFA}" dt="2026-10-04T19:42:18.776" v="4618" actId="47"/>
        <pc:sldMkLst>
          <pc:docMk/>
          <pc:sldMk cId="399017226" sldId="342"/>
        </pc:sldMkLst>
        <pc:spChg chg="mod">
          <ac:chgData name="FELICE PALMIERO" userId="d6bc94d8-3ccb-4ba0-86a4-f6b0c6b2672a" providerId="ADAL" clId="{225A5204-2A7C-49CE-A8AB-50A007E02BFA}" dt="2026-10-04T19:32:04.731" v="4512" actId="20577"/>
          <ac:spMkLst>
            <pc:docMk/>
            <pc:sldMk cId="399017226" sldId="342"/>
            <ac:spMk id="4946" creationId="{D692E37C-A42F-6B33-7977-863D1590EE70}"/>
          </ac:spMkLst>
        </pc:spChg>
        <pc:picChg chg="add del mod">
          <ac:chgData name="FELICE PALMIERO" userId="d6bc94d8-3ccb-4ba0-86a4-f6b0c6b2672a" providerId="ADAL" clId="{225A5204-2A7C-49CE-A8AB-50A007E02BFA}" dt="2026-10-04T19:32:20.496" v="4514" actId="478"/>
          <ac:picMkLst>
            <pc:docMk/>
            <pc:sldMk cId="399017226" sldId="342"/>
            <ac:picMk id="2" creationId="{03276269-8C6A-A421-DBD3-7B42F97C65D0}"/>
          </ac:picMkLst>
        </pc:picChg>
        <pc:picChg chg="add mod">
          <ac:chgData name="FELICE PALMIERO" userId="d6bc94d8-3ccb-4ba0-86a4-f6b0c6b2672a" providerId="ADAL" clId="{225A5204-2A7C-49CE-A8AB-50A007E02BFA}" dt="2026-10-04T19:40:05.809" v="4518" actId="1076"/>
          <ac:picMkLst>
            <pc:docMk/>
            <pc:sldMk cId="399017226" sldId="342"/>
            <ac:picMk id="3" creationId="{EB87DB98-3E3C-66C5-B50C-1D28D99E8605}"/>
          </ac:picMkLst>
        </pc:picChg>
        <pc:picChg chg="add mod modCrop">
          <ac:chgData name="FELICE PALMIERO" userId="d6bc94d8-3ccb-4ba0-86a4-f6b0c6b2672a" providerId="ADAL" clId="{225A5204-2A7C-49CE-A8AB-50A007E02BFA}" dt="2026-10-04T19:40:57.698" v="4528" actId="1076"/>
          <ac:picMkLst>
            <pc:docMk/>
            <pc:sldMk cId="399017226" sldId="342"/>
            <ac:picMk id="4" creationId="{0E73DFCB-FEAC-4B6D-D6DE-24A707E84885}"/>
          </ac:picMkLst>
        </pc:picChg>
        <pc:picChg chg="del">
          <ac:chgData name="FELICE PALMIERO" userId="d6bc94d8-3ccb-4ba0-86a4-f6b0c6b2672a" providerId="ADAL" clId="{225A5204-2A7C-49CE-A8AB-50A007E02BFA}" dt="2026-10-04T19:31:59.305" v="4499" actId="478"/>
          <ac:picMkLst>
            <pc:docMk/>
            <pc:sldMk cId="399017226" sldId="342"/>
            <ac:picMk id="11" creationId="{914EFBED-3F47-7437-BF31-9120FC88187C}"/>
          </ac:picMkLst>
        </pc:picChg>
      </pc:sldChg>
      <pc:sldChg chg="addSp delSp modSp add mod ord modTransition addAnim delAnim modAnim">
        <pc:chgData name="FELICE PALMIERO" userId="d6bc94d8-3ccb-4ba0-86a4-f6b0c6b2672a" providerId="ADAL" clId="{225A5204-2A7C-49CE-A8AB-50A007E02BFA}" dt="2026-10-04T19:53:12.852" v="4761"/>
        <pc:sldMkLst>
          <pc:docMk/>
          <pc:sldMk cId="1244337272" sldId="343"/>
        </pc:sldMkLst>
        <pc:spChg chg="add mod">
          <ac:chgData name="FELICE PALMIERO" userId="d6bc94d8-3ccb-4ba0-86a4-f6b0c6b2672a" providerId="ADAL" clId="{225A5204-2A7C-49CE-A8AB-50A007E02BFA}" dt="2026-10-04T19:51:16.645" v="4749" actId="1076"/>
          <ac:spMkLst>
            <pc:docMk/>
            <pc:sldMk cId="1244337272" sldId="343"/>
            <ac:spMk id="5" creationId="{EECC148E-575E-66AE-568A-887D8BE42BD6}"/>
          </ac:spMkLst>
        </pc:spChg>
        <pc:spChg chg="add del mod">
          <ac:chgData name="FELICE PALMIERO" userId="d6bc94d8-3ccb-4ba0-86a4-f6b0c6b2672a" providerId="ADAL" clId="{225A5204-2A7C-49CE-A8AB-50A007E02BFA}" dt="2026-10-04T19:51:04.734" v="4742" actId="47"/>
          <ac:spMkLst>
            <pc:docMk/>
            <pc:sldMk cId="1244337272" sldId="343"/>
            <ac:spMk id="7" creationId="{900B2E10-E2A0-7F8F-7290-DCD9F2F72995}"/>
          </ac:spMkLst>
        </pc:spChg>
        <pc:picChg chg="del">
          <ac:chgData name="FELICE PALMIERO" userId="d6bc94d8-3ccb-4ba0-86a4-f6b0c6b2672a" providerId="ADAL" clId="{225A5204-2A7C-49CE-A8AB-50A007E02BFA}" dt="2026-10-04T19:50:57.467" v="4738" actId="478"/>
          <ac:picMkLst>
            <pc:docMk/>
            <pc:sldMk cId="1244337272" sldId="343"/>
            <ac:picMk id="3" creationId="{2B2D3E90-83B0-A306-B241-47AD5F7C10F9}"/>
          </ac:picMkLst>
        </pc:picChg>
        <pc:picChg chg="add mod">
          <ac:chgData name="FELICE PALMIERO" userId="d6bc94d8-3ccb-4ba0-86a4-f6b0c6b2672a" providerId="ADAL" clId="{225A5204-2A7C-49CE-A8AB-50A007E02BFA}" dt="2026-10-04T19:51:08.605" v="4744"/>
          <ac:picMkLst>
            <pc:docMk/>
            <pc:sldMk cId="1244337272" sldId="343"/>
            <ac:picMk id="6" creationId="{54D3F710-6893-A7E1-98A7-136E2C4E694C}"/>
          </ac:picMkLst>
        </pc:picChg>
      </pc:sldChg>
      <pc:sldMasterChg chg="addSldLayout delSldLayout">
        <pc:chgData name="FELICE PALMIERO" userId="d6bc94d8-3ccb-4ba0-86a4-f6b0c6b2672a" providerId="ADAL" clId="{225A5204-2A7C-49CE-A8AB-50A007E02BFA}" dt="2026-10-04T19:49:19.398" v="4719" actId="47"/>
        <pc:sldMasterMkLst>
          <pc:docMk/>
          <pc:sldMasterMk cId="0" sldId="2147483681"/>
        </pc:sldMasterMkLst>
        <pc:sldLayoutChg chg="add del">
          <pc:chgData name="FELICE PALMIERO" userId="d6bc94d8-3ccb-4ba0-86a4-f6b0c6b2672a" providerId="ADAL" clId="{225A5204-2A7C-49CE-A8AB-50A007E02BFA}" dt="2026-10-04T19:42:21.307" v="4646" actId="47"/>
          <pc:sldLayoutMkLst>
            <pc:docMk/>
            <pc:sldMasterMk cId="0" sldId="2147483681"/>
            <pc:sldLayoutMk cId="0" sldId="2147483648"/>
          </pc:sldLayoutMkLst>
        </pc:sldLayoutChg>
        <pc:sldLayoutChg chg="add del">
          <pc:chgData name="FELICE PALMIERO" userId="d6bc94d8-3ccb-4ba0-86a4-f6b0c6b2672a" providerId="ADAL" clId="{225A5204-2A7C-49CE-A8AB-50A007E02BFA}" dt="2026-10-04T19:42:22.207" v="4648" actId="47"/>
          <pc:sldLayoutMkLst>
            <pc:docMk/>
            <pc:sldMasterMk cId="0" sldId="2147483681"/>
            <pc:sldLayoutMk cId="0" sldId="2147483649"/>
          </pc:sldLayoutMkLst>
        </pc:sldLayoutChg>
        <pc:sldLayoutChg chg="add del">
          <pc:chgData name="FELICE PALMIERO" userId="d6bc94d8-3ccb-4ba0-86a4-f6b0c6b2672a" providerId="ADAL" clId="{225A5204-2A7C-49CE-A8AB-50A007E02BFA}" dt="2026-10-04T19:42:21.697" v="4647" actId="47"/>
          <pc:sldLayoutMkLst>
            <pc:docMk/>
            <pc:sldMasterMk cId="0" sldId="2147483681"/>
            <pc:sldLayoutMk cId="0" sldId="2147483650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1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2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3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4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5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6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7"/>
          </pc:sldLayoutMkLst>
        </pc:sldLayoutChg>
        <pc:sldLayoutChg chg="del">
          <pc:chgData name="FELICE PALMIERO" userId="d6bc94d8-3ccb-4ba0-86a4-f6b0c6b2672a" providerId="ADAL" clId="{225A5204-2A7C-49CE-A8AB-50A007E02BFA}" dt="2026-10-04T19:49:19.398" v="4719" actId="47"/>
          <pc:sldLayoutMkLst>
            <pc:docMk/>
            <pc:sldMasterMk cId="0" sldId="2147483681"/>
            <pc:sldLayoutMk cId="0" sldId="2147483658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59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0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1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2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3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4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5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6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7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68"/>
          </pc:sldLayoutMkLst>
        </pc:sldLayoutChg>
        <pc:sldLayoutChg chg="add del">
          <pc:chgData name="FELICE PALMIERO" userId="d6bc94d8-3ccb-4ba0-86a4-f6b0c6b2672a" providerId="ADAL" clId="{225A5204-2A7C-49CE-A8AB-50A007E02BFA}" dt="2026-10-04T19:42:22.519" v="4657" actId="47"/>
          <pc:sldLayoutMkLst>
            <pc:docMk/>
            <pc:sldMasterMk cId="0" sldId="2147483681"/>
            <pc:sldLayoutMk cId="0" sldId="2147483669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70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71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72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73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74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75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1"/>
            <pc:sldLayoutMk cId="0" sldId="2147483676"/>
          </pc:sldLayoutMkLst>
        </pc:sldLayoutChg>
        <pc:sldLayoutChg chg="del">
          <pc:chgData name="FELICE PALMIERO" userId="d6bc94d8-3ccb-4ba0-86a4-f6b0c6b2672a" providerId="ADAL" clId="{225A5204-2A7C-49CE-A8AB-50A007E02BFA}" dt="2026-10-04T19:49:03.474" v="4668" actId="47"/>
          <pc:sldLayoutMkLst>
            <pc:docMk/>
            <pc:sldMasterMk cId="0" sldId="2147483681"/>
            <pc:sldLayoutMk cId="3137692208" sldId="2147483682"/>
          </pc:sldLayoutMkLst>
        </pc:sldLayoutChg>
        <pc:sldLayoutChg chg="del">
          <pc:chgData name="FELICE PALMIERO" userId="d6bc94d8-3ccb-4ba0-86a4-f6b0c6b2672a" providerId="ADAL" clId="{225A5204-2A7C-49CE-A8AB-50A007E02BFA}" dt="2026-10-04T19:42:18.748" v="4617" actId="47"/>
          <pc:sldLayoutMkLst>
            <pc:docMk/>
            <pc:sldMasterMk cId="0" sldId="2147483681"/>
            <pc:sldLayoutMk cId="3902831756" sldId="2147483683"/>
          </pc:sldLayoutMkLst>
        </pc:sldLayoutChg>
        <pc:sldLayoutChg chg="del">
          <pc:chgData name="FELICE PALMIERO" userId="d6bc94d8-3ccb-4ba0-86a4-f6b0c6b2672a" providerId="ADAL" clId="{225A5204-2A7C-49CE-A8AB-50A007E02BFA}" dt="2026-10-04T19:49:05.107" v="4671" actId="47"/>
          <pc:sldLayoutMkLst>
            <pc:docMk/>
            <pc:sldMasterMk cId="0" sldId="2147483681"/>
            <pc:sldLayoutMk cId="49521799" sldId="2147483684"/>
          </pc:sldLayoutMkLst>
        </pc:sldLayoutChg>
        <pc:sldLayoutChg chg="del">
          <pc:chgData name="FELICE PALMIERO" userId="d6bc94d8-3ccb-4ba0-86a4-f6b0c6b2672a" providerId="ADAL" clId="{225A5204-2A7C-49CE-A8AB-50A007E02BFA}" dt="2026-10-04T19:42:18.802" v="4619" actId="47"/>
          <pc:sldLayoutMkLst>
            <pc:docMk/>
            <pc:sldMasterMk cId="0" sldId="2147483681"/>
            <pc:sldLayoutMk cId="2466097191" sldId="2147483685"/>
          </pc:sldLayoutMkLst>
        </pc:sldLayoutChg>
        <pc:sldLayoutChg chg="del">
          <pc:chgData name="FELICE PALMIERO" userId="d6bc94d8-3ccb-4ba0-86a4-f6b0c6b2672a" providerId="ADAL" clId="{225A5204-2A7C-49CE-A8AB-50A007E02BFA}" dt="2026-10-04T19:49:05.354" v="4672" actId="47"/>
          <pc:sldLayoutMkLst>
            <pc:docMk/>
            <pc:sldMasterMk cId="0" sldId="2147483681"/>
            <pc:sldLayoutMk cId="593045082" sldId="2147483686"/>
          </pc:sldLayoutMkLst>
        </pc:sldLayoutChg>
        <pc:sldLayoutChg chg="del">
          <pc:chgData name="FELICE PALMIERO" userId="d6bc94d8-3ccb-4ba0-86a4-f6b0c6b2672a" providerId="ADAL" clId="{225A5204-2A7C-49CE-A8AB-50A007E02BFA}" dt="2026-10-04T19:49:05.584" v="4673" actId="47"/>
          <pc:sldLayoutMkLst>
            <pc:docMk/>
            <pc:sldMasterMk cId="0" sldId="2147483681"/>
            <pc:sldLayoutMk cId="1187659442" sldId="2147483687"/>
          </pc:sldLayoutMkLst>
        </pc:sldLayoutChg>
        <pc:sldLayoutChg chg="del">
          <pc:chgData name="FELICE PALMIERO" userId="d6bc94d8-3ccb-4ba0-86a4-f6b0c6b2672a" providerId="ADAL" clId="{225A5204-2A7C-49CE-A8AB-50A007E02BFA}" dt="2026-10-04T19:49:05.766" v="4674" actId="47"/>
          <pc:sldLayoutMkLst>
            <pc:docMk/>
            <pc:sldMasterMk cId="0" sldId="2147483681"/>
            <pc:sldLayoutMk cId="3560347195" sldId="2147483688"/>
          </pc:sldLayoutMkLst>
        </pc:sldLayoutChg>
        <pc:sldLayoutChg chg="del">
          <pc:chgData name="FELICE PALMIERO" userId="d6bc94d8-3ccb-4ba0-86a4-f6b0c6b2672a" providerId="ADAL" clId="{225A5204-2A7C-49CE-A8AB-50A007E02BFA}" dt="2026-10-04T19:49:05.962" v="4675" actId="47"/>
          <pc:sldLayoutMkLst>
            <pc:docMk/>
            <pc:sldMasterMk cId="0" sldId="2147483681"/>
            <pc:sldLayoutMk cId="1721040658" sldId="2147483689"/>
          </pc:sldLayoutMkLst>
        </pc:sldLayoutChg>
        <pc:sldLayoutChg chg="del">
          <pc:chgData name="FELICE PALMIERO" userId="d6bc94d8-3ccb-4ba0-86a4-f6b0c6b2672a" providerId="ADAL" clId="{225A5204-2A7C-49CE-A8AB-50A007E02BFA}" dt="2026-10-04T19:49:06.104" v="4676" actId="47"/>
          <pc:sldLayoutMkLst>
            <pc:docMk/>
            <pc:sldMasterMk cId="0" sldId="2147483681"/>
            <pc:sldLayoutMk cId="2960063694" sldId="2147483690"/>
          </pc:sldLayoutMkLst>
        </pc:sldLayoutChg>
        <pc:sldLayoutChg chg="del">
          <pc:chgData name="FELICE PALMIERO" userId="d6bc94d8-3ccb-4ba0-86a4-f6b0c6b2672a" providerId="ADAL" clId="{225A5204-2A7C-49CE-A8AB-50A007E02BFA}" dt="2026-10-04T19:49:06.243" v="4677" actId="47"/>
          <pc:sldLayoutMkLst>
            <pc:docMk/>
            <pc:sldMasterMk cId="0" sldId="2147483681"/>
            <pc:sldLayoutMk cId="4134278111" sldId="2147483691"/>
          </pc:sldLayoutMkLst>
        </pc:sldLayoutChg>
        <pc:sldLayoutChg chg="del">
          <pc:chgData name="FELICE PALMIERO" userId="d6bc94d8-3ccb-4ba0-86a4-f6b0c6b2672a" providerId="ADAL" clId="{225A5204-2A7C-49CE-A8AB-50A007E02BFA}" dt="2026-10-04T19:49:06.426" v="4678" actId="47"/>
          <pc:sldLayoutMkLst>
            <pc:docMk/>
            <pc:sldMasterMk cId="0" sldId="2147483681"/>
            <pc:sldLayoutMk cId="1510848991" sldId="2147483692"/>
          </pc:sldLayoutMkLst>
        </pc:sldLayoutChg>
        <pc:sldLayoutChg chg="del">
          <pc:chgData name="FELICE PALMIERO" userId="d6bc94d8-3ccb-4ba0-86a4-f6b0c6b2672a" providerId="ADAL" clId="{225A5204-2A7C-49CE-A8AB-50A007E02BFA}" dt="2026-10-04T19:49:06.742" v="4679" actId="47"/>
          <pc:sldLayoutMkLst>
            <pc:docMk/>
            <pc:sldMasterMk cId="0" sldId="2147483681"/>
            <pc:sldLayoutMk cId="4154451276" sldId="2147483693"/>
          </pc:sldLayoutMkLst>
        </pc:sldLayoutChg>
        <pc:sldLayoutChg chg="del">
          <pc:chgData name="FELICE PALMIERO" userId="d6bc94d8-3ccb-4ba0-86a4-f6b0c6b2672a" providerId="ADAL" clId="{225A5204-2A7C-49CE-A8AB-50A007E02BFA}" dt="2026-10-04T19:49:06.988" v="4680" actId="47"/>
          <pc:sldLayoutMkLst>
            <pc:docMk/>
            <pc:sldMasterMk cId="0" sldId="2147483681"/>
            <pc:sldLayoutMk cId="3037309924" sldId="2147483694"/>
          </pc:sldLayoutMkLst>
        </pc:sldLayoutChg>
        <pc:sldLayoutChg chg="del">
          <pc:chgData name="FELICE PALMIERO" userId="d6bc94d8-3ccb-4ba0-86a4-f6b0c6b2672a" providerId="ADAL" clId="{225A5204-2A7C-49CE-A8AB-50A007E02BFA}" dt="2026-10-04T19:49:07.214" v="4681" actId="47"/>
          <pc:sldLayoutMkLst>
            <pc:docMk/>
            <pc:sldMasterMk cId="0" sldId="2147483681"/>
            <pc:sldLayoutMk cId="3462069773" sldId="2147483695"/>
          </pc:sldLayoutMkLst>
        </pc:sldLayoutChg>
        <pc:sldLayoutChg chg="del">
          <pc:chgData name="FELICE PALMIERO" userId="d6bc94d8-3ccb-4ba0-86a4-f6b0c6b2672a" providerId="ADAL" clId="{225A5204-2A7C-49CE-A8AB-50A007E02BFA}" dt="2026-10-04T19:49:07.871" v="4684" actId="47"/>
          <pc:sldLayoutMkLst>
            <pc:docMk/>
            <pc:sldMasterMk cId="0" sldId="2147483681"/>
            <pc:sldLayoutMk cId="2097125860" sldId="2147483696"/>
          </pc:sldLayoutMkLst>
        </pc:sldLayoutChg>
        <pc:sldLayoutChg chg="del">
          <pc:chgData name="FELICE PALMIERO" userId="d6bc94d8-3ccb-4ba0-86a4-f6b0c6b2672a" providerId="ADAL" clId="{225A5204-2A7C-49CE-A8AB-50A007E02BFA}" dt="2026-10-04T19:49:07.641" v="4683" actId="47"/>
          <pc:sldLayoutMkLst>
            <pc:docMk/>
            <pc:sldMasterMk cId="0" sldId="2147483681"/>
            <pc:sldLayoutMk cId="2419075224" sldId="2147483697"/>
          </pc:sldLayoutMkLst>
        </pc:sldLayoutChg>
        <pc:sldLayoutChg chg="del">
          <pc:chgData name="FELICE PALMIERO" userId="d6bc94d8-3ccb-4ba0-86a4-f6b0c6b2672a" providerId="ADAL" clId="{225A5204-2A7C-49CE-A8AB-50A007E02BFA}" dt="2026-10-04T19:49:18.370" v="4718" actId="47"/>
          <pc:sldLayoutMkLst>
            <pc:docMk/>
            <pc:sldMasterMk cId="0" sldId="2147483681"/>
            <pc:sldLayoutMk cId="249184182" sldId="2147483698"/>
          </pc:sldLayoutMkLst>
        </pc:sldLayoutChg>
        <pc:sldLayoutChg chg="del">
          <pc:chgData name="FELICE PALMIERO" userId="d6bc94d8-3ccb-4ba0-86a4-f6b0c6b2672a" providerId="ADAL" clId="{225A5204-2A7C-49CE-A8AB-50A007E02BFA}" dt="2026-10-04T19:49:11.300" v="4699" actId="47"/>
          <pc:sldLayoutMkLst>
            <pc:docMk/>
            <pc:sldMasterMk cId="0" sldId="2147483681"/>
            <pc:sldLayoutMk cId="3555977892" sldId="2147483699"/>
          </pc:sldLayoutMkLst>
        </pc:sldLayoutChg>
        <pc:sldLayoutChg chg="del">
          <pc:chgData name="FELICE PALMIERO" userId="d6bc94d8-3ccb-4ba0-86a4-f6b0c6b2672a" providerId="ADAL" clId="{225A5204-2A7C-49CE-A8AB-50A007E02BFA}" dt="2026-10-04T19:49:09.782" v="4690" actId="47"/>
          <pc:sldLayoutMkLst>
            <pc:docMk/>
            <pc:sldMasterMk cId="0" sldId="2147483681"/>
            <pc:sldLayoutMk cId="2641652781" sldId="2147483700"/>
          </pc:sldLayoutMkLst>
        </pc:sldLayoutChg>
        <pc:sldLayoutChg chg="del">
          <pc:chgData name="FELICE PALMIERO" userId="d6bc94d8-3ccb-4ba0-86a4-f6b0c6b2672a" providerId="ADAL" clId="{225A5204-2A7C-49CE-A8AB-50A007E02BFA}" dt="2026-10-04T19:49:11.045" v="4697" actId="47"/>
          <pc:sldLayoutMkLst>
            <pc:docMk/>
            <pc:sldMasterMk cId="0" sldId="2147483681"/>
            <pc:sldLayoutMk cId="2520985752" sldId="2147483701"/>
          </pc:sldLayoutMkLst>
        </pc:sldLayoutChg>
        <pc:sldLayoutChg chg="del">
          <pc:chgData name="FELICE PALMIERO" userId="d6bc94d8-3ccb-4ba0-86a4-f6b0c6b2672a" providerId="ADAL" clId="{225A5204-2A7C-49CE-A8AB-50A007E02BFA}" dt="2026-10-04T19:49:10.911" v="4696" actId="47"/>
          <pc:sldLayoutMkLst>
            <pc:docMk/>
            <pc:sldMasterMk cId="0" sldId="2147483681"/>
            <pc:sldLayoutMk cId="374139311" sldId="2147483702"/>
          </pc:sldLayoutMkLst>
        </pc:sldLayoutChg>
        <pc:sldLayoutChg chg="del">
          <pc:chgData name="FELICE PALMIERO" userId="d6bc94d8-3ccb-4ba0-86a4-f6b0c6b2672a" providerId="ADAL" clId="{225A5204-2A7C-49CE-A8AB-50A007E02BFA}" dt="2026-10-04T19:49:11.184" v="4698" actId="47"/>
          <pc:sldLayoutMkLst>
            <pc:docMk/>
            <pc:sldMasterMk cId="0" sldId="2147483681"/>
            <pc:sldLayoutMk cId="2809535714" sldId="2147483703"/>
          </pc:sldLayoutMkLst>
        </pc:sldLayoutChg>
        <pc:sldLayoutChg chg="del">
          <pc:chgData name="FELICE PALMIERO" userId="d6bc94d8-3ccb-4ba0-86a4-f6b0c6b2672a" providerId="ADAL" clId="{225A5204-2A7C-49CE-A8AB-50A007E02BFA}" dt="2026-10-04T19:49:11.457" v="4700" actId="47"/>
          <pc:sldLayoutMkLst>
            <pc:docMk/>
            <pc:sldMasterMk cId="0" sldId="2147483681"/>
            <pc:sldLayoutMk cId="2712529160" sldId="2147483704"/>
          </pc:sldLayoutMkLst>
        </pc:sldLayoutChg>
        <pc:sldLayoutChg chg="del">
          <pc:chgData name="FELICE PALMIERO" userId="d6bc94d8-3ccb-4ba0-86a4-f6b0c6b2672a" providerId="ADAL" clId="{225A5204-2A7C-49CE-A8AB-50A007E02BFA}" dt="2026-10-04T19:49:11.606" v="4701" actId="47"/>
          <pc:sldLayoutMkLst>
            <pc:docMk/>
            <pc:sldMasterMk cId="0" sldId="2147483681"/>
            <pc:sldLayoutMk cId="3045442953" sldId="2147483705"/>
          </pc:sldLayoutMkLst>
        </pc:sldLayoutChg>
      </pc:sldMasterChg>
      <pc:sldMasterChg chg="del delSldLayout">
        <pc:chgData name="FELICE PALMIERO" userId="d6bc94d8-3ccb-4ba0-86a4-f6b0c6b2672a" providerId="ADAL" clId="{225A5204-2A7C-49CE-A8AB-50A007E02BFA}" dt="2026-10-04T19:21:27.772" v="4343" actId="2696"/>
        <pc:sldMasterMkLst>
          <pc:docMk/>
          <pc:sldMasterMk cId="0" sldId="2147483682"/>
        </pc:sldMasterMkLst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2"/>
            <pc:sldLayoutMk cId="0" sldId="2147483679"/>
          </pc:sldLayoutMkLst>
        </pc:sldLayoutChg>
        <pc:sldLayoutChg chg="del">
          <pc:chgData name="FELICE PALMIERO" userId="d6bc94d8-3ccb-4ba0-86a4-f6b0c6b2672a" providerId="ADAL" clId="{225A5204-2A7C-49CE-A8AB-50A007E02BFA}" dt="2026-10-04T19:21:27.772" v="4343" actId="2696"/>
          <pc:sldLayoutMkLst>
            <pc:docMk/>
            <pc:sldMasterMk cId="0" sldId="2147483682"/>
            <pc:sldLayoutMk cId="0" sldId="214748368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1e4e0c0732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1e4e0c0732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8">
          <a:extLst>
            <a:ext uri="{FF2B5EF4-FFF2-40B4-BE49-F238E27FC236}">
              <a16:creationId xmlns:a16="http://schemas.microsoft.com/office/drawing/2014/main" id="{471601BB-A43E-4EC5-5414-B6353C09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g54dda1946d_6_308:notes">
            <a:extLst>
              <a:ext uri="{FF2B5EF4-FFF2-40B4-BE49-F238E27FC236}">
                <a16:creationId xmlns:a16="http://schemas.microsoft.com/office/drawing/2014/main" id="{BF9CCDC3-E314-9280-C247-B6A277E65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0" name="Google Shape;3810;g54dda1946d_6_308:notes">
            <a:extLst>
              <a:ext uri="{FF2B5EF4-FFF2-40B4-BE49-F238E27FC236}">
                <a16:creationId xmlns:a16="http://schemas.microsoft.com/office/drawing/2014/main" id="{BA9DAE8D-BD23-EDAD-6AC4-FF5D84977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760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8">
          <a:extLst>
            <a:ext uri="{FF2B5EF4-FFF2-40B4-BE49-F238E27FC236}">
              <a16:creationId xmlns:a16="http://schemas.microsoft.com/office/drawing/2014/main" id="{9B7D2806-28EC-1496-9273-24B34481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g54dda1946d_6_308:notes">
            <a:extLst>
              <a:ext uri="{FF2B5EF4-FFF2-40B4-BE49-F238E27FC236}">
                <a16:creationId xmlns:a16="http://schemas.microsoft.com/office/drawing/2014/main" id="{1880F1F5-2D31-335D-4A4A-841D8EBE1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0" name="Google Shape;3810;g54dda1946d_6_308:notes">
            <a:extLst>
              <a:ext uri="{FF2B5EF4-FFF2-40B4-BE49-F238E27FC236}">
                <a16:creationId xmlns:a16="http://schemas.microsoft.com/office/drawing/2014/main" id="{14C2F1AB-A8AA-30B1-6EE6-9A57DF422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9107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8">
          <a:extLst>
            <a:ext uri="{FF2B5EF4-FFF2-40B4-BE49-F238E27FC236}">
              <a16:creationId xmlns:a16="http://schemas.microsoft.com/office/drawing/2014/main" id="{103D7B02-9C70-7AEF-A952-4876FD48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g54dda1946d_6_308:notes">
            <a:extLst>
              <a:ext uri="{FF2B5EF4-FFF2-40B4-BE49-F238E27FC236}">
                <a16:creationId xmlns:a16="http://schemas.microsoft.com/office/drawing/2014/main" id="{F29FC9AC-3FA1-624F-C324-0A7A23C31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0" name="Google Shape;3810;g54dda1946d_6_308:notes">
            <a:extLst>
              <a:ext uri="{FF2B5EF4-FFF2-40B4-BE49-F238E27FC236}">
                <a16:creationId xmlns:a16="http://schemas.microsoft.com/office/drawing/2014/main" id="{E6D89B88-53DA-280E-B415-53B3D42BE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753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ECDF3138-25EB-F368-D1A8-E4F84636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A3CB0FBA-FC8E-005D-A529-0DDD9BED6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B19D99DA-ED2F-E9EB-D9FF-B951D760F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145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45A64374-294B-E4E1-77F6-5E1D73AF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9ED82A71-775A-2CE3-8485-3B9972A23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C7147023-0722-0A58-4220-A69CCA735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880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D4CEE719-85C0-D5AE-9858-B6AC51CC1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402A426A-C9BD-271B-8C34-2FE91A4DF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6CD0671E-DC45-4D1F-19F9-1BF48365BB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551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78CA1127-F01C-33DF-797D-256A7F10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6F03FBC0-E3EE-4234-2392-1A1AD215E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351D01E8-1D8B-0127-CE83-36DD5A68C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36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3C270BE7-749B-BB6E-9050-F344A8AF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0364C61A-F5FA-1C52-D1EF-4B7CDBB524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627AF955-3AE1-17CA-DFEC-4A1F6B906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6264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10F9FB0E-4FE3-7126-E7F6-8C15A2329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89EFCA09-23FA-A215-0F33-8B5671046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9E91012C-44CE-C075-3A17-CD3DDFBA1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9090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8C4AFB3B-780B-4145-B2E6-268FE9BD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84212D2E-C558-7295-EF11-62E3B0232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0810E13C-518E-B947-30D7-622DE3E30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383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D03CCB7B-199A-6478-4BDD-392EEA63D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DF92C7F6-A6F1-ECDE-B4B6-E58298619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3B75A4FC-9AC6-FD79-5485-FA1C119F71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715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46F11761-76DA-0595-EC81-D1A67AC8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9A5F6908-AFB4-CEBB-C8D8-8E99E34C5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4D4D0B92-1DF9-D267-AF7D-CB62A26DE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62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1E60ECC8-125A-726A-F538-9BB2E951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8DFF173D-C04B-9446-10BF-3FFC53103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02BF7494-B1E1-B81F-DB9B-D19BDCF4F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460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>
          <a:extLst>
            <a:ext uri="{FF2B5EF4-FFF2-40B4-BE49-F238E27FC236}">
              <a16:creationId xmlns:a16="http://schemas.microsoft.com/office/drawing/2014/main" id="{FA15E2E0-FE81-1EC7-5AEC-AA35B485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>
            <a:extLst>
              <a:ext uri="{FF2B5EF4-FFF2-40B4-BE49-F238E27FC236}">
                <a16:creationId xmlns:a16="http://schemas.microsoft.com/office/drawing/2014/main" id="{031652FF-BF69-985C-B4D8-01468CAF1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>
            <a:extLst>
              <a:ext uri="{FF2B5EF4-FFF2-40B4-BE49-F238E27FC236}">
                <a16:creationId xmlns:a16="http://schemas.microsoft.com/office/drawing/2014/main" id="{76000A7E-ECEE-89AE-7ACF-786B8A978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440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8">
          <a:extLst>
            <a:ext uri="{FF2B5EF4-FFF2-40B4-BE49-F238E27FC236}">
              <a16:creationId xmlns:a16="http://schemas.microsoft.com/office/drawing/2014/main" id="{21B76618-85C5-C6C4-9F5A-3D45F07F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g54dda1946d_6_308:notes">
            <a:extLst>
              <a:ext uri="{FF2B5EF4-FFF2-40B4-BE49-F238E27FC236}">
                <a16:creationId xmlns:a16="http://schemas.microsoft.com/office/drawing/2014/main" id="{48A7EAFC-1615-2D58-CE3E-F2F8F0715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0" name="Google Shape;3810;g54dda1946d_6_308:notes">
            <a:extLst>
              <a:ext uri="{FF2B5EF4-FFF2-40B4-BE49-F238E27FC236}">
                <a16:creationId xmlns:a16="http://schemas.microsoft.com/office/drawing/2014/main" id="{A22AAA32-0BE6-B9AE-CB49-80A546D33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622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3" name="Google Shape;494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4" name="Google Shape;494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432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2">
          <a:extLst>
            <a:ext uri="{FF2B5EF4-FFF2-40B4-BE49-F238E27FC236}">
              <a16:creationId xmlns:a16="http://schemas.microsoft.com/office/drawing/2014/main" id="{C79C5678-F427-D27C-3910-772BAA1F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3" name="Google Shape;4943;g54dda1946d_6_332:notes">
            <a:extLst>
              <a:ext uri="{FF2B5EF4-FFF2-40B4-BE49-F238E27FC236}">
                <a16:creationId xmlns:a16="http://schemas.microsoft.com/office/drawing/2014/main" id="{9FC6290A-0383-2A3E-4FED-0EA508586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4" name="Google Shape;4944;g54dda1946d_6_332:notes">
            <a:extLst>
              <a:ext uri="{FF2B5EF4-FFF2-40B4-BE49-F238E27FC236}">
                <a16:creationId xmlns:a16="http://schemas.microsoft.com/office/drawing/2014/main" id="{1B6A9DDE-467F-92BD-D72C-7B7789388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7441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8" name="Google Shape;303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55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612350"/>
            <a:ext cx="4548900" cy="15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225" y="3165450"/>
            <a:ext cx="454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713225" y="2031775"/>
            <a:ext cx="3712200" cy="1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Bakbak One"/>
              <a:buNone/>
              <a:defRPr sz="36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3175" y="3623275"/>
            <a:ext cx="37122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76475" y="1216350"/>
            <a:ext cx="1233300" cy="809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5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Font typeface="Bakbak One"/>
              <a:buNone/>
              <a:defRPr sz="96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23" name="Google Shape;23;p4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2" name="Google Shape;72;p4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" name="Google Shape;73;p4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" name="Google Shape;74;p4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5" name="Google Shape;75;p4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6" name="Google Shape;76;p4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7" name="Google Shape;77;p4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8" name="Google Shape;78;p4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3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686" name="Google Shape;686;p23"/>
          <p:cNvSpPr txBox="1">
            <a:spLocks noGrp="1"/>
          </p:cNvSpPr>
          <p:nvPr>
            <p:ph type="subTitle" idx="1"/>
          </p:nvPr>
        </p:nvSpPr>
        <p:spPr>
          <a:xfrm>
            <a:off x="4996545" y="1505700"/>
            <a:ext cx="3028500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23"/>
          <p:cNvSpPr txBox="1">
            <a:spLocks noGrp="1"/>
          </p:cNvSpPr>
          <p:nvPr>
            <p:ph type="subTitle" idx="2"/>
          </p:nvPr>
        </p:nvSpPr>
        <p:spPr>
          <a:xfrm>
            <a:off x="1118950" y="1505700"/>
            <a:ext cx="3028500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8" name="Google Shape;688;p23"/>
          <p:cNvGrpSpPr/>
          <p:nvPr/>
        </p:nvGrpSpPr>
        <p:grpSpPr>
          <a:xfrm rot="10800000" flipH="1">
            <a:off x="350929" y="391075"/>
            <a:ext cx="276300" cy="4383600"/>
            <a:chOff x="8536254" y="391075"/>
            <a:chExt cx="276300" cy="4383600"/>
          </a:xfrm>
        </p:grpSpPr>
        <p:sp>
          <p:nvSpPr>
            <p:cNvPr id="689" name="Google Shape;689;p23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3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3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3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3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3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3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3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3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3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3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3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3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3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3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3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3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3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3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3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3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3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3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3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3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3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3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3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3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3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3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3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3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8" name="Google Shape;738;p23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9" name="Google Shape;739;p23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0" name="Google Shape;740;p23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1" name="Google Shape;741;p23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2" name="Google Shape;742;p23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3" name="Google Shape;743;p23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4" name="Google Shape;744;p23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1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5" name="Google Shape;1045;p31"/>
          <p:cNvGrpSpPr/>
          <p:nvPr/>
        </p:nvGrpSpPr>
        <p:grpSpPr>
          <a:xfrm>
            <a:off x="5604948" y="391075"/>
            <a:ext cx="3207789" cy="4383600"/>
            <a:chOff x="5309625" y="391075"/>
            <a:chExt cx="3503100" cy="4383600"/>
          </a:xfrm>
        </p:grpSpPr>
        <p:sp>
          <p:nvSpPr>
            <p:cNvPr id="1046" name="Google Shape;1046;p31"/>
            <p:cNvSpPr/>
            <p:nvPr/>
          </p:nvSpPr>
          <p:spPr>
            <a:xfrm>
              <a:off x="5309625" y="391075"/>
              <a:ext cx="35031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7" name="Google Shape;1047;p31"/>
            <p:cNvGrpSpPr/>
            <p:nvPr/>
          </p:nvGrpSpPr>
          <p:grpSpPr>
            <a:xfrm>
              <a:off x="5314549" y="395586"/>
              <a:ext cx="3493047" cy="4375061"/>
              <a:chOff x="697175" y="461850"/>
              <a:chExt cx="1672675" cy="2098250"/>
            </a:xfrm>
          </p:grpSpPr>
          <p:sp>
            <p:nvSpPr>
              <p:cNvPr id="1048" name="Google Shape;1048;p31"/>
              <p:cNvSpPr/>
              <p:nvPr/>
            </p:nvSpPr>
            <p:spPr>
              <a:xfrm>
                <a:off x="1341150" y="2552100"/>
                <a:ext cx="180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720" h="261" extrusionOk="0">
                    <a:moveTo>
                      <a:pt x="191" y="0"/>
                    </a:moveTo>
                    <a:cubicBezTo>
                      <a:pt x="127" y="0"/>
                      <a:pt x="62" y="9"/>
                      <a:pt x="0" y="27"/>
                    </a:cubicBezTo>
                    <a:lnTo>
                      <a:pt x="292" y="203"/>
                    </a:lnTo>
                    <a:cubicBezTo>
                      <a:pt x="311" y="222"/>
                      <a:pt x="331" y="241"/>
                      <a:pt x="331" y="261"/>
                    </a:cubicBezTo>
                    <a:lnTo>
                      <a:pt x="720" y="261"/>
                    </a:lnTo>
                    <a:cubicBezTo>
                      <a:pt x="700" y="222"/>
                      <a:pt x="662" y="144"/>
                      <a:pt x="584" y="105"/>
                    </a:cubicBezTo>
                    <a:cubicBezTo>
                      <a:pt x="465" y="39"/>
                      <a:pt x="328" y="0"/>
                      <a:pt x="1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1"/>
              <p:cNvSpPr/>
              <p:nvPr/>
            </p:nvSpPr>
            <p:spPr>
              <a:xfrm>
                <a:off x="1332375" y="2556175"/>
                <a:ext cx="635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37" extrusionOk="0">
                    <a:moveTo>
                      <a:pt x="59" y="1"/>
                    </a:moveTo>
                    <a:cubicBezTo>
                      <a:pt x="40" y="59"/>
                      <a:pt x="40" y="78"/>
                      <a:pt x="1" y="137"/>
                    </a:cubicBezTo>
                    <a:lnTo>
                      <a:pt x="254" y="137"/>
                    </a:lnTo>
                    <a:lnTo>
                      <a:pt x="5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1"/>
              <p:cNvSpPr/>
              <p:nvPr/>
            </p:nvSpPr>
            <p:spPr>
              <a:xfrm>
                <a:off x="1223925" y="2494400"/>
                <a:ext cx="20950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838" h="458" extrusionOk="0">
                    <a:moveTo>
                      <a:pt x="137" y="1"/>
                    </a:moveTo>
                    <a:cubicBezTo>
                      <a:pt x="0" y="118"/>
                      <a:pt x="39" y="273"/>
                      <a:pt x="214" y="370"/>
                    </a:cubicBezTo>
                    <a:cubicBezTo>
                      <a:pt x="316" y="427"/>
                      <a:pt x="438" y="457"/>
                      <a:pt x="565" y="457"/>
                    </a:cubicBezTo>
                    <a:cubicBezTo>
                      <a:pt x="655" y="457"/>
                      <a:pt x="748" y="442"/>
                      <a:pt x="837" y="409"/>
                    </a:cubicBez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1"/>
              <p:cNvSpPr/>
              <p:nvPr/>
            </p:nvSpPr>
            <p:spPr>
              <a:xfrm>
                <a:off x="1233175" y="2490050"/>
                <a:ext cx="199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448" extrusionOk="0">
                    <a:moveTo>
                      <a:pt x="202" y="0"/>
                    </a:moveTo>
                    <a:cubicBezTo>
                      <a:pt x="136" y="0"/>
                      <a:pt x="68" y="7"/>
                      <a:pt x="0" y="19"/>
                    </a:cubicBezTo>
                    <a:lnTo>
                      <a:pt x="720" y="447"/>
                    </a:lnTo>
                    <a:cubicBezTo>
                      <a:pt x="798" y="311"/>
                      <a:pt x="739" y="194"/>
                      <a:pt x="603" y="97"/>
                    </a:cubicBezTo>
                    <a:cubicBezTo>
                      <a:pt x="484" y="31"/>
                      <a:pt x="346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1"/>
              <p:cNvSpPr/>
              <p:nvPr/>
            </p:nvSpPr>
            <p:spPr>
              <a:xfrm>
                <a:off x="898595" y="2557575"/>
                <a:ext cx="19908" cy="149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106" extrusionOk="0">
                    <a:moveTo>
                      <a:pt x="392" y="0"/>
                    </a:moveTo>
                    <a:cubicBezTo>
                      <a:pt x="251" y="0"/>
                      <a:pt x="115" y="30"/>
                      <a:pt x="18" y="88"/>
                    </a:cubicBezTo>
                    <a:lnTo>
                      <a:pt x="796" y="88"/>
                    </a:lnTo>
                    <a:cubicBezTo>
                      <a:pt x="679" y="30"/>
                      <a:pt x="533" y="0"/>
                      <a:pt x="392" y="0"/>
                    </a:cubicBezTo>
                    <a:close/>
                    <a:moveTo>
                      <a:pt x="18" y="88"/>
                    </a:moveTo>
                    <a:cubicBezTo>
                      <a:pt x="5" y="88"/>
                      <a:pt x="0" y="105"/>
                      <a:pt x="5" y="105"/>
                    </a:cubicBezTo>
                    <a:cubicBezTo>
                      <a:pt x="7" y="105"/>
                      <a:pt x="11" y="101"/>
                      <a:pt x="18" y="8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1"/>
              <p:cNvSpPr/>
              <p:nvPr/>
            </p:nvSpPr>
            <p:spPr>
              <a:xfrm>
                <a:off x="1116925" y="2428150"/>
                <a:ext cx="29200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622" extrusionOk="0">
                    <a:moveTo>
                      <a:pt x="586" y="0"/>
                    </a:moveTo>
                    <a:cubicBezTo>
                      <a:pt x="453" y="0"/>
                      <a:pt x="321" y="34"/>
                      <a:pt x="214" y="102"/>
                    </a:cubicBezTo>
                    <a:cubicBezTo>
                      <a:pt x="0" y="219"/>
                      <a:pt x="0" y="414"/>
                      <a:pt x="214" y="530"/>
                    </a:cubicBezTo>
                    <a:cubicBezTo>
                      <a:pt x="324" y="591"/>
                      <a:pt x="456" y="621"/>
                      <a:pt x="592" y="621"/>
                    </a:cubicBezTo>
                    <a:cubicBezTo>
                      <a:pt x="674" y="621"/>
                      <a:pt x="757" y="610"/>
                      <a:pt x="837" y="589"/>
                    </a:cubicBezTo>
                    <a:lnTo>
                      <a:pt x="623" y="452"/>
                    </a:lnTo>
                    <a:cubicBezTo>
                      <a:pt x="526" y="414"/>
                      <a:pt x="506" y="336"/>
                      <a:pt x="545" y="297"/>
                    </a:cubicBezTo>
                    <a:cubicBezTo>
                      <a:pt x="574" y="253"/>
                      <a:pt x="614" y="231"/>
                      <a:pt x="665" y="231"/>
                    </a:cubicBezTo>
                    <a:cubicBezTo>
                      <a:pt x="683" y="231"/>
                      <a:pt x="701" y="234"/>
                      <a:pt x="720" y="238"/>
                    </a:cubicBezTo>
                    <a:lnTo>
                      <a:pt x="1070" y="433"/>
                    </a:lnTo>
                    <a:cubicBezTo>
                      <a:pt x="1168" y="316"/>
                      <a:pt x="1109" y="200"/>
                      <a:pt x="973" y="102"/>
                    </a:cubicBezTo>
                    <a:cubicBezTo>
                      <a:pt x="856" y="34"/>
                      <a:pt x="720" y="0"/>
                      <a:pt x="5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1"/>
              <p:cNvSpPr/>
              <p:nvPr/>
            </p:nvSpPr>
            <p:spPr>
              <a:xfrm>
                <a:off x="1094050" y="2093150"/>
                <a:ext cx="340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40" extrusionOk="0">
                    <a:moveTo>
                      <a:pt x="684" y="0"/>
                    </a:moveTo>
                    <a:cubicBezTo>
                      <a:pt x="526" y="0"/>
                      <a:pt x="371" y="39"/>
                      <a:pt x="254" y="117"/>
                    </a:cubicBezTo>
                    <a:cubicBezTo>
                      <a:pt x="1" y="273"/>
                      <a:pt x="1" y="487"/>
                      <a:pt x="254" y="623"/>
                    </a:cubicBezTo>
                    <a:cubicBezTo>
                      <a:pt x="371" y="701"/>
                      <a:pt x="526" y="740"/>
                      <a:pt x="684" y="740"/>
                    </a:cubicBezTo>
                    <a:cubicBezTo>
                      <a:pt x="842" y="740"/>
                      <a:pt x="1003" y="701"/>
                      <a:pt x="1129" y="623"/>
                    </a:cubicBezTo>
                    <a:cubicBezTo>
                      <a:pt x="1363" y="487"/>
                      <a:pt x="1363" y="273"/>
                      <a:pt x="1129" y="117"/>
                    </a:cubicBezTo>
                    <a:cubicBezTo>
                      <a:pt x="1003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1"/>
              <p:cNvSpPr/>
              <p:nvPr/>
            </p:nvSpPr>
            <p:spPr>
              <a:xfrm>
                <a:off x="1057100" y="2114550"/>
                <a:ext cx="340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25" extrusionOk="0">
                    <a:moveTo>
                      <a:pt x="684" y="0"/>
                    </a:moveTo>
                    <a:cubicBezTo>
                      <a:pt x="526" y="0"/>
                      <a:pt x="370" y="39"/>
                      <a:pt x="253" y="117"/>
                    </a:cubicBezTo>
                    <a:cubicBezTo>
                      <a:pt x="0" y="253"/>
                      <a:pt x="0" y="487"/>
                      <a:pt x="253" y="623"/>
                    </a:cubicBezTo>
                    <a:cubicBezTo>
                      <a:pt x="377" y="697"/>
                      <a:pt x="539" y="724"/>
                      <a:pt x="696" y="724"/>
                    </a:cubicBezTo>
                    <a:cubicBezTo>
                      <a:pt x="787" y="724"/>
                      <a:pt x="875" y="715"/>
                      <a:pt x="954" y="701"/>
                    </a:cubicBezTo>
                    <a:cubicBezTo>
                      <a:pt x="759" y="584"/>
                      <a:pt x="662" y="526"/>
                      <a:pt x="662" y="526"/>
                    </a:cubicBezTo>
                    <a:cubicBezTo>
                      <a:pt x="584" y="506"/>
                      <a:pt x="565" y="428"/>
                      <a:pt x="604" y="351"/>
                    </a:cubicBezTo>
                    <a:cubicBezTo>
                      <a:pt x="632" y="322"/>
                      <a:pt x="671" y="304"/>
                      <a:pt x="720" y="304"/>
                    </a:cubicBezTo>
                    <a:cubicBezTo>
                      <a:pt x="738" y="304"/>
                      <a:pt x="758" y="307"/>
                      <a:pt x="779" y="312"/>
                    </a:cubicBezTo>
                    <a:lnTo>
                      <a:pt x="1226" y="545"/>
                    </a:lnTo>
                    <a:cubicBezTo>
                      <a:pt x="1362" y="409"/>
                      <a:pt x="1343" y="234"/>
                      <a:pt x="1129" y="117"/>
                    </a:cubicBezTo>
                    <a:cubicBezTo>
                      <a:pt x="1002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1"/>
              <p:cNvSpPr/>
              <p:nvPr/>
            </p:nvSpPr>
            <p:spPr>
              <a:xfrm>
                <a:off x="888325" y="1452200"/>
                <a:ext cx="112375" cy="66575"/>
              </a:xfrm>
              <a:custGeom>
                <a:avLst/>
                <a:gdLst/>
                <a:ahLst/>
                <a:cxnLst/>
                <a:rect l="l" t="t" r="r" b="b"/>
                <a:pathLst>
                  <a:path w="4495" h="2663" extrusionOk="0">
                    <a:moveTo>
                      <a:pt x="4365" y="0"/>
                    </a:moveTo>
                    <a:cubicBezTo>
                      <a:pt x="4340" y="0"/>
                      <a:pt x="4316" y="11"/>
                      <a:pt x="4300" y="36"/>
                    </a:cubicBezTo>
                    <a:lnTo>
                      <a:pt x="1" y="2506"/>
                    </a:lnTo>
                    <a:cubicBezTo>
                      <a:pt x="20" y="2506"/>
                      <a:pt x="39" y="2526"/>
                      <a:pt x="39" y="2526"/>
                    </a:cubicBezTo>
                    <a:cubicBezTo>
                      <a:pt x="117" y="2584"/>
                      <a:pt x="156" y="2604"/>
                      <a:pt x="215" y="2662"/>
                    </a:cubicBezTo>
                    <a:lnTo>
                      <a:pt x="4417" y="230"/>
                    </a:lnTo>
                    <a:cubicBezTo>
                      <a:pt x="4475" y="191"/>
                      <a:pt x="4495" y="133"/>
                      <a:pt x="4475" y="55"/>
                    </a:cubicBezTo>
                    <a:cubicBezTo>
                      <a:pt x="4441" y="21"/>
                      <a:pt x="4401" y="0"/>
                      <a:pt x="43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1"/>
              <p:cNvSpPr/>
              <p:nvPr/>
            </p:nvSpPr>
            <p:spPr>
              <a:xfrm>
                <a:off x="697175" y="1468450"/>
                <a:ext cx="332225" cy="195250"/>
              </a:xfrm>
              <a:custGeom>
                <a:avLst/>
                <a:gdLst/>
                <a:ahLst/>
                <a:cxnLst/>
                <a:rect l="l" t="t" r="r" b="b"/>
                <a:pathLst>
                  <a:path w="13289" h="7810" extrusionOk="0">
                    <a:moveTo>
                      <a:pt x="13140" y="1"/>
                    </a:moveTo>
                    <a:cubicBezTo>
                      <a:pt x="13124" y="1"/>
                      <a:pt x="13109" y="3"/>
                      <a:pt x="13094" y="8"/>
                    </a:cubicBezTo>
                    <a:lnTo>
                      <a:pt x="1" y="7596"/>
                    </a:lnTo>
                    <a:lnTo>
                      <a:pt x="1" y="7771"/>
                    </a:lnTo>
                    <a:cubicBezTo>
                      <a:pt x="20" y="7771"/>
                      <a:pt x="59" y="7790"/>
                      <a:pt x="79" y="7810"/>
                    </a:cubicBezTo>
                    <a:lnTo>
                      <a:pt x="13211" y="222"/>
                    </a:lnTo>
                    <a:cubicBezTo>
                      <a:pt x="13250" y="203"/>
                      <a:pt x="13288" y="125"/>
                      <a:pt x="13250" y="67"/>
                    </a:cubicBezTo>
                    <a:cubicBezTo>
                      <a:pt x="13235" y="23"/>
                      <a:pt x="13188" y="1"/>
                      <a:pt x="131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1"/>
              <p:cNvSpPr/>
              <p:nvPr/>
            </p:nvSpPr>
            <p:spPr>
              <a:xfrm>
                <a:off x="697175" y="1419325"/>
                <a:ext cx="245650" cy="146625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5865" extrusionOk="0">
                    <a:moveTo>
                      <a:pt x="9692" y="1"/>
                    </a:moveTo>
                    <a:cubicBezTo>
                      <a:pt x="9673" y="1"/>
                      <a:pt x="9652" y="3"/>
                      <a:pt x="9631" y="8"/>
                    </a:cubicBezTo>
                    <a:lnTo>
                      <a:pt x="1" y="5572"/>
                    </a:lnTo>
                    <a:lnTo>
                      <a:pt x="1" y="5864"/>
                    </a:lnTo>
                    <a:lnTo>
                      <a:pt x="9748" y="242"/>
                    </a:lnTo>
                    <a:cubicBezTo>
                      <a:pt x="9806" y="183"/>
                      <a:pt x="9825" y="106"/>
                      <a:pt x="9806" y="47"/>
                    </a:cubicBezTo>
                    <a:cubicBezTo>
                      <a:pt x="9792" y="19"/>
                      <a:pt x="9746" y="1"/>
                      <a:pt x="96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1"/>
              <p:cNvSpPr/>
              <p:nvPr/>
            </p:nvSpPr>
            <p:spPr>
              <a:xfrm>
                <a:off x="722950" y="1435650"/>
                <a:ext cx="248575" cy="144875"/>
              </a:xfrm>
              <a:custGeom>
                <a:avLst/>
                <a:gdLst/>
                <a:ahLst/>
                <a:cxnLst/>
                <a:rect l="l" t="t" r="r" b="b"/>
                <a:pathLst>
                  <a:path w="9943" h="5795" extrusionOk="0">
                    <a:moveTo>
                      <a:pt x="9811" y="1"/>
                    </a:moveTo>
                    <a:cubicBezTo>
                      <a:pt x="9792" y="1"/>
                      <a:pt x="9771" y="5"/>
                      <a:pt x="9748" y="17"/>
                    </a:cubicBezTo>
                    <a:lnTo>
                      <a:pt x="1" y="5620"/>
                    </a:lnTo>
                    <a:cubicBezTo>
                      <a:pt x="20" y="5659"/>
                      <a:pt x="40" y="5659"/>
                      <a:pt x="98" y="5678"/>
                    </a:cubicBezTo>
                    <a:cubicBezTo>
                      <a:pt x="137" y="5717"/>
                      <a:pt x="195" y="5756"/>
                      <a:pt x="215" y="5795"/>
                    </a:cubicBezTo>
                    <a:lnTo>
                      <a:pt x="9865" y="231"/>
                    </a:lnTo>
                    <a:cubicBezTo>
                      <a:pt x="9923" y="211"/>
                      <a:pt x="9942" y="133"/>
                      <a:pt x="9923" y="56"/>
                    </a:cubicBezTo>
                    <a:cubicBezTo>
                      <a:pt x="9895" y="28"/>
                      <a:pt x="9858" y="1"/>
                      <a:pt x="98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1"/>
              <p:cNvSpPr/>
              <p:nvPr/>
            </p:nvSpPr>
            <p:spPr>
              <a:xfrm>
                <a:off x="882500" y="1485475"/>
                <a:ext cx="175100" cy="10235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4094" extrusionOk="0">
                    <a:moveTo>
                      <a:pt x="6867" y="1"/>
                    </a:moveTo>
                    <a:cubicBezTo>
                      <a:pt x="6848" y="1"/>
                      <a:pt x="6829" y="3"/>
                      <a:pt x="6809" y="8"/>
                    </a:cubicBezTo>
                    <a:lnTo>
                      <a:pt x="0" y="3938"/>
                    </a:lnTo>
                    <a:cubicBezTo>
                      <a:pt x="20" y="3938"/>
                      <a:pt x="58" y="3977"/>
                      <a:pt x="78" y="3977"/>
                    </a:cubicBezTo>
                    <a:cubicBezTo>
                      <a:pt x="136" y="3996"/>
                      <a:pt x="175" y="4055"/>
                      <a:pt x="214" y="4094"/>
                    </a:cubicBezTo>
                    <a:lnTo>
                      <a:pt x="6945" y="222"/>
                    </a:lnTo>
                    <a:cubicBezTo>
                      <a:pt x="6984" y="203"/>
                      <a:pt x="7004" y="125"/>
                      <a:pt x="6984" y="66"/>
                    </a:cubicBezTo>
                    <a:cubicBezTo>
                      <a:pt x="6970" y="23"/>
                      <a:pt x="6922" y="1"/>
                      <a:pt x="68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1"/>
              <p:cNvSpPr/>
              <p:nvPr/>
            </p:nvSpPr>
            <p:spPr>
              <a:xfrm>
                <a:off x="697175" y="1502500"/>
                <a:ext cx="389625" cy="229300"/>
              </a:xfrm>
              <a:custGeom>
                <a:avLst/>
                <a:gdLst/>
                <a:ahLst/>
                <a:cxnLst/>
                <a:rect l="l" t="t" r="r" b="b"/>
                <a:pathLst>
                  <a:path w="15585" h="9172" extrusionOk="0">
                    <a:moveTo>
                      <a:pt x="15428" y="1"/>
                    </a:moveTo>
                    <a:cubicBezTo>
                      <a:pt x="15409" y="1"/>
                      <a:pt x="15390" y="3"/>
                      <a:pt x="15370" y="8"/>
                    </a:cubicBezTo>
                    <a:lnTo>
                      <a:pt x="1" y="8880"/>
                    </a:lnTo>
                    <a:lnTo>
                      <a:pt x="1" y="9171"/>
                    </a:lnTo>
                    <a:lnTo>
                      <a:pt x="15526" y="222"/>
                    </a:lnTo>
                    <a:cubicBezTo>
                      <a:pt x="15565" y="183"/>
                      <a:pt x="15584" y="105"/>
                      <a:pt x="15545" y="66"/>
                    </a:cubicBezTo>
                    <a:cubicBezTo>
                      <a:pt x="15531" y="23"/>
                      <a:pt x="15483" y="1"/>
                      <a:pt x="154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1"/>
              <p:cNvSpPr/>
              <p:nvPr/>
            </p:nvSpPr>
            <p:spPr>
              <a:xfrm>
                <a:off x="697175" y="1519025"/>
                <a:ext cx="418325" cy="246325"/>
              </a:xfrm>
              <a:custGeom>
                <a:avLst/>
                <a:gdLst/>
                <a:ahLst/>
                <a:cxnLst/>
                <a:rect l="l" t="t" r="r" b="b"/>
                <a:pathLst>
                  <a:path w="16733" h="9853" extrusionOk="0">
                    <a:moveTo>
                      <a:pt x="16599" y="1"/>
                    </a:moveTo>
                    <a:cubicBezTo>
                      <a:pt x="16579" y="1"/>
                      <a:pt x="16558" y="3"/>
                      <a:pt x="16537" y="9"/>
                    </a:cubicBezTo>
                    <a:lnTo>
                      <a:pt x="1" y="9561"/>
                    </a:lnTo>
                    <a:lnTo>
                      <a:pt x="1" y="9853"/>
                    </a:lnTo>
                    <a:lnTo>
                      <a:pt x="16654" y="242"/>
                    </a:lnTo>
                    <a:cubicBezTo>
                      <a:pt x="16713" y="184"/>
                      <a:pt x="16732" y="106"/>
                      <a:pt x="16713" y="47"/>
                    </a:cubicBezTo>
                    <a:cubicBezTo>
                      <a:pt x="16698" y="19"/>
                      <a:pt x="16653" y="1"/>
                      <a:pt x="165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1"/>
              <p:cNvSpPr/>
              <p:nvPr/>
            </p:nvSpPr>
            <p:spPr>
              <a:xfrm>
                <a:off x="704975" y="1535350"/>
                <a:ext cx="439200" cy="2548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0192" extrusionOk="0">
                    <a:moveTo>
                      <a:pt x="17437" y="1"/>
                    </a:moveTo>
                    <a:cubicBezTo>
                      <a:pt x="17417" y="1"/>
                      <a:pt x="17396" y="6"/>
                      <a:pt x="17373" y="17"/>
                    </a:cubicBezTo>
                    <a:lnTo>
                      <a:pt x="0" y="10036"/>
                    </a:lnTo>
                    <a:cubicBezTo>
                      <a:pt x="39" y="10036"/>
                      <a:pt x="58" y="10056"/>
                      <a:pt x="78" y="10056"/>
                    </a:cubicBezTo>
                    <a:cubicBezTo>
                      <a:pt x="117" y="10134"/>
                      <a:pt x="175" y="10173"/>
                      <a:pt x="233" y="10192"/>
                    </a:cubicBezTo>
                    <a:lnTo>
                      <a:pt x="17490" y="231"/>
                    </a:lnTo>
                    <a:cubicBezTo>
                      <a:pt x="17548" y="212"/>
                      <a:pt x="17568" y="134"/>
                      <a:pt x="17548" y="56"/>
                    </a:cubicBezTo>
                    <a:cubicBezTo>
                      <a:pt x="17521" y="28"/>
                      <a:pt x="17484" y="1"/>
                      <a:pt x="17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/>
              <p:cNvSpPr/>
              <p:nvPr/>
            </p:nvSpPr>
            <p:spPr>
              <a:xfrm>
                <a:off x="927725" y="1551625"/>
                <a:ext cx="245650" cy="143700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5748" extrusionOk="0">
                    <a:moveTo>
                      <a:pt x="9685" y="1"/>
                    </a:moveTo>
                    <a:cubicBezTo>
                      <a:pt x="9668" y="1"/>
                      <a:pt x="9650" y="3"/>
                      <a:pt x="9631" y="8"/>
                    </a:cubicBezTo>
                    <a:lnTo>
                      <a:pt x="0" y="5592"/>
                    </a:lnTo>
                    <a:cubicBezTo>
                      <a:pt x="20" y="5592"/>
                      <a:pt x="39" y="5611"/>
                      <a:pt x="78" y="5631"/>
                    </a:cubicBezTo>
                    <a:cubicBezTo>
                      <a:pt x="117" y="5650"/>
                      <a:pt x="156" y="5708"/>
                      <a:pt x="214" y="5747"/>
                    </a:cubicBezTo>
                    <a:lnTo>
                      <a:pt x="9747" y="241"/>
                    </a:lnTo>
                    <a:cubicBezTo>
                      <a:pt x="9806" y="203"/>
                      <a:pt x="9825" y="144"/>
                      <a:pt x="9806" y="66"/>
                    </a:cubicBezTo>
                    <a:cubicBezTo>
                      <a:pt x="9777" y="23"/>
                      <a:pt x="9736" y="1"/>
                      <a:pt x="9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1"/>
              <p:cNvSpPr/>
              <p:nvPr/>
            </p:nvSpPr>
            <p:spPr>
              <a:xfrm>
                <a:off x="829000" y="1568650"/>
                <a:ext cx="373050" cy="216650"/>
              </a:xfrm>
              <a:custGeom>
                <a:avLst/>
                <a:gdLst/>
                <a:ahLst/>
                <a:cxnLst/>
                <a:rect l="l" t="t" r="r" b="b"/>
                <a:pathLst>
                  <a:path w="14922" h="8666" extrusionOk="0">
                    <a:moveTo>
                      <a:pt x="14774" y="1"/>
                    </a:moveTo>
                    <a:cubicBezTo>
                      <a:pt x="14758" y="1"/>
                      <a:pt x="14742" y="3"/>
                      <a:pt x="14727" y="8"/>
                    </a:cubicBezTo>
                    <a:lnTo>
                      <a:pt x="0" y="8510"/>
                    </a:lnTo>
                    <a:cubicBezTo>
                      <a:pt x="39" y="8510"/>
                      <a:pt x="58" y="8529"/>
                      <a:pt x="78" y="8529"/>
                    </a:cubicBezTo>
                    <a:lnTo>
                      <a:pt x="233" y="8665"/>
                    </a:lnTo>
                    <a:lnTo>
                      <a:pt x="14844" y="241"/>
                    </a:lnTo>
                    <a:cubicBezTo>
                      <a:pt x="14883" y="202"/>
                      <a:pt x="14922" y="144"/>
                      <a:pt x="14883" y="66"/>
                    </a:cubicBezTo>
                    <a:cubicBezTo>
                      <a:pt x="14868" y="23"/>
                      <a:pt x="14821" y="1"/>
                      <a:pt x="147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1"/>
              <p:cNvSpPr/>
              <p:nvPr/>
            </p:nvSpPr>
            <p:spPr>
              <a:xfrm>
                <a:off x="1005550" y="1585200"/>
                <a:ext cx="224725" cy="131025"/>
              </a:xfrm>
              <a:custGeom>
                <a:avLst/>
                <a:gdLst/>
                <a:ahLst/>
                <a:cxnLst/>
                <a:rect l="l" t="t" r="r" b="b"/>
                <a:pathLst>
                  <a:path w="8989" h="5241" extrusionOk="0">
                    <a:moveTo>
                      <a:pt x="8851" y="0"/>
                    </a:moveTo>
                    <a:cubicBezTo>
                      <a:pt x="8833" y="0"/>
                      <a:pt x="8813" y="3"/>
                      <a:pt x="8794" y="7"/>
                    </a:cubicBezTo>
                    <a:lnTo>
                      <a:pt x="0" y="5085"/>
                    </a:lnTo>
                    <a:cubicBezTo>
                      <a:pt x="20" y="5085"/>
                      <a:pt x="39" y="5124"/>
                      <a:pt x="39" y="5124"/>
                    </a:cubicBezTo>
                    <a:cubicBezTo>
                      <a:pt x="117" y="5163"/>
                      <a:pt x="175" y="5182"/>
                      <a:pt x="195" y="5241"/>
                    </a:cubicBezTo>
                    <a:lnTo>
                      <a:pt x="8891" y="221"/>
                    </a:lnTo>
                    <a:cubicBezTo>
                      <a:pt x="8988" y="202"/>
                      <a:pt x="8988" y="124"/>
                      <a:pt x="8969" y="66"/>
                    </a:cubicBezTo>
                    <a:cubicBezTo>
                      <a:pt x="8954" y="22"/>
                      <a:pt x="8907" y="0"/>
                      <a:pt x="8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/>
              <p:cNvSpPr/>
              <p:nvPr/>
            </p:nvSpPr>
            <p:spPr>
              <a:xfrm>
                <a:off x="1092600" y="1602225"/>
                <a:ext cx="166850" cy="97475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3899" extrusionOk="0">
                    <a:moveTo>
                      <a:pt x="6517" y="0"/>
                    </a:moveTo>
                    <a:cubicBezTo>
                      <a:pt x="6499" y="0"/>
                      <a:pt x="6479" y="2"/>
                      <a:pt x="6460" y="7"/>
                    </a:cubicBezTo>
                    <a:lnTo>
                      <a:pt x="1" y="3723"/>
                    </a:lnTo>
                    <a:cubicBezTo>
                      <a:pt x="20" y="3723"/>
                      <a:pt x="20" y="3762"/>
                      <a:pt x="40" y="3762"/>
                    </a:cubicBezTo>
                    <a:cubicBezTo>
                      <a:pt x="117" y="3801"/>
                      <a:pt x="156" y="3859"/>
                      <a:pt x="215" y="3898"/>
                    </a:cubicBezTo>
                    <a:lnTo>
                      <a:pt x="6576" y="202"/>
                    </a:lnTo>
                    <a:cubicBezTo>
                      <a:pt x="6654" y="182"/>
                      <a:pt x="6674" y="105"/>
                      <a:pt x="6635" y="66"/>
                    </a:cubicBezTo>
                    <a:cubicBezTo>
                      <a:pt x="6620" y="22"/>
                      <a:pt x="6573" y="0"/>
                      <a:pt x="65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741450" y="1618750"/>
                <a:ext cx="546700" cy="316850"/>
              </a:xfrm>
              <a:custGeom>
                <a:avLst/>
                <a:gdLst/>
                <a:ahLst/>
                <a:cxnLst/>
                <a:rect l="l" t="t" r="r" b="b"/>
                <a:pathLst>
                  <a:path w="21868" h="12674" extrusionOk="0">
                    <a:moveTo>
                      <a:pt x="21734" y="0"/>
                    </a:moveTo>
                    <a:cubicBezTo>
                      <a:pt x="21715" y="0"/>
                      <a:pt x="21694" y="3"/>
                      <a:pt x="21673" y="8"/>
                    </a:cubicBezTo>
                    <a:lnTo>
                      <a:pt x="0" y="12498"/>
                    </a:lnTo>
                    <a:cubicBezTo>
                      <a:pt x="39" y="12498"/>
                      <a:pt x="59" y="12537"/>
                      <a:pt x="59" y="12537"/>
                    </a:cubicBezTo>
                    <a:cubicBezTo>
                      <a:pt x="136" y="12576"/>
                      <a:pt x="175" y="12634"/>
                      <a:pt x="234" y="12673"/>
                    </a:cubicBezTo>
                    <a:lnTo>
                      <a:pt x="21790" y="222"/>
                    </a:lnTo>
                    <a:cubicBezTo>
                      <a:pt x="21848" y="202"/>
                      <a:pt x="21868" y="125"/>
                      <a:pt x="21848" y="47"/>
                    </a:cubicBezTo>
                    <a:cubicBezTo>
                      <a:pt x="21834" y="18"/>
                      <a:pt x="21788" y="0"/>
                      <a:pt x="217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1"/>
              <p:cNvSpPr/>
              <p:nvPr/>
            </p:nvSpPr>
            <p:spPr>
              <a:xfrm>
                <a:off x="870825" y="1635075"/>
                <a:ext cx="446025" cy="258675"/>
              </a:xfrm>
              <a:custGeom>
                <a:avLst/>
                <a:gdLst/>
                <a:ahLst/>
                <a:cxnLst/>
                <a:rect l="l" t="t" r="r" b="b"/>
                <a:pathLst>
                  <a:path w="17841" h="10347" extrusionOk="0">
                    <a:moveTo>
                      <a:pt x="17700" y="0"/>
                    </a:moveTo>
                    <a:cubicBezTo>
                      <a:pt x="17682" y="0"/>
                      <a:pt x="17663" y="5"/>
                      <a:pt x="17646" y="16"/>
                    </a:cubicBezTo>
                    <a:lnTo>
                      <a:pt x="0" y="10172"/>
                    </a:lnTo>
                    <a:cubicBezTo>
                      <a:pt x="39" y="10172"/>
                      <a:pt x="59" y="10191"/>
                      <a:pt x="59" y="10191"/>
                    </a:cubicBezTo>
                    <a:cubicBezTo>
                      <a:pt x="136" y="10269"/>
                      <a:pt x="175" y="10289"/>
                      <a:pt x="234" y="10347"/>
                    </a:cubicBezTo>
                    <a:lnTo>
                      <a:pt x="17763" y="230"/>
                    </a:lnTo>
                    <a:cubicBezTo>
                      <a:pt x="17801" y="211"/>
                      <a:pt x="17840" y="133"/>
                      <a:pt x="17801" y="55"/>
                    </a:cubicBezTo>
                    <a:cubicBezTo>
                      <a:pt x="17788" y="28"/>
                      <a:pt x="17745" y="0"/>
                      <a:pt x="177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1"/>
              <p:cNvSpPr/>
              <p:nvPr/>
            </p:nvSpPr>
            <p:spPr>
              <a:xfrm>
                <a:off x="1037150" y="1651325"/>
                <a:ext cx="308400" cy="179700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7188" extrusionOk="0">
                    <a:moveTo>
                      <a:pt x="12187" y="1"/>
                    </a:moveTo>
                    <a:cubicBezTo>
                      <a:pt x="12171" y="1"/>
                      <a:pt x="12155" y="3"/>
                      <a:pt x="12141" y="8"/>
                    </a:cubicBezTo>
                    <a:lnTo>
                      <a:pt x="1" y="7012"/>
                    </a:lnTo>
                    <a:cubicBezTo>
                      <a:pt x="20" y="7012"/>
                      <a:pt x="40" y="7051"/>
                      <a:pt x="79" y="7051"/>
                    </a:cubicBezTo>
                    <a:cubicBezTo>
                      <a:pt x="137" y="7109"/>
                      <a:pt x="176" y="7168"/>
                      <a:pt x="215" y="7187"/>
                    </a:cubicBezTo>
                    <a:lnTo>
                      <a:pt x="12257" y="242"/>
                    </a:lnTo>
                    <a:cubicBezTo>
                      <a:pt x="12296" y="203"/>
                      <a:pt x="12335" y="144"/>
                      <a:pt x="12296" y="67"/>
                    </a:cubicBezTo>
                    <a:cubicBezTo>
                      <a:pt x="12282" y="23"/>
                      <a:pt x="12234" y="1"/>
                      <a:pt x="121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1"/>
              <p:cNvSpPr/>
              <p:nvPr/>
            </p:nvSpPr>
            <p:spPr>
              <a:xfrm>
                <a:off x="1163125" y="1668350"/>
                <a:ext cx="211600" cy="123275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4931" extrusionOk="0">
                    <a:moveTo>
                      <a:pt x="8307" y="1"/>
                    </a:moveTo>
                    <a:cubicBezTo>
                      <a:pt x="8293" y="1"/>
                      <a:pt x="8279" y="3"/>
                      <a:pt x="8269" y="8"/>
                    </a:cubicBezTo>
                    <a:lnTo>
                      <a:pt x="1" y="4775"/>
                    </a:lnTo>
                    <a:cubicBezTo>
                      <a:pt x="20" y="4775"/>
                      <a:pt x="40" y="4814"/>
                      <a:pt x="59" y="4814"/>
                    </a:cubicBezTo>
                    <a:cubicBezTo>
                      <a:pt x="117" y="4833"/>
                      <a:pt x="156" y="4872"/>
                      <a:pt x="215" y="4930"/>
                    </a:cubicBezTo>
                    <a:lnTo>
                      <a:pt x="8386" y="203"/>
                    </a:lnTo>
                    <a:cubicBezTo>
                      <a:pt x="8425" y="183"/>
                      <a:pt x="8463" y="105"/>
                      <a:pt x="8425" y="47"/>
                    </a:cubicBezTo>
                    <a:cubicBezTo>
                      <a:pt x="8396" y="19"/>
                      <a:pt x="8347" y="1"/>
                      <a:pt x="83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1"/>
              <p:cNvSpPr/>
              <p:nvPr/>
            </p:nvSpPr>
            <p:spPr>
              <a:xfrm>
                <a:off x="697175" y="1684900"/>
                <a:ext cx="705750" cy="412650"/>
              </a:xfrm>
              <a:custGeom>
                <a:avLst/>
                <a:gdLst/>
                <a:ahLst/>
                <a:cxnLst/>
                <a:rect l="l" t="t" r="r" b="b"/>
                <a:pathLst>
                  <a:path w="28230" h="16506" extrusionOk="0">
                    <a:moveTo>
                      <a:pt x="28093" y="0"/>
                    </a:moveTo>
                    <a:cubicBezTo>
                      <a:pt x="28074" y="0"/>
                      <a:pt x="28055" y="3"/>
                      <a:pt x="28035" y="8"/>
                    </a:cubicBezTo>
                    <a:lnTo>
                      <a:pt x="1" y="16214"/>
                    </a:lnTo>
                    <a:lnTo>
                      <a:pt x="1" y="16506"/>
                    </a:lnTo>
                    <a:lnTo>
                      <a:pt x="28172" y="222"/>
                    </a:lnTo>
                    <a:cubicBezTo>
                      <a:pt x="28230" y="202"/>
                      <a:pt x="28230" y="124"/>
                      <a:pt x="28210" y="66"/>
                    </a:cubicBezTo>
                    <a:cubicBezTo>
                      <a:pt x="28196" y="22"/>
                      <a:pt x="28148" y="0"/>
                      <a:pt x="280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1"/>
              <p:cNvSpPr/>
              <p:nvPr/>
            </p:nvSpPr>
            <p:spPr>
              <a:xfrm>
                <a:off x="1258950" y="1701925"/>
                <a:ext cx="173175" cy="101850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4074" extrusionOk="0">
                    <a:moveTo>
                      <a:pt x="6789" y="0"/>
                    </a:moveTo>
                    <a:cubicBezTo>
                      <a:pt x="6771" y="0"/>
                      <a:pt x="6751" y="3"/>
                      <a:pt x="6732" y="8"/>
                    </a:cubicBezTo>
                    <a:lnTo>
                      <a:pt x="0" y="3899"/>
                    </a:lnTo>
                    <a:cubicBezTo>
                      <a:pt x="20" y="3899"/>
                      <a:pt x="20" y="3899"/>
                      <a:pt x="59" y="3918"/>
                    </a:cubicBezTo>
                    <a:cubicBezTo>
                      <a:pt x="97" y="3957"/>
                      <a:pt x="156" y="3996"/>
                      <a:pt x="195" y="4074"/>
                    </a:cubicBezTo>
                    <a:lnTo>
                      <a:pt x="6868" y="222"/>
                    </a:lnTo>
                    <a:cubicBezTo>
                      <a:pt x="6907" y="202"/>
                      <a:pt x="6926" y="124"/>
                      <a:pt x="6907" y="66"/>
                    </a:cubicBezTo>
                    <a:cubicBezTo>
                      <a:pt x="6892" y="22"/>
                      <a:pt x="6845" y="0"/>
                      <a:pt x="67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1"/>
              <p:cNvSpPr/>
              <p:nvPr/>
            </p:nvSpPr>
            <p:spPr>
              <a:xfrm>
                <a:off x="1257000" y="18057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1"/>
              <p:cNvSpPr/>
              <p:nvPr/>
            </p:nvSpPr>
            <p:spPr>
              <a:xfrm>
                <a:off x="1341150" y="1717750"/>
                <a:ext cx="1196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2838" extrusionOk="0">
                    <a:moveTo>
                      <a:pt x="4655" y="1"/>
                    </a:moveTo>
                    <a:cubicBezTo>
                      <a:pt x="4635" y="1"/>
                      <a:pt x="4614" y="5"/>
                      <a:pt x="4591" y="17"/>
                    </a:cubicBezTo>
                    <a:lnTo>
                      <a:pt x="0" y="2663"/>
                    </a:lnTo>
                    <a:cubicBezTo>
                      <a:pt x="20" y="2682"/>
                      <a:pt x="39" y="2701"/>
                      <a:pt x="58" y="2701"/>
                    </a:cubicBezTo>
                    <a:cubicBezTo>
                      <a:pt x="136" y="2760"/>
                      <a:pt x="195" y="2779"/>
                      <a:pt x="214" y="2838"/>
                    </a:cubicBezTo>
                    <a:lnTo>
                      <a:pt x="4708" y="231"/>
                    </a:lnTo>
                    <a:cubicBezTo>
                      <a:pt x="4767" y="211"/>
                      <a:pt x="4786" y="133"/>
                      <a:pt x="4767" y="56"/>
                    </a:cubicBezTo>
                    <a:cubicBezTo>
                      <a:pt x="4739" y="28"/>
                      <a:pt x="4702" y="1"/>
                      <a:pt x="46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1"/>
              <p:cNvSpPr/>
              <p:nvPr/>
            </p:nvSpPr>
            <p:spPr>
              <a:xfrm>
                <a:off x="2158250" y="1441225"/>
                <a:ext cx="211600" cy="126675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5067" extrusionOk="0">
                    <a:moveTo>
                      <a:pt x="134" y="0"/>
                    </a:moveTo>
                    <a:cubicBezTo>
                      <a:pt x="80" y="0"/>
                      <a:pt x="34" y="18"/>
                      <a:pt x="20" y="47"/>
                    </a:cubicBezTo>
                    <a:cubicBezTo>
                      <a:pt x="0" y="105"/>
                      <a:pt x="0" y="183"/>
                      <a:pt x="59" y="222"/>
                    </a:cubicBezTo>
                    <a:lnTo>
                      <a:pt x="8463" y="5066"/>
                    </a:lnTo>
                    <a:lnTo>
                      <a:pt x="8463" y="4774"/>
                    </a:lnTo>
                    <a:lnTo>
                      <a:pt x="195" y="8"/>
                    </a:lnTo>
                    <a:cubicBezTo>
                      <a:pt x="174" y="3"/>
                      <a:pt x="153" y="0"/>
                      <a:pt x="1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1"/>
              <p:cNvSpPr/>
              <p:nvPr/>
            </p:nvSpPr>
            <p:spPr>
              <a:xfrm>
                <a:off x="2129075" y="1457675"/>
                <a:ext cx="240275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5712" extrusionOk="0">
                    <a:moveTo>
                      <a:pt x="130" y="1"/>
                    </a:moveTo>
                    <a:cubicBezTo>
                      <a:pt x="93" y="1"/>
                      <a:pt x="57" y="25"/>
                      <a:pt x="20" y="50"/>
                    </a:cubicBezTo>
                    <a:cubicBezTo>
                      <a:pt x="0" y="108"/>
                      <a:pt x="0" y="167"/>
                      <a:pt x="78" y="225"/>
                    </a:cubicBezTo>
                    <a:lnTo>
                      <a:pt x="9611" y="5712"/>
                    </a:lnTo>
                    <a:lnTo>
                      <a:pt x="9611" y="5459"/>
                    </a:lnTo>
                    <a:lnTo>
                      <a:pt x="195" y="31"/>
                    </a:lnTo>
                    <a:cubicBezTo>
                      <a:pt x="173" y="9"/>
                      <a:pt x="152" y="1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1"/>
              <p:cNvSpPr/>
              <p:nvPr/>
            </p:nvSpPr>
            <p:spPr>
              <a:xfrm>
                <a:off x="2100375" y="1474125"/>
                <a:ext cx="268500" cy="160400"/>
              </a:xfrm>
              <a:custGeom>
                <a:avLst/>
                <a:gdLst/>
                <a:ahLst/>
                <a:cxnLst/>
                <a:rect l="l" t="t" r="r" b="b"/>
                <a:pathLst>
                  <a:path w="10740" h="6416" extrusionOk="0">
                    <a:moveTo>
                      <a:pt x="126" y="0"/>
                    </a:moveTo>
                    <a:cubicBezTo>
                      <a:pt x="90" y="0"/>
                      <a:pt x="55" y="26"/>
                      <a:pt x="20" y="73"/>
                    </a:cubicBezTo>
                    <a:cubicBezTo>
                      <a:pt x="0" y="131"/>
                      <a:pt x="0" y="190"/>
                      <a:pt x="78" y="248"/>
                    </a:cubicBezTo>
                    <a:lnTo>
                      <a:pt x="10739" y="6415"/>
                    </a:lnTo>
                    <a:lnTo>
                      <a:pt x="10739" y="6124"/>
                    </a:lnTo>
                    <a:lnTo>
                      <a:pt x="195" y="34"/>
                    </a:lnTo>
                    <a:cubicBezTo>
                      <a:pt x="172" y="11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1"/>
              <p:cNvSpPr/>
              <p:nvPr/>
            </p:nvSpPr>
            <p:spPr>
              <a:xfrm>
                <a:off x="2071675" y="1490825"/>
                <a:ext cx="298175" cy="176775"/>
              </a:xfrm>
              <a:custGeom>
                <a:avLst/>
                <a:gdLst/>
                <a:ahLst/>
                <a:cxnLst/>
                <a:rect l="l" t="t" r="r" b="b"/>
                <a:pathLst>
                  <a:path w="11927" h="7071" extrusionOk="0">
                    <a:moveTo>
                      <a:pt x="149" y="1"/>
                    </a:moveTo>
                    <a:cubicBezTo>
                      <a:pt x="101" y="1"/>
                      <a:pt x="54" y="23"/>
                      <a:pt x="39" y="66"/>
                    </a:cubicBezTo>
                    <a:cubicBezTo>
                      <a:pt x="0" y="105"/>
                      <a:pt x="0" y="183"/>
                      <a:pt x="78" y="242"/>
                    </a:cubicBezTo>
                    <a:lnTo>
                      <a:pt x="11926" y="7070"/>
                    </a:lnTo>
                    <a:lnTo>
                      <a:pt x="11926" y="6778"/>
                    </a:lnTo>
                    <a:lnTo>
                      <a:pt x="195" y="8"/>
                    </a:lnTo>
                    <a:cubicBezTo>
                      <a:pt x="180" y="3"/>
                      <a:pt x="165" y="1"/>
                      <a:pt x="1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1"/>
              <p:cNvSpPr/>
              <p:nvPr/>
            </p:nvSpPr>
            <p:spPr>
              <a:xfrm>
                <a:off x="2042500" y="1507525"/>
                <a:ext cx="325875" cy="191200"/>
              </a:xfrm>
              <a:custGeom>
                <a:avLst/>
                <a:gdLst/>
                <a:ahLst/>
                <a:cxnLst/>
                <a:rect l="l" t="t" r="r" b="b"/>
                <a:pathLst>
                  <a:path w="13035" h="7648" extrusionOk="0">
                    <a:moveTo>
                      <a:pt x="136" y="1"/>
                    </a:moveTo>
                    <a:cubicBezTo>
                      <a:pt x="103" y="1"/>
                      <a:pt x="57" y="22"/>
                      <a:pt x="20" y="60"/>
                    </a:cubicBezTo>
                    <a:cubicBezTo>
                      <a:pt x="0" y="99"/>
                      <a:pt x="0" y="177"/>
                      <a:pt x="78" y="216"/>
                    </a:cubicBezTo>
                    <a:lnTo>
                      <a:pt x="12899" y="7647"/>
                    </a:lnTo>
                    <a:cubicBezTo>
                      <a:pt x="12938" y="7589"/>
                      <a:pt x="12996" y="7550"/>
                      <a:pt x="13035" y="7511"/>
                    </a:cubicBezTo>
                    <a:lnTo>
                      <a:pt x="13035" y="7433"/>
                    </a:lnTo>
                    <a:lnTo>
                      <a:pt x="175" y="21"/>
                    </a:lnTo>
                    <a:cubicBezTo>
                      <a:pt x="168" y="7"/>
                      <a:pt x="154" y="1"/>
                      <a:pt x="1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1"/>
              <p:cNvSpPr/>
              <p:nvPr/>
            </p:nvSpPr>
            <p:spPr>
              <a:xfrm>
                <a:off x="2014275" y="1523925"/>
                <a:ext cx="355075" cy="209825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8393" extrusionOk="0">
                    <a:moveTo>
                      <a:pt x="149" y="0"/>
                    </a:moveTo>
                    <a:cubicBezTo>
                      <a:pt x="95" y="0"/>
                      <a:pt x="35" y="25"/>
                      <a:pt x="20" y="85"/>
                    </a:cubicBezTo>
                    <a:cubicBezTo>
                      <a:pt x="1" y="124"/>
                      <a:pt x="1" y="202"/>
                      <a:pt x="59" y="241"/>
                    </a:cubicBezTo>
                    <a:lnTo>
                      <a:pt x="14203" y="8392"/>
                    </a:lnTo>
                    <a:lnTo>
                      <a:pt x="14203" y="8100"/>
                    </a:lnTo>
                    <a:lnTo>
                      <a:pt x="195" y="7"/>
                    </a:lnTo>
                    <a:cubicBezTo>
                      <a:pt x="182" y="2"/>
                      <a:pt x="166" y="0"/>
                      <a:pt x="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1"/>
              <p:cNvSpPr/>
              <p:nvPr/>
            </p:nvSpPr>
            <p:spPr>
              <a:xfrm>
                <a:off x="1985575" y="1540825"/>
                <a:ext cx="375025" cy="217725"/>
              </a:xfrm>
              <a:custGeom>
                <a:avLst/>
                <a:gdLst/>
                <a:ahLst/>
                <a:cxnLst/>
                <a:rect l="l" t="t" r="r" b="b"/>
                <a:pathLst>
                  <a:path w="15001" h="8709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14787" y="8708"/>
                    </a:lnTo>
                    <a:cubicBezTo>
                      <a:pt x="14806" y="8669"/>
                      <a:pt x="14865" y="8611"/>
                      <a:pt x="14923" y="8592"/>
                    </a:cubicBezTo>
                    <a:cubicBezTo>
                      <a:pt x="14962" y="8592"/>
                      <a:pt x="14981" y="8572"/>
                      <a:pt x="15001" y="8572"/>
                    </a:cubicBezTo>
                    <a:lnTo>
                      <a:pt x="195" y="12"/>
                    </a:lnTo>
                    <a:cubicBezTo>
                      <a:pt x="174" y="5"/>
                      <a:pt x="153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1"/>
              <p:cNvSpPr/>
              <p:nvPr/>
            </p:nvSpPr>
            <p:spPr>
              <a:xfrm>
                <a:off x="1956400" y="1557850"/>
                <a:ext cx="1843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4293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20" y="187"/>
                      <a:pt x="78" y="206"/>
                    </a:cubicBezTo>
                    <a:lnTo>
                      <a:pt x="7141" y="4292"/>
                    </a:lnTo>
                    <a:cubicBezTo>
                      <a:pt x="7199" y="4234"/>
                      <a:pt x="7238" y="4195"/>
                      <a:pt x="7296" y="4175"/>
                    </a:cubicBezTo>
                    <a:cubicBezTo>
                      <a:pt x="7316" y="4175"/>
                      <a:pt x="7335" y="4136"/>
                      <a:pt x="7374" y="4136"/>
                    </a:cubicBezTo>
                    <a:lnTo>
                      <a:pt x="195" y="12"/>
                    </a:lnTo>
                    <a:cubicBezTo>
                      <a:pt x="174" y="5"/>
                      <a:pt x="152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1"/>
              <p:cNvSpPr/>
              <p:nvPr/>
            </p:nvSpPr>
            <p:spPr>
              <a:xfrm>
                <a:off x="1927700" y="1574025"/>
                <a:ext cx="327850" cy="190850"/>
              </a:xfrm>
              <a:custGeom>
                <a:avLst/>
                <a:gdLst/>
                <a:ahLst/>
                <a:cxnLst/>
                <a:rect l="l" t="t" r="r" b="b"/>
                <a:pathLst>
                  <a:path w="13114" h="7634" extrusionOk="0">
                    <a:moveTo>
                      <a:pt x="131" y="1"/>
                    </a:moveTo>
                    <a:cubicBezTo>
                      <a:pt x="95" y="1"/>
                      <a:pt x="54" y="20"/>
                      <a:pt x="20" y="65"/>
                    </a:cubicBezTo>
                    <a:cubicBezTo>
                      <a:pt x="1" y="124"/>
                      <a:pt x="20" y="182"/>
                      <a:pt x="79" y="221"/>
                    </a:cubicBezTo>
                    <a:lnTo>
                      <a:pt x="12880" y="7633"/>
                    </a:lnTo>
                    <a:cubicBezTo>
                      <a:pt x="12938" y="7575"/>
                      <a:pt x="12977" y="7536"/>
                      <a:pt x="13036" y="7517"/>
                    </a:cubicBezTo>
                    <a:cubicBezTo>
                      <a:pt x="13055" y="7517"/>
                      <a:pt x="13094" y="7478"/>
                      <a:pt x="13113" y="7478"/>
                    </a:cubicBezTo>
                    <a:lnTo>
                      <a:pt x="195" y="26"/>
                    </a:lnTo>
                    <a:cubicBezTo>
                      <a:pt x="179" y="10"/>
                      <a:pt x="156" y="1"/>
                      <a:pt x="1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1"/>
              <p:cNvSpPr/>
              <p:nvPr/>
            </p:nvSpPr>
            <p:spPr>
              <a:xfrm>
                <a:off x="1899000" y="1590550"/>
                <a:ext cx="470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18834" h="11058" extrusionOk="0">
                    <a:moveTo>
                      <a:pt x="149" y="0"/>
                    </a:moveTo>
                    <a:cubicBezTo>
                      <a:pt x="102" y="0"/>
                      <a:pt x="54" y="22"/>
                      <a:pt x="40" y="66"/>
                    </a:cubicBezTo>
                    <a:cubicBezTo>
                      <a:pt x="1" y="105"/>
                      <a:pt x="1" y="183"/>
                      <a:pt x="79" y="221"/>
                    </a:cubicBezTo>
                    <a:lnTo>
                      <a:pt x="18833" y="11058"/>
                    </a:lnTo>
                    <a:lnTo>
                      <a:pt x="18833" y="10766"/>
                    </a:lnTo>
                    <a:lnTo>
                      <a:pt x="196" y="7"/>
                    </a:lnTo>
                    <a:cubicBezTo>
                      <a:pt x="181" y="3"/>
                      <a:pt x="165" y="0"/>
                      <a:pt x="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1"/>
              <p:cNvSpPr/>
              <p:nvPr/>
            </p:nvSpPr>
            <p:spPr>
              <a:xfrm>
                <a:off x="1869825" y="1607000"/>
                <a:ext cx="233000" cy="135975"/>
              </a:xfrm>
              <a:custGeom>
                <a:avLst/>
                <a:gdLst/>
                <a:ahLst/>
                <a:cxnLst/>
                <a:rect l="l" t="t" r="r" b="b"/>
                <a:pathLst>
                  <a:path w="9320" h="5439" extrusionOk="0">
                    <a:moveTo>
                      <a:pt x="146" y="0"/>
                    </a:moveTo>
                    <a:cubicBezTo>
                      <a:pt x="109" y="0"/>
                      <a:pt x="66" y="17"/>
                      <a:pt x="40" y="69"/>
                    </a:cubicBezTo>
                    <a:cubicBezTo>
                      <a:pt x="1" y="128"/>
                      <a:pt x="40" y="205"/>
                      <a:pt x="78" y="225"/>
                    </a:cubicBezTo>
                    <a:lnTo>
                      <a:pt x="9106" y="5439"/>
                    </a:lnTo>
                    <a:cubicBezTo>
                      <a:pt x="9144" y="5380"/>
                      <a:pt x="9203" y="5342"/>
                      <a:pt x="9242" y="5322"/>
                    </a:cubicBezTo>
                    <a:cubicBezTo>
                      <a:pt x="9281" y="5322"/>
                      <a:pt x="9300" y="5283"/>
                      <a:pt x="9320" y="5283"/>
                    </a:cubicBezTo>
                    <a:lnTo>
                      <a:pt x="195" y="11"/>
                    </a:lnTo>
                    <a:cubicBezTo>
                      <a:pt x="182" y="4"/>
                      <a:pt x="165" y="0"/>
                      <a:pt x="1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1"/>
              <p:cNvSpPr/>
              <p:nvPr/>
            </p:nvSpPr>
            <p:spPr>
              <a:xfrm>
                <a:off x="1841625" y="1624000"/>
                <a:ext cx="512175" cy="297475"/>
              </a:xfrm>
              <a:custGeom>
                <a:avLst/>
                <a:gdLst/>
                <a:ahLst/>
                <a:cxnLst/>
                <a:rect l="l" t="t" r="r" b="b"/>
                <a:pathLst>
                  <a:path w="20487" h="11899" extrusionOk="0">
                    <a:moveTo>
                      <a:pt x="132" y="1"/>
                    </a:moveTo>
                    <a:cubicBezTo>
                      <a:pt x="89" y="1"/>
                      <a:pt x="46" y="18"/>
                      <a:pt x="20" y="70"/>
                    </a:cubicBezTo>
                    <a:cubicBezTo>
                      <a:pt x="0" y="109"/>
                      <a:pt x="0" y="187"/>
                      <a:pt x="59" y="226"/>
                    </a:cubicBezTo>
                    <a:lnTo>
                      <a:pt x="20272" y="11899"/>
                    </a:lnTo>
                    <a:cubicBezTo>
                      <a:pt x="20292" y="11840"/>
                      <a:pt x="20350" y="11782"/>
                      <a:pt x="20428" y="11763"/>
                    </a:cubicBezTo>
                    <a:cubicBezTo>
                      <a:pt x="20447" y="11763"/>
                      <a:pt x="20467" y="11743"/>
                      <a:pt x="20486" y="11743"/>
                    </a:cubicBezTo>
                    <a:lnTo>
                      <a:pt x="195" y="12"/>
                    </a:lnTo>
                    <a:cubicBezTo>
                      <a:pt x="175" y="5"/>
                      <a:pt x="154" y="1"/>
                      <a:pt x="1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1"/>
              <p:cNvSpPr/>
              <p:nvPr/>
            </p:nvSpPr>
            <p:spPr>
              <a:xfrm>
                <a:off x="1812425" y="1641025"/>
                <a:ext cx="370650" cy="214800"/>
              </a:xfrm>
              <a:custGeom>
                <a:avLst/>
                <a:gdLst/>
                <a:ahLst/>
                <a:cxnLst/>
                <a:rect l="l" t="t" r="r" b="b"/>
                <a:pathLst>
                  <a:path w="14826" h="8592" extrusionOk="0">
                    <a:moveTo>
                      <a:pt x="157" y="1"/>
                    </a:moveTo>
                    <a:cubicBezTo>
                      <a:pt x="118" y="1"/>
                      <a:pt x="79" y="18"/>
                      <a:pt x="40" y="70"/>
                    </a:cubicBezTo>
                    <a:cubicBezTo>
                      <a:pt x="1" y="90"/>
                      <a:pt x="20" y="167"/>
                      <a:pt x="98" y="206"/>
                    </a:cubicBezTo>
                    <a:lnTo>
                      <a:pt x="14612" y="8591"/>
                    </a:lnTo>
                    <a:cubicBezTo>
                      <a:pt x="14651" y="8552"/>
                      <a:pt x="14709" y="8494"/>
                      <a:pt x="14748" y="8475"/>
                    </a:cubicBezTo>
                    <a:cubicBezTo>
                      <a:pt x="14787" y="8475"/>
                      <a:pt x="14806" y="8455"/>
                      <a:pt x="14826" y="8455"/>
                    </a:cubicBezTo>
                    <a:lnTo>
                      <a:pt x="215" y="12"/>
                    </a:lnTo>
                    <a:cubicBezTo>
                      <a:pt x="196" y="5"/>
                      <a:pt x="176" y="1"/>
                      <a:pt x="1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1"/>
              <p:cNvSpPr/>
              <p:nvPr/>
            </p:nvSpPr>
            <p:spPr>
              <a:xfrm>
                <a:off x="1783750" y="1657100"/>
                <a:ext cx="504375" cy="291625"/>
              </a:xfrm>
              <a:custGeom>
                <a:avLst/>
                <a:gdLst/>
                <a:ahLst/>
                <a:cxnLst/>
                <a:rect l="l" t="t" r="r" b="b"/>
                <a:pathLst>
                  <a:path w="20175" h="11665" extrusionOk="0">
                    <a:moveTo>
                      <a:pt x="130" y="0"/>
                    </a:moveTo>
                    <a:cubicBezTo>
                      <a:pt x="93" y="0"/>
                      <a:pt x="56" y="25"/>
                      <a:pt x="20" y="50"/>
                    </a:cubicBezTo>
                    <a:cubicBezTo>
                      <a:pt x="0" y="108"/>
                      <a:pt x="0" y="166"/>
                      <a:pt x="78" y="225"/>
                    </a:cubicBezTo>
                    <a:lnTo>
                      <a:pt x="19941" y="11664"/>
                    </a:lnTo>
                    <a:cubicBezTo>
                      <a:pt x="19961" y="11645"/>
                      <a:pt x="20019" y="11625"/>
                      <a:pt x="20039" y="11606"/>
                    </a:cubicBezTo>
                    <a:cubicBezTo>
                      <a:pt x="20078" y="11567"/>
                      <a:pt x="20136" y="11548"/>
                      <a:pt x="20175" y="11548"/>
                    </a:cubicBezTo>
                    <a:lnTo>
                      <a:pt x="195" y="30"/>
                    </a:lnTo>
                    <a:cubicBezTo>
                      <a:pt x="173" y="9"/>
                      <a:pt x="152" y="0"/>
                      <a:pt x="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1"/>
              <p:cNvSpPr/>
              <p:nvPr/>
            </p:nvSpPr>
            <p:spPr>
              <a:xfrm>
                <a:off x="1755050" y="1674575"/>
                <a:ext cx="504875" cy="292150"/>
              </a:xfrm>
              <a:custGeom>
                <a:avLst/>
                <a:gdLst/>
                <a:ahLst/>
                <a:cxnLst/>
                <a:rect l="l" t="t" r="r" b="b"/>
                <a:pathLst>
                  <a:path w="20195" h="11686" extrusionOk="0">
                    <a:moveTo>
                      <a:pt x="139" y="0"/>
                    </a:moveTo>
                    <a:cubicBezTo>
                      <a:pt x="102" y="0"/>
                      <a:pt x="57" y="14"/>
                      <a:pt x="20" y="51"/>
                    </a:cubicBezTo>
                    <a:cubicBezTo>
                      <a:pt x="0" y="109"/>
                      <a:pt x="0" y="168"/>
                      <a:pt x="78" y="226"/>
                    </a:cubicBezTo>
                    <a:lnTo>
                      <a:pt x="19942" y="11685"/>
                    </a:lnTo>
                    <a:cubicBezTo>
                      <a:pt x="19961" y="11627"/>
                      <a:pt x="20000" y="11607"/>
                      <a:pt x="20039" y="11588"/>
                    </a:cubicBezTo>
                    <a:cubicBezTo>
                      <a:pt x="20078" y="11549"/>
                      <a:pt x="20136" y="11529"/>
                      <a:pt x="20195" y="11529"/>
                    </a:cubicBezTo>
                    <a:lnTo>
                      <a:pt x="195" y="12"/>
                    </a:lnTo>
                    <a:cubicBezTo>
                      <a:pt x="181" y="5"/>
                      <a:pt x="161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1"/>
              <p:cNvSpPr/>
              <p:nvPr/>
            </p:nvSpPr>
            <p:spPr>
              <a:xfrm>
                <a:off x="1725850" y="1690775"/>
                <a:ext cx="504900" cy="292475"/>
              </a:xfrm>
              <a:custGeom>
                <a:avLst/>
                <a:gdLst/>
                <a:ahLst/>
                <a:cxnLst/>
                <a:rect l="l" t="t" r="r" b="b"/>
                <a:pathLst>
                  <a:path w="20196" h="11699" extrusionOk="0">
                    <a:moveTo>
                      <a:pt x="131" y="0"/>
                    </a:moveTo>
                    <a:cubicBezTo>
                      <a:pt x="95" y="0"/>
                      <a:pt x="55" y="19"/>
                      <a:pt x="20" y="65"/>
                    </a:cubicBezTo>
                    <a:cubicBezTo>
                      <a:pt x="1" y="123"/>
                      <a:pt x="1" y="181"/>
                      <a:pt x="79" y="240"/>
                    </a:cubicBezTo>
                    <a:lnTo>
                      <a:pt x="19942" y="11699"/>
                    </a:lnTo>
                    <a:cubicBezTo>
                      <a:pt x="19962" y="11640"/>
                      <a:pt x="20020" y="11621"/>
                      <a:pt x="20040" y="11601"/>
                    </a:cubicBezTo>
                    <a:cubicBezTo>
                      <a:pt x="20098" y="11562"/>
                      <a:pt x="20137" y="11543"/>
                      <a:pt x="20195" y="11543"/>
                    </a:cubicBezTo>
                    <a:lnTo>
                      <a:pt x="196" y="26"/>
                    </a:lnTo>
                    <a:cubicBezTo>
                      <a:pt x="179" y="9"/>
                      <a:pt x="157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1"/>
              <p:cNvSpPr/>
              <p:nvPr/>
            </p:nvSpPr>
            <p:spPr>
              <a:xfrm>
                <a:off x="1697175" y="1707175"/>
                <a:ext cx="504875" cy="292125"/>
              </a:xfrm>
              <a:custGeom>
                <a:avLst/>
                <a:gdLst/>
                <a:ahLst/>
                <a:cxnLst/>
                <a:rect l="l" t="t" r="r" b="b"/>
                <a:pathLst>
                  <a:path w="20195" h="11685" extrusionOk="0">
                    <a:moveTo>
                      <a:pt x="146" y="1"/>
                    </a:moveTo>
                    <a:cubicBezTo>
                      <a:pt x="108" y="1"/>
                      <a:pt x="65" y="18"/>
                      <a:pt x="39" y="70"/>
                    </a:cubicBezTo>
                    <a:cubicBezTo>
                      <a:pt x="0" y="109"/>
                      <a:pt x="0" y="187"/>
                      <a:pt x="78" y="245"/>
                    </a:cubicBezTo>
                    <a:lnTo>
                      <a:pt x="19941" y="11685"/>
                    </a:lnTo>
                    <a:cubicBezTo>
                      <a:pt x="19980" y="11646"/>
                      <a:pt x="20000" y="11607"/>
                      <a:pt x="20039" y="11587"/>
                    </a:cubicBezTo>
                    <a:cubicBezTo>
                      <a:pt x="20097" y="11568"/>
                      <a:pt x="20136" y="11548"/>
                      <a:pt x="20194" y="11548"/>
                    </a:cubicBezTo>
                    <a:lnTo>
                      <a:pt x="195" y="12"/>
                    </a:lnTo>
                    <a:cubicBezTo>
                      <a:pt x="182" y="5"/>
                      <a:pt x="164" y="1"/>
                      <a:pt x="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1"/>
              <p:cNvSpPr/>
              <p:nvPr/>
            </p:nvSpPr>
            <p:spPr>
              <a:xfrm>
                <a:off x="1668950" y="1723725"/>
                <a:ext cx="504400" cy="291625"/>
              </a:xfrm>
              <a:custGeom>
                <a:avLst/>
                <a:gdLst/>
                <a:ahLst/>
                <a:cxnLst/>
                <a:rect l="l" t="t" r="r" b="b"/>
                <a:pathLst>
                  <a:path w="20176" h="11665" extrusionOk="0">
                    <a:moveTo>
                      <a:pt x="133" y="0"/>
                    </a:moveTo>
                    <a:cubicBezTo>
                      <a:pt x="89" y="0"/>
                      <a:pt x="46" y="18"/>
                      <a:pt x="20" y="69"/>
                    </a:cubicBezTo>
                    <a:cubicBezTo>
                      <a:pt x="1" y="108"/>
                      <a:pt x="1" y="186"/>
                      <a:pt x="59" y="206"/>
                    </a:cubicBezTo>
                    <a:lnTo>
                      <a:pt x="19942" y="11665"/>
                    </a:lnTo>
                    <a:cubicBezTo>
                      <a:pt x="19962" y="11645"/>
                      <a:pt x="20000" y="11606"/>
                      <a:pt x="20039" y="11587"/>
                    </a:cubicBezTo>
                    <a:cubicBezTo>
                      <a:pt x="20078" y="11567"/>
                      <a:pt x="20117" y="11548"/>
                      <a:pt x="20176" y="11548"/>
                    </a:cubicBezTo>
                    <a:lnTo>
                      <a:pt x="195" y="11"/>
                    </a:lnTo>
                    <a:cubicBezTo>
                      <a:pt x="176" y="5"/>
                      <a:pt x="154" y="0"/>
                      <a:pt x="1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1"/>
              <p:cNvSpPr/>
              <p:nvPr/>
            </p:nvSpPr>
            <p:spPr>
              <a:xfrm>
                <a:off x="2186950" y="1424600"/>
                <a:ext cx="182900" cy="110225"/>
              </a:xfrm>
              <a:custGeom>
                <a:avLst/>
                <a:gdLst/>
                <a:ahLst/>
                <a:cxnLst/>
                <a:rect l="l" t="t" r="r" b="b"/>
                <a:pathLst>
                  <a:path w="7316" h="4409" extrusionOk="0">
                    <a:moveTo>
                      <a:pt x="119" y="0"/>
                    </a:moveTo>
                    <a:cubicBezTo>
                      <a:pt x="72" y="0"/>
                      <a:pt x="33" y="18"/>
                      <a:pt x="20" y="70"/>
                    </a:cubicBezTo>
                    <a:cubicBezTo>
                      <a:pt x="0" y="109"/>
                      <a:pt x="0" y="186"/>
                      <a:pt x="59" y="225"/>
                    </a:cubicBezTo>
                    <a:lnTo>
                      <a:pt x="7315" y="4408"/>
                    </a:lnTo>
                    <a:lnTo>
                      <a:pt x="7315" y="4116"/>
                    </a:lnTo>
                    <a:lnTo>
                      <a:pt x="195" y="11"/>
                    </a:lnTo>
                    <a:cubicBezTo>
                      <a:pt x="169" y="5"/>
                      <a:pt x="143" y="0"/>
                      <a:pt x="1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1"/>
              <p:cNvSpPr/>
              <p:nvPr/>
            </p:nvSpPr>
            <p:spPr>
              <a:xfrm>
                <a:off x="2200575" y="1190425"/>
                <a:ext cx="167800" cy="101200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4048" extrusionOk="0">
                    <a:moveTo>
                      <a:pt x="6712" y="1"/>
                    </a:moveTo>
                    <a:cubicBezTo>
                      <a:pt x="6693" y="1"/>
                      <a:pt x="6673" y="1"/>
                      <a:pt x="6673" y="20"/>
                    </a:cubicBezTo>
                    <a:lnTo>
                      <a:pt x="78" y="3834"/>
                    </a:lnTo>
                    <a:cubicBezTo>
                      <a:pt x="39" y="3853"/>
                      <a:pt x="0" y="3931"/>
                      <a:pt x="39" y="4009"/>
                    </a:cubicBezTo>
                    <a:cubicBezTo>
                      <a:pt x="58" y="4048"/>
                      <a:pt x="97" y="4048"/>
                      <a:pt x="136" y="4048"/>
                    </a:cubicBezTo>
                    <a:cubicBezTo>
                      <a:pt x="156" y="4048"/>
                      <a:pt x="175" y="4048"/>
                      <a:pt x="175" y="4028"/>
                    </a:cubicBezTo>
                    <a:lnTo>
                      <a:pt x="6712" y="254"/>
                    </a:lnTo>
                    <a:lnTo>
                      <a:pt x="67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1"/>
              <p:cNvSpPr/>
              <p:nvPr/>
            </p:nvSpPr>
            <p:spPr>
              <a:xfrm>
                <a:off x="2173825" y="1223500"/>
                <a:ext cx="89025" cy="53050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2122" extrusionOk="0">
                    <a:moveTo>
                      <a:pt x="3346" y="1"/>
                    </a:moveTo>
                    <a:lnTo>
                      <a:pt x="78" y="1907"/>
                    </a:lnTo>
                    <a:cubicBezTo>
                      <a:pt x="39" y="1927"/>
                      <a:pt x="0" y="2005"/>
                      <a:pt x="39" y="2083"/>
                    </a:cubicBezTo>
                    <a:cubicBezTo>
                      <a:pt x="58" y="2102"/>
                      <a:pt x="97" y="2121"/>
                      <a:pt x="156" y="2121"/>
                    </a:cubicBezTo>
                    <a:cubicBezTo>
                      <a:pt x="175" y="2121"/>
                      <a:pt x="195" y="2121"/>
                      <a:pt x="195" y="2102"/>
                    </a:cubicBezTo>
                    <a:lnTo>
                      <a:pt x="3560" y="157"/>
                    </a:lnTo>
                    <a:cubicBezTo>
                      <a:pt x="3521" y="157"/>
                      <a:pt x="3521" y="137"/>
                      <a:pt x="3502" y="137"/>
                    </a:cubicBezTo>
                    <a:cubicBezTo>
                      <a:pt x="3444" y="79"/>
                      <a:pt x="3385" y="59"/>
                      <a:pt x="33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1"/>
              <p:cNvSpPr/>
              <p:nvPr/>
            </p:nvSpPr>
            <p:spPr>
              <a:xfrm>
                <a:off x="2147050" y="1127700"/>
                <a:ext cx="221325" cy="133275"/>
              </a:xfrm>
              <a:custGeom>
                <a:avLst/>
                <a:gdLst/>
                <a:ahLst/>
                <a:cxnLst/>
                <a:rect l="l" t="t" r="r" b="b"/>
                <a:pathLst>
                  <a:path w="8853" h="5331" extrusionOk="0">
                    <a:moveTo>
                      <a:pt x="8853" y="0"/>
                    </a:moveTo>
                    <a:lnTo>
                      <a:pt x="59" y="5078"/>
                    </a:lnTo>
                    <a:cubicBezTo>
                      <a:pt x="1" y="5156"/>
                      <a:pt x="1" y="5234"/>
                      <a:pt x="40" y="5273"/>
                    </a:cubicBezTo>
                    <a:cubicBezTo>
                      <a:pt x="59" y="5331"/>
                      <a:pt x="98" y="5331"/>
                      <a:pt x="137" y="5331"/>
                    </a:cubicBezTo>
                    <a:cubicBezTo>
                      <a:pt x="157" y="5331"/>
                      <a:pt x="176" y="5331"/>
                      <a:pt x="176" y="5292"/>
                    </a:cubicBezTo>
                    <a:lnTo>
                      <a:pt x="8853" y="292"/>
                    </a:lnTo>
                    <a:lnTo>
                      <a:pt x="88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1"/>
              <p:cNvSpPr/>
              <p:nvPr/>
            </p:nvSpPr>
            <p:spPr>
              <a:xfrm>
                <a:off x="2119825" y="1096075"/>
                <a:ext cx="249050" cy="148850"/>
              </a:xfrm>
              <a:custGeom>
                <a:avLst/>
                <a:gdLst/>
                <a:ahLst/>
                <a:cxnLst/>
                <a:rect l="l" t="t" r="r" b="b"/>
                <a:pathLst>
                  <a:path w="9962" h="5954" extrusionOk="0">
                    <a:moveTo>
                      <a:pt x="9961" y="1"/>
                    </a:moveTo>
                    <a:lnTo>
                      <a:pt x="78" y="5720"/>
                    </a:lnTo>
                    <a:cubicBezTo>
                      <a:pt x="20" y="5779"/>
                      <a:pt x="1" y="5857"/>
                      <a:pt x="59" y="5915"/>
                    </a:cubicBezTo>
                    <a:cubicBezTo>
                      <a:pt x="78" y="5954"/>
                      <a:pt x="117" y="5954"/>
                      <a:pt x="137" y="5954"/>
                    </a:cubicBezTo>
                    <a:cubicBezTo>
                      <a:pt x="176" y="5954"/>
                      <a:pt x="195" y="5954"/>
                      <a:pt x="195" y="5934"/>
                    </a:cubicBezTo>
                    <a:lnTo>
                      <a:pt x="9961" y="292"/>
                    </a:lnTo>
                    <a:lnTo>
                      <a:pt x="996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1"/>
              <p:cNvSpPr/>
              <p:nvPr/>
            </p:nvSpPr>
            <p:spPr>
              <a:xfrm>
                <a:off x="1815350" y="1065425"/>
                <a:ext cx="554000" cy="324925"/>
              </a:xfrm>
              <a:custGeom>
                <a:avLst/>
                <a:gdLst/>
                <a:ahLst/>
                <a:cxnLst/>
                <a:rect l="l" t="t" r="r" b="b"/>
                <a:pathLst>
                  <a:path w="22160" h="12997" extrusionOk="0">
                    <a:moveTo>
                      <a:pt x="22160" y="1"/>
                    </a:moveTo>
                    <a:lnTo>
                      <a:pt x="79" y="12744"/>
                    </a:lnTo>
                    <a:cubicBezTo>
                      <a:pt x="20" y="12802"/>
                      <a:pt x="1" y="12880"/>
                      <a:pt x="40" y="12939"/>
                    </a:cubicBezTo>
                    <a:cubicBezTo>
                      <a:pt x="79" y="12997"/>
                      <a:pt x="117" y="12997"/>
                      <a:pt x="137" y="12997"/>
                    </a:cubicBezTo>
                    <a:cubicBezTo>
                      <a:pt x="176" y="12997"/>
                      <a:pt x="195" y="12997"/>
                      <a:pt x="195" y="12977"/>
                    </a:cubicBezTo>
                    <a:lnTo>
                      <a:pt x="22160" y="293"/>
                    </a:lnTo>
                    <a:lnTo>
                      <a:pt x="221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1"/>
              <p:cNvSpPr/>
              <p:nvPr/>
            </p:nvSpPr>
            <p:spPr>
              <a:xfrm>
                <a:off x="1788600" y="1033825"/>
                <a:ext cx="579775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23191" h="13619" extrusionOk="0">
                    <a:moveTo>
                      <a:pt x="23191" y="0"/>
                    </a:moveTo>
                    <a:lnTo>
                      <a:pt x="40" y="13385"/>
                    </a:lnTo>
                    <a:cubicBezTo>
                      <a:pt x="20" y="13463"/>
                      <a:pt x="1" y="13522"/>
                      <a:pt x="20" y="13580"/>
                    </a:cubicBezTo>
                    <a:cubicBezTo>
                      <a:pt x="40" y="13619"/>
                      <a:pt x="98" y="13619"/>
                      <a:pt x="117" y="13619"/>
                    </a:cubicBezTo>
                    <a:cubicBezTo>
                      <a:pt x="137" y="13619"/>
                      <a:pt x="176" y="13619"/>
                      <a:pt x="176" y="13599"/>
                    </a:cubicBezTo>
                    <a:lnTo>
                      <a:pt x="23191" y="292"/>
                    </a:lnTo>
                    <a:lnTo>
                      <a:pt x="231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1"/>
              <p:cNvSpPr/>
              <p:nvPr/>
            </p:nvSpPr>
            <p:spPr>
              <a:xfrm>
                <a:off x="1761850" y="1055700"/>
                <a:ext cx="522875" cy="303525"/>
              </a:xfrm>
              <a:custGeom>
                <a:avLst/>
                <a:gdLst/>
                <a:ahLst/>
                <a:cxnLst/>
                <a:rect l="l" t="t" r="r" b="b"/>
                <a:pathLst>
                  <a:path w="20915" h="12141" extrusionOk="0">
                    <a:moveTo>
                      <a:pt x="20720" y="1"/>
                    </a:moveTo>
                    <a:lnTo>
                      <a:pt x="78" y="11927"/>
                    </a:lnTo>
                    <a:cubicBezTo>
                      <a:pt x="20" y="11946"/>
                      <a:pt x="1" y="12024"/>
                      <a:pt x="20" y="12102"/>
                    </a:cubicBezTo>
                    <a:cubicBezTo>
                      <a:pt x="40" y="12141"/>
                      <a:pt x="98" y="12141"/>
                      <a:pt x="117" y="12141"/>
                    </a:cubicBezTo>
                    <a:cubicBezTo>
                      <a:pt x="137" y="12141"/>
                      <a:pt x="176" y="12141"/>
                      <a:pt x="176" y="12121"/>
                    </a:cubicBezTo>
                    <a:lnTo>
                      <a:pt x="20915" y="137"/>
                    </a:lnTo>
                    <a:cubicBezTo>
                      <a:pt x="20895" y="137"/>
                      <a:pt x="20856" y="98"/>
                      <a:pt x="20837" y="79"/>
                    </a:cubicBezTo>
                    <a:cubicBezTo>
                      <a:pt x="20817" y="79"/>
                      <a:pt x="20759" y="40"/>
                      <a:pt x="207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1"/>
              <p:cNvSpPr/>
              <p:nvPr/>
            </p:nvSpPr>
            <p:spPr>
              <a:xfrm>
                <a:off x="1735100" y="1111150"/>
                <a:ext cx="398850" cy="232525"/>
              </a:xfrm>
              <a:custGeom>
                <a:avLst/>
                <a:gdLst/>
                <a:ahLst/>
                <a:cxnLst/>
                <a:rect l="l" t="t" r="r" b="b"/>
                <a:pathLst>
                  <a:path w="15954" h="9301" extrusionOk="0">
                    <a:moveTo>
                      <a:pt x="15720" y="1"/>
                    </a:moveTo>
                    <a:lnTo>
                      <a:pt x="78" y="9067"/>
                    </a:lnTo>
                    <a:cubicBezTo>
                      <a:pt x="1" y="9125"/>
                      <a:pt x="1" y="9203"/>
                      <a:pt x="20" y="9242"/>
                    </a:cubicBezTo>
                    <a:cubicBezTo>
                      <a:pt x="40" y="9300"/>
                      <a:pt x="98" y="9300"/>
                      <a:pt x="117" y="9300"/>
                    </a:cubicBezTo>
                    <a:cubicBezTo>
                      <a:pt x="137" y="9300"/>
                      <a:pt x="176" y="9300"/>
                      <a:pt x="176" y="9261"/>
                    </a:cubicBezTo>
                    <a:lnTo>
                      <a:pt x="15954" y="137"/>
                    </a:lnTo>
                    <a:cubicBezTo>
                      <a:pt x="15934" y="137"/>
                      <a:pt x="15895" y="117"/>
                      <a:pt x="15876" y="117"/>
                    </a:cubicBezTo>
                    <a:cubicBezTo>
                      <a:pt x="15798" y="98"/>
                      <a:pt x="15779" y="40"/>
                      <a:pt x="157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1"/>
              <p:cNvSpPr/>
              <p:nvPr/>
            </p:nvSpPr>
            <p:spPr>
              <a:xfrm>
                <a:off x="1707875" y="1051825"/>
                <a:ext cx="475700" cy="276275"/>
              </a:xfrm>
              <a:custGeom>
                <a:avLst/>
                <a:gdLst/>
                <a:ahLst/>
                <a:cxnLst/>
                <a:rect l="l" t="t" r="r" b="b"/>
                <a:pathLst>
                  <a:path w="19028" h="11051" extrusionOk="0">
                    <a:moveTo>
                      <a:pt x="18813" y="0"/>
                    </a:moveTo>
                    <a:lnTo>
                      <a:pt x="59" y="10817"/>
                    </a:lnTo>
                    <a:cubicBezTo>
                      <a:pt x="20" y="10856"/>
                      <a:pt x="0" y="10934"/>
                      <a:pt x="39" y="11012"/>
                    </a:cubicBezTo>
                    <a:cubicBezTo>
                      <a:pt x="59" y="11051"/>
                      <a:pt x="117" y="11051"/>
                      <a:pt x="136" y="11051"/>
                    </a:cubicBezTo>
                    <a:cubicBezTo>
                      <a:pt x="156" y="11051"/>
                      <a:pt x="195" y="11051"/>
                      <a:pt x="195" y="11031"/>
                    </a:cubicBezTo>
                    <a:lnTo>
                      <a:pt x="19027" y="156"/>
                    </a:lnTo>
                    <a:cubicBezTo>
                      <a:pt x="19008" y="156"/>
                      <a:pt x="18988" y="136"/>
                      <a:pt x="18969" y="117"/>
                    </a:cubicBezTo>
                    <a:cubicBezTo>
                      <a:pt x="18910" y="98"/>
                      <a:pt x="18871" y="39"/>
                      <a:pt x="188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1"/>
              <p:cNvSpPr/>
              <p:nvPr/>
            </p:nvSpPr>
            <p:spPr>
              <a:xfrm>
                <a:off x="1680625" y="974000"/>
                <a:ext cx="584650" cy="339025"/>
              </a:xfrm>
              <a:custGeom>
                <a:avLst/>
                <a:gdLst/>
                <a:ahLst/>
                <a:cxnLst/>
                <a:rect l="l" t="t" r="r" b="b"/>
                <a:pathLst>
                  <a:path w="23386" h="13561" extrusionOk="0">
                    <a:moveTo>
                      <a:pt x="23152" y="0"/>
                    </a:moveTo>
                    <a:lnTo>
                      <a:pt x="78" y="13327"/>
                    </a:lnTo>
                    <a:cubicBezTo>
                      <a:pt x="40" y="13347"/>
                      <a:pt x="1" y="13424"/>
                      <a:pt x="40" y="13483"/>
                    </a:cubicBezTo>
                    <a:cubicBezTo>
                      <a:pt x="59" y="13541"/>
                      <a:pt x="117" y="13561"/>
                      <a:pt x="156" y="13561"/>
                    </a:cubicBezTo>
                    <a:cubicBezTo>
                      <a:pt x="176" y="13561"/>
                      <a:pt x="215" y="13561"/>
                      <a:pt x="215" y="13541"/>
                    </a:cubicBezTo>
                    <a:lnTo>
                      <a:pt x="23386" y="156"/>
                    </a:lnTo>
                    <a:cubicBezTo>
                      <a:pt x="23347" y="156"/>
                      <a:pt x="23327" y="137"/>
                      <a:pt x="23308" y="117"/>
                    </a:cubicBezTo>
                    <a:cubicBezTo>
                      <a:pt x="23249" y="98"/>
                      <a:pt x="23210" y="39"/>
                      <a:pt x="23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1"/>
              <p:cNvSpPr/>
              <p:nvPr/>
            </p:nvSpPr>
            <p:spPr>
              <a:xfrm>
                <a:off x="1654375" y="879650"/>
                <a:ext cx="714975" cy="417825"/>
              </a:xfrm>
              <a:custGeom>
                <a:avLst/>
                <a:gdLst/>
                <a:ahLst/>
                <a:cxnLst/>
                <a:rect l="l" t="t" r="r" b="b"/>
                <a:pathLst>
                  <a:path w="28599" h="16713" extrusionOk="0">
                    <a:moveTo>
                      <a:pt x="28599" y="0"/>
                    </a:moveTo>
                    <a:lnTo>
                      <a:pt x="58" y="16459"/>
                    </a:lnTo>
                    <a:cubicBezTo>
                      <a:pt x="20" y="16517"/>
                      <a:pt x="0" y="16576"/>
                      <a:pt x="20" y="16654"/>
                    </a:cubicBezTo>
                    <a:cubicBezTo>
                      <a:pt x="39" y="16712"/>
                      <a:pt x="97" y="16712"/>
                      <a:pt x="117" y="16712"/>
                    </a:cubicBezTo>
                    <a:cubicBezTo>
                      <a:pt x="136" y="16712"/>
                      <a:pt x="156" y="16712"/>
                      <a:pt x="156" y="16673"/>
                    </a:cubicBezTo>
                    <a:lnTo>
                      <a:pt x="28599" y="292"/>
                    </a:lnTo>
                    <a:lnTo>
                      <a:pt x="285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1"/>
              <p:cNvSpPr/>
              <p:nvPr/>
            </p:nvSpPr>
            <p:spPr>
              <a:xfrm>
                <a:off x="1627625" y="853200"/>
                <a:ext cx="737350" cy="428225"/>
              </a:xfrm>
              <a:custGeom>
                <a:avLst/>
                <a:gdLst/>
                <a:ahLst/>
                <a:cxnLst/>
                <a:rect l="l" t="t" r="r" b="b"/>
                <a:pathLst>
                  <a:path w="29494" h="17129" extrusionOk="0">
                    <a:moveTo>
                      <a:pt x="29354" y="0"/>
                    </a:moveTo>
                    <a:cubicBezTo>
                      <a:pt x="29337" y="0"/>
                      <a:pt x="29319" y="3"/>
                      <a:pt x="29299" y="8"/>
                    </a:cubicBezTo>
                    <a:lnTo>
                      <a:pt x="39" y="16895"/>
                    </a:lnTo>
                    <a:cubicBezTo>
                      <a:pt x="20" y="16953"/>
                      <a:pt x="0" y="17031"/>
                      <a:pt x="20" y="17089"/>
                    </a:cubicBezTo>
                    <a:cubicBezTo>
                      <a:pt x="39" y="17128"/>
                      <a:pt x="97" y="17128"/>
                      <a:pt x="117" y="17128"/>
                    </a:cubicBezTo>
                    <a:cubicBezTo>
                      <a:pt x="136" y="17128"/>
                      <a:pt x="156" y="17128"/>
                      <a:pt x="156" y="17109"/>
                    </a:cubicBezTo>
                    <a:lnTo>
                      <a:pt x="29416" y="222"/>
                    </a:lnTo>
                    <a:cubicBezTo>
                      <a:pt x="29474" y="202"/>
                      <a:pt x="29494" y="124"/>
                      <a:pt x="29474" y="66"/>
                    </a:cubicBezTo>
                    <a:cubicBezTo>
                      <a:pt x="29445" y="22"/>
                      <a:pt x="29405" y="0"/>
                      <a:pt x="293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1"/>
              <p:cNvSpPr/>
              <p:nvPr/>
            </p:nvSpPr>
            <p:spPr>
              <a:xfrm>
                <a:off x="1573150" y="1036250"/>
                <a:ext cx="369175" cy="215000"/>
              </a:xfrm>
              <a:custGeom>
                <a:avLst/>
                <a:gdLst/>
                <a:ahLst/>
                <a:cxnLst/>
                <a:rect l="l" t="t" r="r" b="b"/>
                <a:pathLst>
                  <a:path w="14767" h="8600" extrusionOk="0">
                    <a:moveTo>
                      <a:pt x="14552" y="1"/>
                    </a:moveTo>
                    <a:lnTo>
                      <a:pt x="78" y="8347"/>
                    </a:lnTo>
                    <a:cubicBezTo>
                      <a:pt x="39" y="8366"/>
                      <a:pt x="0" y="8444"/>
                      <a:pt x="39" y="8522"/>
                    </a:cubicBezTo>
                    <a:cubicBezTo>
                      <a:pt x="78" y="8561"/>
                      <a:pt x="97" y="8600"/>
                      <a:pt x="156" y="8600"/>
                    </a:cubicBezTo>
                    <a:cubicBezTo>
                      <a:pt x="175" y="8600"/>
                      <a:pt x="195" y="8600"/>
                      <a:pt x="195" y="8561"/>
                    </a:cubicBezTo>
                    <a:lnTo>
                      <a:pt x="14766" y="156"/>
                    </a:lnTo>
                    <a:cubicBezTo>
                      <a:pt x="14747" y="156"/>
                      <a:pt x="14728" y="137"/>
                      <a:pt x="14689" y="137"/>
                    </a:cubicBezTo>
                    <a:cubicBezTo>
                      <a:pt x="14650" y="98"/>
                      <a:pt x="14591" y="59"/>
                      <a:pt x="145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1"/>
              <p:cNvSpPr/>
              <p:nvPr/>
            </p:nvSpPr>
            <p:spPr>
              <a:xfrm>
                <a:off x="1588700" y="11943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1"/>
              <p:cNvSpPr/>
              <p:nvPr/>
            </p:nvSpPr>
            <p:spPr>
              <a:xfrm>
                <a:off x="1546400" y="122545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195"/>
                      <a:pt x="0" y="273"/>
                      <a:pt x="39" y="33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37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1"/>
              <p:cNvSpPr/>
              <p:nvPr/>
            </p:nvSpPr>
            <p:spPr>
              <a:xfrm>
                <a:off x="1642200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0"/>
                    </a:moveTo>
                    <a:lnTo>
                      <a:pt x="1" y="487"/>
                    </a:lnTo>
                    <a:lnTo>
                      <a:pt x="234" y="642"/>
                    </a:lnTo>
                    <a:lnTo>
                      <a:pt x="1071" y="156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1"/>
              <p:cNvSpPr/>
              <p:nvPr/>
            </p:nvSpPr>
            <p:spPr>
              <a:xfrm>
                <a:off x="1560975" y="121037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68"/>
                    </a:lnTo>
                    <a:lnTo>
                      <a:pt x="254" y="604"/>
                    </a:lnTo>
                    <a:lnTo>
                      <a:pt x="111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1"/>
              <p:cNvSpPr/>
              <p:nvPr/>
            </p:nvSpPr>
            <p:spPr>
              <a:xfrm>
                <a:off x="16962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7" y="1"/>
                    </a:moveTo>
                    <a:lnTo>
                      <a:pt x="0" y="487"/>
                    </a:lnTo>
                    <a:lnTo>
                      <a:pt x="234" y="623"/>
                    </a:lnTo>
                    <a:lnTo>
                      <a:pt x="1070" y="13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1722950" y="872825"/>
                <a:ext cx="448450" cy="259750"/>
              </a:xfrm>
              <a:custGeom>
                <a:avLst/>
                <a:gdLst/>
                <a:ahLst/>
                <a:cxnLst/>
                <a:rect l="l" t="t" r="r" b="b"/>
                <a:pathLst>
                  <a:path w="17938" h="10390" extrusionOk="0">
                    <a:moveTo>
                      <a:pt x="17724" y="1"/>
                    </a:moveTo>
                    <a:lnTo>
                      <a:pt x="0" y="10234"/>
                    </a:lnTo>
                    <a:lnTo>
                      <a:pt x="234" y="10390"/>
                    </a:lnTo>
                    <a:lnTo>
                      <a:pt x="17938" y="156"/>
                    </a:lnTo>
                    <a:cubicBezTo>
                      <a:pt x="17899" y="118"/>
                      <a:pt x="17879" y="118"/>
                      <a:pt x="17840" y="98"/>
                    </a:cubicBezTo>
                    <a:cubicBezTo>
                      <a:pt x="17802" y="79"/>
                      <a:pt x="17743" y="20"/>
                      <a:pt x="177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>
                <a:off x="1615450" y="11792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0"/>
                    </a:moveTo>
                    <a:lnTo>
                      <a:pt x="1" y="467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1"/>
              <p:cNvSpPr/>
              <p:nvPr/>
            </p:nvSpPr>
            <p:spPr>
              <a:xfrm>
                <a:off x="1668950" y="114812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34" y="603"/>
                    </a:lnTo>
                    <a:lnTo>
                      <a:pt x="1090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>
                <a:off x="1588700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0"/>
                    </a:moveTo>
                    <a:lnTo>
                      <a:pt x="1" y="487"/>
                    </a:lnTo>
                    <a:lnTo>
                      <a:pt x="234" y="642"/>
                    </a:lnTo>
                    <a:lnTo>
                      <a:pt x="1071" y="156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>
                <a:off x="1560975" y="11792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0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1"/>
              <p:cNvSpPr/>
              <p:nvPr/>
            </p:nvSpPr>
            <p:spPr>
              <a:xfrm>
                <a:off x="1696200" y="923425"/>
                <a:ext cx="334150" cy="194075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7763" extrusionOk="0">
                    <a:moveTo>
                      <a:pt x="13152" y="0"/>
                    </a:moveTo>
                    <a:lnTo>
                      <a:pt x="0" y="7607"/>
                    </a:lnTo>
                    <a:lnTo>
                      <a:pt x="234" y="7763"/>
                    </a:lnTo>
                    <a:lnTo>
                      <a:pt x="13366" y="175"/>
                    </a:lnTo>
                    <a:cubicBezTo>
                      <a:pt x="13346" y="136"/>
                      <a:pt x="13327" y="136"/>
                      <a:pt x="13307" y="117"/>
                    </a:cubicBezTo>
                    <a:cubicBezTo>
                      <a:pt x="13249" y="97"/>
                      <a:pt x="13210" y="39"/>
                      <a:pt x="13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1"/>
              <p:cNvSpPr/>
              <p:nvPr/>
            </p:nvSpPr>
            <p:spPr>
              <a:xfrm>
                <a:off x="16422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23"/>
                    </a:lnTo>
                    <a:lnTo>
                      <a:pt x="1071" y="13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1"/>
              <p:cNvSpPr/>
              <p:nvPr/>
            </p:nvSpPr>
            <p:spPr>
              <a:xfrm>
                <a:off x="1615450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0"/>
                    </a:moveTo>
                    <a:lnTo>
                      <a:pt x="1" y="467"/>
                    </a:lnTo>
                    <a:lnTo>
                      <a:pt x="234" y="603"/>
                    </a:lnTo>
                    <a:lnTo>
                      <a:pt x="1071" y="117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1"/>
              <p:cNvSpPr/>
              <p:nvPr/>
            </p:nvSpPr>
            <p:spPr>
              <a:xfrm>
                <a:off x="1519650" y="12094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215"/>
                      <a:pt x="0" y="273"/>
                      <a:pt x="39" y="35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56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1"/>
              <p:cNvSpPr/>
              <p:nvPr/>
            </p:nvSpPr>
            <p:spPr>
              <a:xfrm>
                <a:off x="1668950" y="111747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34" y="604"/>
                    </a:lnTo>
                    <a:lnTo>
                      <a:pt x="109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1"/>
              <p:cNvSpPr/>
              <p:nvPr/>
            </p:nvSpPr>
            <p:spPr>
              <a:xfrm>
                <a:off x="1534225" y="11943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1"/>
              <p:cNvSpPr/>
              <p:nvPr/>
            </p:nvSpPr>
            <p:spPr>
              <a:xfrm>
                <a:off x="1560975" y="114812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110" y="11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1"/>
              <p:cNvSpPr/>
              <p:nvPr/>
            </p:nvSpPr>
            <p:spPr>
              <a:xfrm>
                <a:off x="1507475" y="11792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1"/>
              <p:cNvSpPr/>
              <p:nvPr/>
            </p:nvSpPr>
            <p:spPr>
              <a:xfrm>
                <a:off x="1492900" y="11943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195"/>
                      <a:pt x="0" y="273"/>
                      <a:pt x="39" y="35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56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1"/>
              <p:cNvSpPr/>
              <p:nvPr/>
            </p:nvSpPr>
            <p:spPr>
              <a:xfrm>
                <a:off x="1615450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1"/>
                    </a:moveTo>
                    <a:lnTo>
                      <a:pt x="1" y="448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1"/>
              <p:cNvSpPr/>
              <p:nvPr/>
            </p:nvSpPr>
            <p:spPr>
              <a:xfrm>
                <a:off x="1668950" y="944825"/>
                <a:ext cx="271425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85" extrusionOk="0">
                    <a:moveTo>
                      <a:pt x="10643" y="0"/>
                    </a:moveTo>
                    <a:lnTo>
                      <a:pt x="1" y="6148"/>
                    </a:lnTo>
                    <a:lnTo>
                      <a:pt x="234" y="6284"/>
                    </a:lnTo>
                    <a:lnTo>
                      <a:pt x="10857" y="136"/>
                    </a:lnTo>
                    <a:cubicBezTo>
                      <a:pt x="10837" y="136"/>
                      <a:pt x="10818" y="117"/>
                      <a:pt x="10798" y="117"/>
                    </a:cubicBezTo>
                    <a:cubicBezTo>
                      <a:pt x="10740" y="97"/>
                      <a:pt x="10701" y="39"/>
                      <a:pt x="106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1"/>
              <p:cNvSpPr/>
              <p:nvPr/>
            </p:nvSpPr>
            <p:spPr>
              <a:xfrm>
                <a:off x="1534225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42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1"/>
              <p:cNvSpPr/>
              <p:nvPr/>
            </p:nvSpPr>
            <p:spPr>
              <a:xfrm>
                <a:off x="15887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23"/>
                    </a:lnTo>
                    <a:lnTo>
                      <a:pt x="1071" y="13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1"/>
              <p:cNvSpPr/>
              <p:nvPr/>
            </p:nvSpPr>
            <p:spPr>
              <a:xfrm>
                <a:off x="1642200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1"/>
              <p:cNvSpPr/>
              <p:nvPr/>
            </p:nvSpPr>
            <p:spPr>
              <a:xfrm>
                <a:off x="1480725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42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1"/>
              <p:cNvSpPr/>
              <p:nvPr/>
            </p:nvSpPr>
            <p:spPr>
              <a:xfrm>
                <a:off x="1507475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1"/>
              <p:cNvSpPr/>
              <p:nvPr/>
            </p:nvSpPr>
            <p:spPr>
              <a:xfrm>
                <a:off x="1641725" y="763875"/>
                <a:ext cx="557900" cy="322500"/>
              </a:xfrm>
              <a:custGeom>
                <a:avLst/>
                <a:gdLst/>
                <a:ahLst/>
                <a:cxnLst/>
                <a:rect l="l" t="t" r="r" b="b"/>
                <a:pathLst>
                  <a:path w="22316" h="12900" extrusionOk="0">
                    <a:moveTo>
                      <a:pt x="22101" y="1"/>
                    </a:moveTo>
                    <a:lnTo>
                      <a:pt x="0" y="12744"/>
                    </a:lnTo>
                    <a:lnTo>
                      <a:pt x="253" y="12900"/>
                    </a:lnTo>
                    <a:lnTo>
                      <a:pt x="22315" y="157"/>
                    </a:lnTo>
                    <a:cubicBezTo>
                      <a:pt x="22296" y="157"/>
                      <a:pt x="22257" y="137"/>
                      <a:pt x="22237" y="137"/>
                    </a:cubicBezTo>
                    <a:cubicBezTo>
                      <a:pt x="22159" y="98"/>
                      <a:pt x="22121" y="59"/>
                      <a:pt x="22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1"/>
              <p:cNvSpPr/>
              <p:nvPr/>
            </p:nvSpPr>
            <p:spPr>
              <a:xfrm>
                <a:off x="1615450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1"/>
                    </a:moveTo>
                    <a:lnTo>
                      <a:pt x="1" y="467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1"/>
              <p:cNvSpPr/>
              <p:nvPr/>
            </p:nvSpPr>
            <p:spPr>
              <a:xfrm>
                <a:off x="1534225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1"/>
              <p:cNvSpPr/>
              <p:nvPr/>
            </p:nvSpPr>
            <p:spPr>
              <a:xfrm>
                <a:off x="1588700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1"/>
              <p:cNvSpPr/>
              <p:nvPr/>
            </p:nvSpPr>
            <p:spPr>
              <a:xfrm>
                <a:off x="1466150" y="117877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0"/>
                    </a:moveTo>
                    <a:lnTo>
                      <a:pt x="78" y="175"/>
                    </a:lnTo>
                    <a:cubicBezTo>
                      <a:pt x="39" y="195"/>
                      <a:pt x="0" y="272"/>
                      <a:pt x="39" y="331"/>
                    </a:cubicBezTo>
                    <a:cubicBezTo>
                      <a:pt x="58" y="389"/>
                      <a:pt x="97" y="389"/>
                      <a:pt x="136" y="389"/>
                    </a:cubicBezTo>
                    <a:cubicBezTo>
                      <a:pt x="156" y="389"/>
                      <a:pt x="175" y="389"/>
                      <a:pt x="175" y="350"/>
                    </a:cubicBezTo>
                    <a:lnTo>
                      <a:pt x="564" y="136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1"/>
              <p:cNvSpPr/>
              <p:nvPr/>
            </p:nvSpPr>
            <p:spPr>
              <a:xfrm>
                <a:off x="1560975" y="111747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1"/>
              <p:cNvSpPr/>
              <p:nvPr/>
            </p:nvSpPr>
            <p:spPr>
              <a:xfrm>
                <a:off x="1560975" y="10863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1"/>
              <p:cNvSpPr/>
              <p:nvPr/>
            </p:nvSpPr>
            <p:spPr>
              <a:xfrm>
                <a:off x="1534225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1"/>
              <p:cNvSpPr/>
              <p:nvPr/>
            </p:nvSpPr>
            <p:spPr>
              <a:xfrm>
                <a:off x="1615450" y="671475"/>
                <a:ext cx="446525" cy="398850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15954" extrusionOk="0">
                    <a:moveTo>
                      <a:pt x="17744" y="0"/>
                    </a:moveTo>
                    <a:cubicBezTo>
                      <a:pt x="17666" y="0"/>
                      <a:pt x="17627" y="59"/>
                      <a:pt x="17627" y="137"/>
                    </a:cubicBezTo>
                    <a:lnTo>
                      <a:pt x="17627" y="5623"/>
                    </a:lnTo>
                    <a:lnTo>
                      <a:pt x="1" y="15817"/>
                    </a:lnTo>
                    <a:lnTo>
                      <a:pt x="234" y="15954"/>
                    </a:lnTo>
                    <a:lnTo>
                      <a:pt x="17821" y="5798"/>
                    </a:lnTo>
                    <a:cubicBezTo>
                      <a:pt x="17860" y="5779"/>
                      <a:pt x="17860" y="5720"/>
                      <a:pt x="17860" y="5701"/>
                    </a:cubicBezTo>
                    <a:lnTo>
                      <a:pt x="17860" y="137"/>
                    </a:lnTo>
                    <a:cubicBezTo>
                      <a:pt x="17860" y="59"/>
                      <a:pt x="17821" y="0"/>
                      <a:pt x="177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1"/>
              <p:cNvSpPr/>
              <p:nvPr/>
            </p:nvSpPr>
            <p:spPr>
              <a:xfrm>
                <a:off x="1480725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1"/>
              <p:cNvSpPr/>
              <p:nvPr/>
            </p:nvSpPr>
            <p:spPr>
              <a:xfrm>
                <a:off x="1507475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1"/>
              <p:cNvSpPr/>
              <p:nvPr/>
            </p:nvSpPr>
            <p:spPr>
              <a:xfrm>
                <a:off x="1453975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1"/>
              <p:cNvSpPr/>
              <p:nvPr/>
            </p:nvSpPr>
            <p:spPr>
              <a:xfrm>
                <a:off x="1438900" y="11632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0"/>
                    </a:moveTo>
                    <a:lnTo>
                      <a:pt x="78" y="176"/>
                    </a:lnTo>
                    <a:cubicBezTo>
                      <a:pt x="20" y="214"/>
                      <a:pt x="1" y="273"/>
                      <a:pt x="20" y="351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0"/>
                    </a:cubicBezTo>
                    <a:lnTo>
                      <a:pt x="565" y="15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1"/>
              <p:cNvSpPr/>
              <p:nvPr/>
            </p:nvSpPr>
            <p:spPr>
              <a:xfrm>
                <a:off x="1588700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1"/>
              <p:cNvSpPr/>
              <p:nvPr/>
            </p:nvSpPr>
            <p:spPr>
              <a:xfrm>
                <a:off x="1480725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1"/>
              <p:cNvSpPr/>
              <p:nvPr/>
            </p:nvSpPr>
            <p:spPr>
              <a:xfrm>
                <a:off x="1534225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1"/>
              <p:cNvSpPr/>
              <p:nvPr/>
            </p:nvSpPr>
            <p:spPr>
              <a:xfrm>
                <a:off x="1453975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1"/>
              <p:cNvSpPr/>
              <p:nvPr/>
            </p:nvSpPr>
            <p:spPr>
              <a:xfrm>
                <a:off x="1412150" y="11476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1" y="273"/>
                      <a:pt x="20" y="351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1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1"/>
              <p:cNvSpPr/>
              <p:nvPr/>
            </p:nvSpPr>
            <p:spPr>
              <a:xfrm>
                <a:off x="1426750" y="1132550"/>
                <a:ext cx="272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24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90" y="137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1"/>
              <p:cNvSpPr/>
              <p:nvPr/>
            </p:nvSpPr>
            <p:spPr>
              <a:xfrm>
                <a:off x="1560975" y="1054725"/>
                <a:ext cx="277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4"/>
                    </a:lnTo>
                    <a:lnTo>
                      <a:pt x="111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1"/>
              <p:cNvSpPr/>
              <p:nvPr/>
            </p:nvSpPr>
            <p:spPr>
              <a:xfrm>
                <a:off x="1507475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1"/>
              <p:cNvSpPr/>
              <p:nvPr/>
            </p:nvSpPr>
            <p:spPr>
              <a:xfrm>
                <a:off x="1587725" y="898600"/>
                <a:ext cx="271425" cy="156650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66" extrusionOk="0">
                    <a:moveTo>
                      <a:pt x="10604" y="1"/>
                    </a:moveTo>
                    <a:lnTo>
                      <a:pt x="1" y="6110"/>
                    </a:lnTo>
                    <a:lnTo>
                      <a:pt x="254" y="6265"/>
                    </a:lnTo>
                    <a:lnTo>
                      <a:pt x="10857" y="137"/>
                    </a:lnTo>
                    <a:cubicBezTo>
                      <a:pt x="10837" y="118"/>
                      <a:pt x="10779" y="118"/>
                      <a:pt x="10759" y="98"/>
                    </a:cubicBezTo>
                    <a:cubicBezTo>
                      <a:pt x="10701" y="59"/>
                      <a:pt x="10662" y="20"/>
                      <a:pt x="106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1"/>
              <p:cNvSpPr/>
              <p:nvPr/>
            </p:nvSpPr>
            <p:spPr>
              <a:xfrm>
                <a:off x="1534225" y="10396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1"/>
              <p:cNvSpPr/>
              <p:nvPr/>
            </p:nvSpPr>
            <p:spPr>
              <a:xfrm>
                <a:off x="1480725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1"/>
              <p:cNvSpPr/>
              <p:nvPr/>
            </p:nvSpPr>
            <p:spPr>
              <a:xfrm>
                <a:off x="1426750" y="1101425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1"/>
              <p:cNvSpPr/>
              <p:nvPr/>
            </p:nvSpPr>
            <p:spPr>
              <a:xfrm>
                <a:off x="1400000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48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1"/>
              <p:cNvSpPr/>
              <p:nvPr/>
            </p:nvSpPr>
            <p:spPr>
              <a:xfrm>
                <a:off x="1385400" y="113255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1" y="273"/>
                      <a:pt x="20" y="332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0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1"/>
              <p:cNvSpPr/>
              <p:nvPr/>
            </p:nvSpPr>
            <p:spPr>
              <a:xfrm>
                <a:off x="1561950" y="931200"/>
                <a:ext cx="185825" cy="107500"/>
              </a:xfrm>
              <a:custGeom>
                <a:avLst/>
                <a:gdLst/>
                <a:ahLst/>
                <a:cxnLst/>
                <a:rect l="l" t="t" r="r" b="b"/>
                <a:pathLst>
                  <a:path w="7433" h="4300" extrusionOk="0">
                    <a:moveTo>
                      <a:pt x="7218" y="0"/>
                    </a:moveTo>
                    <a:lnTo>
                      <a:pt x="1" y="4164"/>
                    </a:lnTo>
                    <a:lnTo>
                      <a:pt x="234" y="4300"/>
                    </a:lnTo>
                    <a:lnTo>
                      <a:pt x="7432" y="175"/>
                    </a:lnTo>
                    <a:cubicBezTo>
                      <a:pt x="7413" y="175"/>
                      <a:pt x="7394" y="156"/>
                      <a:pt x="7355" y="117"/>
                    </a:cubicBezTo>
                    <a:cubicBezTo>
                      <a:pt x="7316" y="98"/>
                      <a:pt x="7257" y="59"/>
                      <a:pt x="72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1"/>
              <p:cNvSpPr/>
              <p:nvPr/>
            </p:nvSpPr>
            <p:spPr>
              <a:xfrm>
                <a:off x="1453975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1"/>
              <p:cNvSpPr/>
              <p:nvPr/>
            </p:nvSpPr>
            <p:spPr>
              <a:xfrm>
                <a:off x="1507475" y="10547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1"/>
              <p:cNvSpPr/>
              <p:nvPr/>
            </p:nvSpPr>
            <p:spPr>
              <a:xfrm>
                <a:off x="1880050" y="1006100"/>
                <a:ext cx="168800" cy="98275"/>
              </a:xfrm>
              <a:custGeom>
                <a:avLst/>
                <a:gdLst/>
                <a:ahLst/>
                <a:cxnLst/>
                <a:rect l="l" t="t" r="r" b="b"/>
                <a:pathLst>
                  <a:path w="6752" h="3931" extrusionOk="0">
                    <a:moveTo>
                      <a:pt x="6518" y="0"/>
                    </a:moveTo>
                    <a:lnTo>
                      <a:pt x="78" y="3716"/>
                    </a:lnTo>
                    <a:cubicBezTo>
                      <a:pt x="39" y="3736"/>
                      <a:pt x="0" y="3814"/>
                      <a:pt x="39" y="3891"/>
                    </a:cubicBezTo>
                    <a:cubicBezTo>
                      <a:pt x="59" y="3930"/>
                      <a:pt x="117" y="3930"/>
                      <a:pt x="136" y="3930"/>
                    </a:cubicBezTo>
                    <a:cubicBezTo>
                      <a:pt x="156" y="3930"/>
                      <a:pt x="175" y="3930"/>
                      <a:pt x="175" y="3911"/>
                    </a:cubicBezTo>
                    <a:lnTo>
                      <a:pt x="6751" y="117"/>
                    </a:lnTo>
                    <a:cubicBezTo>
                      <a:pt x="6712" y="98"/>
                      <a:pt x="6673" y="98"/>
                      <a:pt x="6654" y="59"/>
                    </a:cubicBezTo>
                    <a:cubicBezTo>
                      <a:pt x="6643" y="62"/>
                      <a:pt x="6634" y="64"/>
                      <a:pt x="6625" y="64"/>
                    </a:cubicBezTo>
                    <a:cubicBezTo>
                      <a:pt x="6587" y="64"/>
                      <a:pt x="6565" y="32"/>
                      <a:pt x="65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1"/>
              <p:cNvSpPr/>
              <p:nvPr/>
            </p:nvSpPr>
            <p:spPr>
              <a:xfrm>
                <a:off x="697175" y="1190925"/>
                <a:ext cx="240775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4417" extrusionOk="0">
                    <a:moveTo>
                      <a:pt x="1" y="0"/>
                    </a:moveTo>
                    <a:lnTo>
                      <a:pt x="1" y="234"/>
                    </a:lnTo>
                    <a:lnTo>
                      <a:pt x="2219" y="234"/>
                    </a:lnTo>
                    <a:lnTo>
                      <a:pt x="9456" y="4397"/>
                    </a:lnTo>
                    <a:cubicBezTo>
                      <a:pt x="9495" y="4397"/>
                      <a:pt x="9514" y="4417"/>
                      <a:pt x="9514" y="4417"/>
                    </a:cubicBezTo>
                    <a:cubicBezTo>
                      <a:pt x="9553" y="4417"/>
                      <a:pt x="9592" y="4397"/>
                      <a:pt x="9611" y="4378"/>
                    </a:cubicBezTo>
                    <a:cubicBezTo>
                      <a:pt x="9631" y="4319"/>
                      <a:pt x="9631" y="4261"/>
                      <a:pt x="9553" y="4203"/>
                    </a:cubicBezTo>
                    <a:lnTo>
                      <a:pt x="2316" y="20"/>
                    </a:lnTo>
                    <a:cubicBezTo>
                      <a:pt x="2296" y="20"/>
                      <a:pt x="2258" y="0"/>
                      <a:pt x="22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>
                <a:off x="697175" y="1161250"/>
                <a:ext cx="267525" cy="125025"/>
              </a:xfrm>
              <a:custGeom>
                <a:avLst/>
                <a:gdLst/>
                <a:ahLst/>
                <a:cxnLst/>
                <a:rect l="l" t="t" r="r" b="b"/>
                <a:pathLst>
                  <a:path w="10701" h="5001" extrusionOk="0">
                    <a:moveTo>
                      <a:pt x="1" y="1"/>
                    </a:moveTo>
                    <a:lnTo>
                      <a:pt x="1" y="234"/>
                    </a:lnTo>
                    <a:lnTo>
                      <a:pt x="2316" y="234"/>
                    </a:lnTo>
                    <a:lnTo>
                      <a:pt x="10526" y="4981"/>
                    </a:lnTo>
                    <a:cubicBezTo>
                      <a:pt x="10545" y="4981"/>
                      <a:pt x="10584" y="5001"/>
                      <a:pt x="10584" y="5001"/>
                    </a:cubicBezTo>
                    <a:cubicBezTo>
                      <a:pt x="10623" y="5001"/>
                      <a:pt x="10662" y="4981"/>
                      <a:pt x="10682" y="4962"/>
                    </a:cubicBezTo>
                    <a:cubicBezTo>
                      <a:pt x="10701" y="4903"/>
                      <a:pt x="10701" y="4825"/>
                      <a:pt x="10623" y="4787"/>
                    </a:cubicBezTo>
                    <a:lnTo>
                      <a:pt x="2394" y="20"/>
                    </a:lnTo>
                    <a:cubicBezTo>
                      <a:pt x="2355" y="20"/>
                      <a:pt x="2335" y="1"/>
                      <a:pt x="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1"/>
              <p:cNvSpPr/>
              <p:nvPr/>
            </p:nvSpPr>
            <p:spPr>
              <a:xfrm>
                <a:off x="697175" y="1133525"/>
                <a:ext cx="294275" cy="137200"/>
              </a:xfrm>
              <a:custGeom>
                <a:avLst/>
                <a:gdLst/>
                <a:ahLst/>
                <a:cxnLst/>
                <a:rect l="l" t="t" r="r" b="b"/>
                <a:pathLst>
                  <a:path w="11771" h="5488" extrusionOk="0">
                    <a:moveTo>
                      <a:pt x="1" y="1"/>
                    </a:moveTo>
                    <a:lnTo>
                      <a:pt x="1" y="254"/>
                    </a:lnTo>
                    <a:lnTo>
                      <a:pt x="2588" y="254"/>
                    </a:lnTo>
                    <a:lnTo>
                      <a:pt x="11596" y="5448"/>
                    </a:lnTo>
                    <a:cubicBezTo>
                      <a:pt x="11635" y="5448"/>
                      <a:pt x="11654" y="5487"/>
                      <a:pt x="11654" y="5487"/>
                    </a:cubicBezTo>
                    <a:cubicBezTo>
                      <a:pt x="11693" y="5487"/>
                      <a:pt x="11732" y="5448"/>
                      <a:pt x="11752" y="5429"/>
                    </a:cubicBezTo>
                    <a:cubicBezTo>
                      <a:pt x="11771" y="5390"/>
                      <a:pt x="11771" y="5312"/>
                      <a:pt x="11693" y="5254"/>
                    </a:cubicBezTo>
                    <a:lnTo>
                      <a:pt x="2627" y="40"/>
                    </a:lnTo>
                    <a:cubicBezTo>
                      <a:pt x="2608" y="40"/>
                      <a:pt x="2588" y="1"/>
                      <a:pt x="25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1"/>
              <p:cNvSpPr/>
              <p:nvPr/>
            </p:nvSpPr>
            <p:spPr>
              <a:xfrm>
                <a:off x="862550" y="1163675"/>
                <a:ext cx="417825" cy="24225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9690" extrusionOk="0">
                    <a:moveTo>
                      <a:pt x="214" y="1"/>
                    </a:moveTo>
                    <a:cubicBezTo>
                      <a:pt x="176" y="40"/>
                      <a:pt x="156" y="59"/>
                      <a:pt x="78" y="118"/>
                    </a:cubicBezTo>
                    <a:cubicBezTo>
                      <a:pt x="59" y="137"/>
                      <a:pt x="20" y="137"/>
                      <a:pt x="0" y="157"/>
                    </a:cubicBezTo>
                    <a:lnTo>
                      <a:pt x="16537" y="9690"/>
                    </a:lnTo>
                    <a:lnTo>
                      <a:pt x="16596" y="9690"/>
                    </a:lnTo>
                    <a:cubicBezTo>
                      <a:pt x="16634" y="9690"/>
                      <a:pt x="16654" y="9670"/>
                      <a:pt x="16693" y="9651"/>
                    </a:cubicBezTo>
                    <a:cubicBezTo>
                      <a:pt x="16712" y="9592"/>
                      <a:pt x="16712" y="9534"/>
                      <a:pt x="16634" y="9475"/>
                    </a:cubicBezTo>
                    <a:lnTo>
                      <a:pt x="2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1"/>
              <p:cNvSpPr/>
              <p:nvPr/>
            </p:nvSpPr>
            <p:spPr>
              <a:xfrm>
                <a:off x="777925" y="1083425"/>
                <a:ext cx="529200" cy="307425"/>
              </a:xfrm>
              <a:custGeom>
                <a:avLst/>
                <a:gdLst/>
                <a:ahLst/>
                <a:cxnLst/>
                <a:rect l="l" t="t" r="r" b="b"/>
                <a:pathLst>
                  <a:path w="21168" h="12297" extrusionOk="0">
                    <a:moveTo>
                      <a:pt x="234" y="1"/>
                    </a:moveTo>
                    <a:cubicBezTo>
                      <a:pt x="175" y="40"/>
                      <a:pt x="136" y="98"/>
                      <a:pt x="78" y="118"/>
                    </a:cubicBezTo>
                    <a:cubicBezTo>
                      <a:pt x="59" y="137"/>
                      <a:pt x="39" y="137"/>
                      <a:pt x="0" y="156"/>
                    </a:cubicBezTo>
                    <a:lnTo>
                      <a:pt x="20992" y="12277"/>
                    </a:lnTo>
                    <a:cubicBezTo>
                      <a:pt x="21012" y="12277"/>
                      <a:pt x="21031" y="12296"/>
                      <a:pt x="21031" y="12296"/>
                    </a:cubicBezTo>
                    <a:cubicBezTo>
                      <a:pt x="21089" y="12296"/>
                      <a:pt x="21109" y="12277"/>
                      <a:pt x="21128" y="12257"/>
                    </a:cubicBezTo>
                    <a:cubicBezTo>
                      <a:pt x="21167" y="12199"/>
                      <a:pt x="21167" y="12121"/>
                      <a:pt x="21089" y="12082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1"/>
              <p:cNvSpPr/>
              <p:nvPr/>
            </p:nvSpPr>
            <p:spPr>
              <a:xfrm>
                <a:off x="857675" y="1099000"/>
                <a:ext cx="475700" cy="275800"/>
              </a:xfrm>
              <a:custGeom>
                <a:avLst/>
                <a:gdLst/>
                <a:ahLst/>
                <a:cxnLst/>
                <a:rect l="l" t="t" r="r" b="b"/>
                <a:pathLst>
                  <a:path w="19028" h="11032" extrusionOk="0">
                    <a:moveTo>
                      <a:pt x="195" y="0"/>
                    </a:moveTo>
                    <a:cubicBezTo>
                      <a:pt x="195" y="20"/>
                      <a:pt x="157" y="78"/>
                      <a:pt x="79" y="98"/>
                    </a:cubicBezTo>
                    <a:cubicBezTo>
                      <a:pt x="59" y="117"/>
                      <a:pt x="20" y="117"/>
                      <a:pt x="1" y="117"/>
                    </a:cubicBezTo>
                    <a:lnTo>
                      <a:pt x="18853" y="11012"/>
                    </a:lnTo>
                    <a:cubicBezTo>
                      <a:pt x="18872" y="11012"/>
                      <a:pt x="18892" y="11031"/>
                      <a:pt x="18892" y="11031"/>
                    </a:cubicBezTo>
                    <a:cubicBezTo>
                      <a:pt x="18950" y="11031"/>
                      <a:pt x="18969" y="11012"/>
                      <a:pt x="18989" y="10992"/>
                    </a:cubicBezTo>
                    <a:cubicBezTo>
                      <a:pt x="19028" y="10954"/>
                      <a:pt x="19028" y="10876"/>
                      <a:pt x="18950" y="10817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1020125" y="1161250"/>
                <a:ext cx="3400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3600" h="7919" extrusionOk="0">
                    <a:moveTo>
                      <a:pt x="195" y="1"/>
                    </a:moveTo>
                    <a:cubicBezTo>
                      <a:pt x="195" y="40"/>
                      <a:pt x="137" y="78"/>
                      <a:pt x="79" y="117"/>
                    </a:cubicBezTo>
                    <a:cubicBezTo>
                      <a:pt x="40" y="117"/>
                      <a:pt x="20" y="137"/>
                      <a:pt x="1" y="137"/>
                    </a:cubicBezTo>
                    <a:lnTo>
                      <a:pt x="13425" y="7899"/>
                    </a:lnTo>
                    <a:cubicBezTo>
                      <a:pt x="13444" y="7899"/>
                      <a:pt x="13464" y="7919"/>
                      <a:pt x="13464" y="7919"/>
                    </a:cubicBezTo>
                    <a:cubicBezTo>
                      <a:pt x="13522" y="7919"/>
                      <a:pt x="13541" y="7899"/>
                      <a:pt x="13561" y="7880"/>
                    </a:cubicBezTo>
                    <a:cubicBezTo>
                      <a:pt x="13600" y="7822"/>
                      <a:pt x="13600" y="7744"/>
                      <a:pt x="13522" y="7705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1"/>
              <p:cNvSpPr/>
              <p:nvPr/>
            </p:nvSpPr>
            <p:spPr>
              <a:xfrm>
                <a:off x="765275" y="982275"/>
                <a:ext cx="622575" cy="361400"/>
              </a:xfrm>
              <a:custGeom>
                <a:avLst/>
                <a:gdLst/>
                <a:ahLst/>
                <a:cxnLst/>
                <a:rect l="l" t="t" r="r" b="b"/>
                <a:pathLst>
                  <a:path w="24903" h="14456" extrusionOk="0">
                    <a:moveTo>
                      <a:pt x="195" y="0"/>
                    </a:moveTo>
                    <a:cubicBezTo>
                      <a:pt x="156" y="59"/>
                      <a:pt x="98" y="97"/>
                      <a:pt x="59" y="117"/>
                    </a:cubicBezTo>
                    <a:cubicBezTo>
                      <a:pt x="20" y="117"/>
                      <a:pt x="0" y="156"/>
                      <a:pt x="0" y="156"/>
                    </a:cubicBezTo>
                    <a:lnTo>
                      <a:pt x="24728" y="14416"/>
                    </a:lnTo>
                    <a:cubicBezTo>
                      <a:pt x="24767" y="14416"/>
                      <a:pt x="24786" y="14455"/>
                      <a:pt x="24786" y="14455"/>
                    </a:cubicBezTo>
                    <a:cubicBezTo>
                      <a:pt x="24825" y="14455"/>
                      <a:pt x="24864" y="14416"/>
                      <a:pt x="24883" y="14397"/>
                    </a:cubicBezTo>
                    <a:cubicBezTo>
                      <a:pt x="24903" y="14358"/>
                      <a:pt x="24903" y="14280"/>
                      <a:pt x="24825" y="14222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1"/>
              <p:cNvSpPr/>
              <p:nvPr/>
            </p:nvSpPr>
            <p:spPr>
              <a:xfrm>
                <a:off x="1006525" y="1091225"/>
                <a:ext cx="408075" cy="236875"/>
              </a:xfrm>
              <a:custGeom>
                <a:avLst/>
                <a:gdLst/>
                <a:ahLst/>
                <a:cxnLst/>
                <a:rect l="l" t="t" r="r" b="b"/>
                <a:pathLst>
                  <a:path w="16323" h="9475" extrusionOk="0">
                    <a:moveTo>
                      <a:pt x="234" y="0"/>
                    </a:moveTo>
                    <a:cubicBezTo>
                      <a:pt x="175" y="39"/>
                      <a:pt x="136" y="97"/>
                      <a:pt x="58" y="117"/>
                    </a:cubicBezTo>
                    <a:cubicBezTo>
                      <a:pt x="39" y="117"/>
                      <a:pt x="39" y="136"/>
                      <a:pt x="0" y="136"/>
                    </a:cubicBezTo>
                    <a:lnTo>
                      <a:pt x="16128" y="9455"/>
                    </a:lnTo>
                    <a:cubicBezTo>
                      <a:pt x="16148" y="9475"/>
                      <a:pt x="16187" y="9475"/>
                      <a:pt x="16206" y="9475"/>
                    </a:cubicBezTo>
                    <a:cubicBezTo>
                      <a:pt x="16245" y="9475"/>
                      <a:pt x="16284" y="9455"/>
                      <a:pt x="16303" y="9436"/>
                    </a:cubicBezTo>
                    <a:cubicBezTo>
                      <a:pt x="16323" y="9377"/>
                      <a:pt x="16323" y="9319"/>
                      <a:pt x="16245" y="9261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1"/>
              <p:cNvSpPr/>
              <p:nvPr/>
            </p:nvSpPr>
            <p:spPr>
              <a:xfrm>
                <a:off x="927225" y="1014375"/>
                <a:ext cx="513650" cy="298650"/>
              </a:xfrm>
              <a:custGeom>
                <a:avLst/>
                <a:gdLst/>
                <a:ahLst/>
                <a:cxnLst/>
                <a:rect l="l" t="t" r="r" b="b"/>
                <a:pathLst>
                  <a:path w="20546" h="11946" extrusionOk="0">
                    <a:moveTo>
                      <a:pt x="176" y="0"/>
                    </a:moveTo>
                    <a:cubicBezTo>
                      <a:pt x="176" y="59"/>
                      <a:pt x="137" y="78"/>
                      <a:pt x="59" y="117"/>
                    </a:cubicBezTo>
                    <a:cubicBezTo>
                      <a:pt x="40" y="156"/>
                      <a:pt x="20" y="156"/>
                      <a:pt x="1" y="156"/>
                    </a:cubicBezTo>
                    <a:lnTo>
                      <a:pt x="20370" y="11926"/>
                    </a:lnTo>
                    <a:cubicBezTo>
                      <a:pt x="20390" y="11926"/>
                      <a:pt x="20409" y="11946"/>
                      <a:pt x="20409" y="11946"/>
                    </a:cubicBezTo>
                    <a:cubicBezTo>
                      <a:pt x="20468" y="11946"/>
                      <a:pt x="20487" y="11926"/>
                      <a:pt x="20506" y="11907"/>
                    </a:cubicBezTo>
                    <a:cubicBezTo>
                      <a:pt x="20545" y="11848"/>
                      <a:pt x="20545" y="11770"/>
                      <a:pt x="20468" y="11732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1"/>
              <p:cNvSpPr/>
              <p:nvPr/>
            </p:nvSpPr>
            <p:spPr>
              <a:xfrm>
                <a:off x="891725" y="965725"/>
                <a:ext cx="576375" cy="330775"/>
              </a:xfrm>
              <a:custGeom>
                <a:avLst/>
                <a:gdLst/>
                <a:ahLst/>
                <a:cxnLst/>
                <a:rect l="l" t="t" r="r" b="b"/>
                <a:pathLst>
                  <a:path w="23055" h="13231" extrusionOk="0">
                    <a:moveTo>
                      <a:pt x="1" y="1"/>
                    </a:moveTo>
                    <a:lnTo>
                      <a:pt x="409" y="254"/>
                    </a:lnTo>
                    <a:cubicBezTo>
                      <a:pt x="409" y="273"/>
                      <a:pt x="448" y="273"/>
                      <a:pt x="468" y="273"/>
                    </a:cubicBezTo>
                    <a:cubicBezTo>
                      <a:pt x="469" y="273"/>
                      <a:pt x="471" y="273"/>
                      <a:pt x="472" y="273"/>
                    </a:cubicBezTo>
                    <a:lnTo>
                      <a:pt x="472" y="273"/>
                    </a:lnTo>
                    <a:lnTo>
                      <a:pt x="22880" y="13211"/>
                    </a:lnTo>
                    <a:cubicBezTo>
                      <a:pt x="22899" y="13211"/>
                      <a:pt x="22938" y="13230"/>
                      <a:pt x="22938" y="13230"/>
                    </a:cubicBezTo>
                    <a:cubicBezTo>
                      <a:pt x="22977" y="13230"/>
                      <a:pt x="22996" y="13211"/>
                      <a:pt x="23035" y="13191"/>
                    </a:cubicBezTo>
                    <a:cubicBezTo>
                      <a:pt x="23055" y="13133"/>
                      <a:pt x="23055" y="13074"/>
                      <a:pt x="22977" y="13016"/>
                    </a:cubicBezTo>
                    <a:lnTo>
                      <a:pt x="507" y="40"/>
                    </a:lnTo>
                    <a:lnTo>
                      <a:pt x="507" y="40"/>
                    </a:lnTo>
                    <a:cubicBezTo>
                      <a:pt x="584" y="98"/>
                      <a:pt x="604" y="176"/>
                      <a:pt x="565" y="234"/>
                    </a:cubicBezTo>
                    <a:cubicBezTo>
                      <a:pt x="547" y="270"/>
                      <a:pt x="495" y="273"/>
                      <a:pt x="472" y="273"/>
                    </a:cubicBezTo>
                    <a:lnTo>
                      <a:pt x="472" y="2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1"/>
              <p:cNvSpPr/>
              <p:nvPr/>
            </p:nvSpPr>
            <p:spPr>
              <a:xfrm>
                <a:off x="1048825" y="1022625"/>
                <a:ext cx="446525" cy="259275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10371" extrusionOk="0">
                    <a:moveTo>
                      <a:pt x="234" y="1"/>
                    </a:moveTo>
                    <a:cubicBezTo>
                      <a:pt x="195" y="40"/>
                      <a:pt x="156" y="59"/>
                      <a:pt x="98" y="98"/>
                    </a:cubicBezTo>
                    <a:cubicBezTo>
                      <a:pt x="59" y="118"/>
                      <a:pt x="40" y="118"/>
                      <a:pt x="1" y="137"/>
                    </a:cubicBezTo>
                    <a:lnTo>
                      <a:pt x="17646" y="10332"/>
                    </a:lnTo>
                    <a:cubicBezTo>
                      <a:pt x="17705" y="10351"/>
                      <a:pt x="17724" y="10370"/>
                      <a:pt x="17744" y="10370"/>
                    </a:cubicBezTo>
                    <a:cubicBezTo>
                      <a:pt x="17802" y="10370"/>
                      <a:pt x="17821" y="10351"/>
                      <a:pt x="17841" y="10332"/>
                    </a:cubicBezTo>
                    <a:cubicBezTo>
                      <a:pt x="17860" y="10273"/>
                      <a:pt x="17860" y="10215"/>
                      <a:pt x="17802" y="10156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1"/>
              <p:cNvSpPr/>
              <p:nvPr/>
            </p:nvSpPr>
            <p:spPr>
              <a:xfrm>
                <a:off x="1216625" y="1057650"/>
                <a:ext cx="332225" cy="193125"/>
              </a:xfrm>
              <a:custGeom>
                <a:avLst/>
                <a:gdLst/>
                <a:ahLst/>
                <a:cxnLst/>
                <a:rect l="l" t="t" r="r" b="b"/>
                <a:pathLst>
                  <a:path w="13289" h="7725" extrusionOk="0">
                    <a:moveTo>
                      <a:pt x="215" y="1"/>
                    </a:moveTo>
                    <a:cubicBezTo>
                      <a:pt x="156" y="20"/>
                      <a:pt x="137" y="59"/>
                      <a:pt x="98" y="79"/>
                    </a:cubicBezTo>
                    <a:cubicBezTo>
                      <a:pt x="59" y="98"/>
                      <a:pt x="20" y="98"/>
                      <a:pt x="1" y="117"/>
                    </a:cubicBezTo>
                    <a:lnTo>
                      <a:pt x="13113" y="7705"/>
                    </a:lnTo>
                    <a:cubicBezTo>
                      <a:pt x="13152" y="7705"/>
                      <a:pt x="13172" y="7724"/>
                      <a:pt x="13172" y="7724"/>
                    </a:cubicBezTo>
                    <a:cubicBezTo>
                      <a:pt x="13211" y="7724"/>
                      <a:pt x="13249" y="7705"/>
                      <a:pt x="13269" y="7685"/>
                    </a:cubicBezTo>
                    <a:cubicBezTo>
                      <a:pt x="13288" y="7647"/>
                      <a:pt x="13288" y="7569"/>
                      <a:pt x="13230" y="7510"/>
                    </a:cubicBez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1"/>
              <p:cNvSpPr/>
              <p:nvPr/>
            </p:nvSpPr>
            <p:spPr>
              <a:xfrm>
                <a:off x="1021600" y="912225"/>
                <a:ext cx="553500" cy="323475"/>
              </a:xfrm>
              <a:custGeom>
                <a:avLst/>
                <a:gdLst/>
                <a:ahLst/>
                <a:cxnLst/>
                <a:rect l="l" t="t" r="r" b="b"/>
                <a:pathLst>
                  <a:path w="22140" h="12939" extrusionOk="0">
                    <a:moveTo>
                      <a:pt x="253" y="1"/>
                    </a:moveTo>
                    <a:cubicBezTo>
                      <a:pt x="234" y="40"/>
                      <a:pt x="175" y="59"/>
                      <a:pt x="136" y="78"/>
                    </a:cubicBezTo>
                    <a:cubicBezTo>
                      <a:pt x="78" y="98"/>
                      <a:pt x="59" y="137"/>
                      <a:pt x="0" y="156"/>
                    </a:cubicBezTo>
                    <a:lnTo>
                      <a:pt x="14922" y="8755"/>
                    </a:lnTo>
                    <a:lnTo>
                      <a:pt x="15156" y="8911"/>
                    </a:lnTo>
                    <a:lnTo>
                      <a:pt x="15992" y="9397"/>
                    </a:lnTo>
                    <a:lnTo>
                      <a:pt x="16226" y="9534"/>
                    </a:lnTo>
                    <a:lnTo>
                      <a:pt x="17062" y="10020"/>
                    </a:lnTo>
                    <a:lnTo>
                      <a:pt x="17296" y="10176"/>
                    </a:lnTo>
                    <a:lnTo>
                      <a:pt x="18132" y="10662"/>
                    </a:lnTo>
                    <a:lnTo>
                      <a:pt x="18366" y="10798"/>
                    </a:lnTo>
                    <a:lnTo>
                      <a:pt x="19202" y="11285"/>
                    </a:lnTo>
                    <a:lnTo>
                      <a:pt x="19436" y="11440"/>
                    </a:lnTo>
                    <a:lnTo>
                      <a:pt x="20272" y="11927"/>
                    </a:lnTo>
                    <a:lnTo>
                      <a:pt x="20506" y="12063"/>
                    </a:lnTo>
                    <a:lnTo>
                      <a:pt x="21342" y="12549"/>
                    </a:lnTo>
                    <a:lnTo>
                      <a:pt x="21576" y="12705"/>
                    </a:lnTo>
                    <a:lnTo>
                      <a:pt x="21965" y="12919"/>
                    </a:lnTo>
                    <a:cubicBezTo>
                      <a:pt x="22004" y="12919"/>
                      <a:pt x="22023" y="12938"/>
                      <a:pt x="22023" y="12938"/>
                    </a:cubicBezTo>
                    <a:cubicBezTo>
                      <a:pt x="22062" y="12938"/>
                      <a:pt x="22101" y="12919"/>
                      <a:pt x="22120" y="12899"/>
                    </a:cubicBezTo>
                    <a:cubicBezTo>
                      <a:pt x="22140" y="12841"/>
                      <a:pt x="22140" y="12783"/>
                      <a:pt x="22062" y="12724"/>
                    </a:cubicBezTo>
                    <a:lnTo>
                      <a:pt x="21809" y="12588"/>
                    </a:lnTo>
                    <a:lnTo>
                      <a:pt x="21556" y="12432"/>
                    </a:lnTo>
                    <a:lnTo>
                      <a:pt x="20759" y="11927"/>
                    </a:lnTo>
                    <a:lnTo>
                      <a:pt x="20506" y="11771"/>
                    </a:lnTo>
                    <a:lnTo>
                      <a:pt x="19689" y="11285"/>
                    </a:lnTo>
                    <a:lnTo>
                      <a:pt x="19436" y="11148"/>
                    </a:lnTo>
                    <a:lnTo>
                      <a:pt x="18619" y="10662"/>
                    </a:lnTo>
                    <a:lnTo>
                      <a:pt x="18366" y="10506"/>
                    </a:lnTo>
                    <a:lnTo>
                      <a:pt x="17549" y="10020"/>
                    </a:lnTo>
                    <a:lnTo>
                      <a:pt x="17296" y="9884"/>
                    </a:lnTo>
                    <a:lnTo>
                      <a:pt x="16479" y="9397"/>
                    </a:lnTo>
                    <a:lnTo>
                      <a:pt x="16226" y="9242"/>
                    </a:lnTo>
                    <a:lnTo>
                      <a:pt x="15409" y="8755"/>
                    </a:lnTo>
                    <a:lnTo>
                      <a:pt x="15156" y="8619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1"/>
              <p:cNvSpPr/>
              <p:nvPr/>
            </p:nvSpPr>
            <p:spPr>
              <a:xfrm>
                <a:off x="1103800" y="928275"/>
                <a:ext cx="498050" cy="291375"/>
              </a:xfrm>
              <a:custGeom>
                <a:avLst/>
                <a:gdLst/>
                <a:ahLst/>
                <a:cxnLst/>
                <a:rect l="l" t="t" r="r" b="b"/>
                <a:pathLst>
                  <a:path w="19922" h="11655" extrusionOk="0">
                    <a:moveTo>
                      <a:pt x="253" y="1"/>
                    </a:moveTo>
                    <a:cubicBezTo>
                      <a:pt x="195" y="40"/>
                      <a:pt x="175" y="78"/>
                      <a:pt x="97" y="98"/>
                    </a:cubicBezTo>
                    <a:cubicBezTo>
                      <a:pt x="78" y="117"/>
                      <a:pt x="20" y="117"/>
                      <a:pt x="0" y="137"/>
                    </a:cubicBezTo>
                    <a:lnTo>
                      <a:pt x="12704" y="7471"/>
                    </a:lnTo>
                    <a:lnTo>
                      <a:pt x="12938" y="7608"/>
                    </a:lnTo>
                    <a:lnTo>
                      <a:pt x="13774" y="8094"/>
                    </a:lnTo>
                    <a:lnTo>
                      <a:pt x="14008" y="8250"/>
                    </a:lnTo>
                    <a:lnTo>
                      <a:pt x="14844" y="8736"/>
                    </a:lnTo>
                    <a:lnTo>
                      <a:pt x="15078" y="8872"/>
                    </a:lnTo>
                    <a:lnTo>
                      <a:pt x="15914" y="9359"/>
                    </a:lnTo>
                    <a:lnTo>
                      <a:pt x="16148" y="9514"/>
                    </a:lnTo>
                    <a:lnTo>
                      <a:pt x="16984" y="10001"/>
                    </a:lnTo>
                    <a:lnTo>
                      <a:pt x="17218" y="10137"/>
                    </a:lnTo>
                    <a:lnTo>
                      <a:pt x="18054" y="10623"/>
                    </a:lnTo>
                    <a:lnTo>
                      <a:pt x="18288" y="10779"/>
                    </a:lnTo>
                    <a:lnTo>
                      <a:pt x="19124" y="11265"/>
                    </a:lnTo>
                    <a:lnTo>
                      <a:pt x="19358" y="11401"/>
                    </a:lnTo>
                    <a:lnTo>
                      <a:pt x="19747" y="11615"/>
                    </a:lnTo>
                    <a:cubicBezTo>
                      <a:pt x="19786" y="11615"/>
                      <a:pt x="19805" y="11654"/>
                      <a:pt x="19805" y="11654"/>
                    </a:cubicBezTo>
                    <a:cubicBezTo>
                      <a:pt x="19844" y="11654"/>
                      <a:pt x="19883" y="11615"/>
                      <a:pt x="19903" y="11596"/>
                    </a:cubicBezTo>
                    <a:cubicBezTo>
                      <a:pt x="19922" y="11557"/>
                      <a:pt x="19922" y="11479"/>
                      <a:pt x="19844" y="11421"/>
                    </a:cubicBezTo>
                    <a:lnTo>
                      <a:pt x="19591" y="11285"/>
                    </a:lnTo>
                    <a:lnTo>
                      <a:pt x="19338" y="11129"/>
                    </a:lnTo>
                    <a:lnTo>
                      <a:pt x="18541" y="10643"/>
                    </a:lnTo>
                    <a:lnTo>
                      <a:pt x="18288" y="10506"/>
                    </a:lnTo>
                    <a:lnTo>
                      <a:pt x="17471" y="10020"/>
                    </a:lnTo>
                    <a:lnTo>
                      <a:pt x="17218" y="9864"/>
                    </a:lnTo>
                    <a:lnTo>
                      <a:pt x="16401" y="9378"/>
                    </a:lnTo>
                    <a:lnTo>
                      <a:pt x="16148" y="9242"/>
                    </a:lnTo>
                    <a:lnTo>
                      <a:pt x="15331" y="8755"/>
                    </a:lnTo>
                    <a:lnTo>
                      <a:pt x="15078" y="8600"/>
                    </a:lnTo>
                    <a:lnTo>
                      <a:pt x="14261" y="8113"/>
                    </a:lnTo>
                    <a:lnTo>
                      <a:pt x="14008" y="7977"/>
                    </a:lnTo>
                    <a:lnTo>
                      <a:pt x="13191" y="7491"/>
                    </a:lnTo>
                    <a:lnTo>
                      <a:pt x="12938" y="7335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1"/>
              <p:cNvSpPr/>
              <p:nvPr/>
            </p:nvSpPr>
            <p:spPr>
              <a:xfrm>
                <a:off x="972475" y="823700"/>
                <a:ext cx="656125" cy="382800"/>
              </a:xfrm>
              <a:custGeom>
                <a:avLst/>
                <a:gdLst/>
                <a:ahLst/>
                <a:cxnLst/>
                <a:rect l="l" t="t" r="r" b="b"/>
                <a:pathLst>
                  <a:path w="26245" h="15312" extrusionOk="0">
                    <a:moveTo>
                      <a:pt x="234" y="1"/>
                    </a:moveTo>
                    <a:cubicBezTo>
                      <a:pt x="175" y="40"/>
                      <a:pt x="156" y="79"/>
                      <a:pt x="78" y="118"/>
                    </a:cubicBezTo>
                    <a:cubicBezTo>
                      <a:pt x="59" y="137"/>
                      <a:pt x="39" y="137"/>
                      <a:pt x="0" y="176"/>
                    </a:cubicBezTo>
                    <a:lnTo>
                      <a:pt x="19027" y="11129"/>
                    </a:lnTo>
                    <a:lnTo>
                      <a:pt x="19261" y="11285"/>
                    </a:lnTo>
                    <a:lnTo>
                      <a:pt x="20097" y="11771"/>
                    </a:lnTo>
                    <a:lnTo>
                      <a:pt x="20331" y="11907"/>
                    </a:lnTo>
                    <a:lnTo>
                      <a:pt x="21167" y="12394"/>
                    </a:lnTo>
                    <a:lnTo>
                      <a:pt x="21401" y="12549"/>
                    </a:lnTo>
                    <a:lnTo>
                      <a:pt x="22237" y="13036"/>
                    </a:lnTo>
                    <a:lnTo>
                      <a:pt x="22471" y="13172"/>
                    </a:lnTo>
                    <a:lnTo>
                      <a:pt x="23307" y="13658"/>
                    </a:lnTo>
                    <a:lnTo>
                      <a:pt x="23541" y="13814"/>
                    </a:lnTo>
                    <a:lnTo>
                      <a:pt x="24377" y="14300"/>
                    </a:lnTo>
                    <a:lnTo>
                      <a:pt x="24611" y="14436"/>
                    </a:lnTo>
                    <a:lnTo>
                      <a:pt x="25447" y="14923"/>
                    </a:lnTo>
                    <a:lnTo>
                      <a:pt x="25681" y="15078"/>
                    </a:lnTo>
                    <a:lnTo>
                      <a:pt x="26070" y="15292"/>
                    </a:lnTo>
                    <a:cubicBezTo>
                      <a:pt x="26109" y="15292"/>
                      <a:pt x="26128" y="15312"/>
                      <a:pt x="26128" y="15312"/>
                    </a:cubicBezTo>
                    <a:cubicBezTo>
                      <a:pt x="26167" y="15312"/>
                      <a:pt x="26206" y="15292"/>
                      <a:pt x="26226" y="15273"/>
                    </a:cubicBezTo>
                    <a:cubicBezTo>
                      <a:pt x="26245" y="15215"/>
                      <a:pt x="26245" y="15137"/>
                      <a:pt x="26167" y="15098"/>
                    </a:cubicBezTo>
                    <a:lnTo>
                      <a:pt x="25914" y="14942"/>
                    </a:lnTo>
                    <a:lnTo>
                      <a:pt x="25661" y="14806"/>
                    </a:lnTo>
                    <a:lnTo>
                      <a:pt x="24883" y="14222"/>
                    </a:lnTo>
                    <a:lnTo>
                      <a:pt x="24650" y="14086"/>
                    </a:lnTo>
                    <a:lnTo>
                      <a:pt x="23813" y="13600"/>
                    </a:lnTo>
                    <a:lnTo>
                      <a:pt x="23580" y="13444"/>
                    </a:lnTo>
                    <a:lnTo>
                      <a:pt x="22743" y="12958"/>
                    </a:lnTo>
                    <a:lnTo>
                      <a:pt x="22510" y="12822"/>
                    </a:lnTo>
                    <a:lnTo>
                      <a:pt x="21673" y="12335"/>
                    </a:lnTo>
                    <a:lnTo>
                      <a:pt x="21420" y="12180"/>
                    </a:lnTo>
                    <a:lnTo>
                      <a:pt x="20603" y="11693"/>
                    </a:lnTo>
                    <a:lnTo>
                      <a:pt x="20350" y="11557"/>
                    </a:lnTo>
                    <a:lnTo>
                      <a:pt x="19533" y="11071"/>
                    </a:lnTo>
                    <a:lnTo>
                      <a:pt x="19280" y="10915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1"/>
              <p:cNvSpPr/>
              <p:nvPr/>
            </p:nvSpPr>
            <p:spPr>
              <a:xfrm>
                <a:off x="1100875" y="864575"/>
                <a:ext cx="555950" cy="324925"/>
              </a:xfrm>
              <a:custGeom>
                <a:avLst/>
                <a:gdLst/>
                <a:ahLst/>
                <a:cxnLst/>
                <a:rect l="l" t="t" r="r" b="b"/>
                <a:pathLst>
                  <a:path w="22238" h="12997" extrusionOk="0">
                    <a:moveTo>
                      <a:pt x="214" y="0"/>
                    </a:moveTo>
                    <a:cubicBezTo>
                      <a:pt x="175" y="39"/>
                      <a:pt x="137" y="58"/>
                      <a:pt x="78" y="117"/>
                    </a:cubicBezTo>
                    <a:cubicBezTo>
                      <a:pt x="39" y="136"/>
                      <a:pt x="20" y="136"/>
                      <a:pt x="0" y="156"/>
                    </a:cubicBezTo>
                    <a:lnTo>
                      <a:pt x="15000" y="8813"/>
                    </a:lnTo>
                    <a:lnTo>
                      <a:pt x="15253" y="8969"/>
                    </a:lnTo>
                    <a:lnTo>
                      <a:pt x="16070" y="9455"/>
                    </a:lnTo>
                    <a:lnTo>
                      <a:pt x="16323" y="9591"/>
                    </a:lnTo>
                    <a:lnTo>
                      <a:pt x="17140" y="10078"/>
                    </a:lnTo>
                    <a:lnTo>
                      <a:pt x="17393" y="10233"/>
                    </a:lnTo>
                    <a:lnTo>
                      <a:pt x="18210" y="10720"/>
                    </a:lnTo>
                    <a:lnTo>
                      <a:pt x="18463" y="10856"/>
                    </a:lnTo>
                    <a:lnTo>
                      <a:pt x="19280" y="11342"/>
                    </a:lnTo>
                    <a:lnTo>
                      <a:pt x="19533" y="11498"/>
                    </a:lnTo>
                    <a:lnTo>
                      <a:pt x="20350" y="11984"/>
                    </a:lnTo>
                    <a:lnTo>
                      <a:pt x="20603" y="12121"/>
                    </a:lnTo>
                    <a:lnTo>
                      <a:pt x="21420" y="12607"/>
                    </a:lnTo>
                    <a:lnTo>
                      <a:pt x="21673" y="12763"/>
                    </a:lnTo>
                    <a:lnTo>
                      <a:pt x="22062" y="12977"/>
                    </a:lnTo>
                    <a:cubicBezTo>
                      <a:pt x="22082" y="12977"/>
                      <a:pt x="22101" y="12996"/>
                      <a:pt x="22101" y="12996"/>
                    </a:cubicBezTo>
                    <a:cubicBezTo>
                      <a:pt x="22160" y="12996"/>
                      <a:pt x="22179" y="12977"/>
                      <a:pt x="22198" y="12957"/>
                    </a:cubicBezTo>
                    <a:cubicBezTo>
                      <a:pt x="22237" y="12899"/>
                      <a:pt x="22237" y="12840"/>
                      <a:pt x="22160" y="12782"/>
                    </a:cubicBezTo>
                    <a:lnTo>
                      <a:pt x="21887" y="12646"/>
                    </a:lnTo>
                    <a:lnTo>
                      <a:pt x="21654" y="12490"/>
                    </a:lnTo>
                    <a:lnTo>
                      <a:pt x="20817" y="11945"/>
                    </a:lnTo>
                    <a:lnTo>
                      <a:pt x="20584" y="11809"/>
                    </a:lnTo>
                    <a:lnTo>
                      <a:pt x="19747" y="11323"/>
                    </a:lnTo>
                    <a:lnTo>
                      <a:pt x="19514" y="11187"/>
                    </a:lnTo>
                    <a:lnTo>
                      <a:pt x="18677" y="10700"/>
                    </a:lnTo>
                    <a:lnTo>
                      <a:pt x="18444" y="10545"/>
                    </a:lnTo>
                    <a:lnTo>
                      <a:pt x="17607" y="10058"/>
                    </a:lnTo>
                    <a:lnTo>
                      <a:pt x="17374" y="9922"/>
                    </a:lnTo>
                    <a:lnTo>
                      <a:pt x="16537" y="9436"/>
                    </a:lnTo>
                    <a:lnTo>
                      <a:pt x="16284" y="9280"/>
                    </a:lnTo>
                    <a:lnTo>
                      <a:pt x="15467" y="8794"/>
                    </a:lnTo>
                    <a:lnTo>
                      <a:pt x="15214" y="8658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1"/>
              <p:cNvSpPr/>
              <p:nvPr/>
            </p:nvSpPr>
            <p:spPr>
              <a:xfrm>
                <a:off x="860600" y="697250"/>
                <a:ext cx="821525" cy="478125"/>
              </a:xfrm>
              <a:custGeom>
                <a:avLst/>
                <a:gdLst/>
                <a:ahLst/>
                <a:cxnLst/>
                <a:rect l="l" t="t" r="r" b="b"/>
                <a:pathLst>
                  <a:path w="32861" h="19125" extrusionOk="0">
                    <a:moveTo>
                      <a:pt x="254" y="1"/>
                    </a:moveTo>
                    <a:cubicBezTo>
                      <a:pt x="234" y="20"/>
                      <a:pt x="176" y="39"/>
                      <a:pt x="137" y="98"/>
                    </a:cubicBezTo>
                    <a:cubicBezTo>
                      <a:pt x="78" y="117"/>
                      <a:pt x="59" y="137"/>
                      <a:pt x="1" y="137"/>
                    </a:cubicBezTo>
                    <a:lnTo>
                      <a:pt x="25642" y="14961"/>
                    </a:lnTo>
                    <a:lnTo>
                      <a:pt x="25876" y="15098"/>
                    </a:lnTo>
                    <a:lnTo>
                      <a:pt x="26712" y="15584"/>
                    </a:lnTo>
                    <a:lnTo>
                      <a:pt x="26946" y="15720"/>
                    </a:lnTo>
                    <a:lnTo>
                      <a:pt x="27782" y="16207"/>
                    </a:lnTo>
                    <a:lnTo>
                      <a:pt x="28016" y="16362"/>
                    </a:lnTo>
                    <a:lnTo>
                      <a:pt x="28852" y="16849"/>
                    </a:lnTo>
                    <a:lnTo>
                      <a:pt x="29086" y="16985"/>
                    </a:lnTo>
                    <a:lnTo>
                      <a:pt x="29922" y="17471"/>
                    </a:lnTo>
                    <a:lnTo>
                      <a:pt x="30156" y="17627"/>
                    </a:lnTo>
                    <a:lnTo>
                      <a:pt x="30992" y="18113"/>
                    </a:lnTo>
                    <a:lnTo>
                      <a:pt x="31226" y="18249"/>
                    </a:lnTo>
                    <a:lnTo>
                      <a:pt x="32062" y="18736"/>
                    </a:lnTo>
                    <a:lnTo>
                      <a:pt x="32296" y="18891"/>
                    </a:lnTo>
                    <a:lnTo>
                      <a:pt x="32685" y="19105"/>
                    </a:lnTo>
                    <a:cubicBezTo>
                      <a:pt x="32724" y="19105"/>
                      <a:pt x="32743" y="19125"/>
                      <a:pt x="32743" y="19125"/>
                    </a:cubicBezTo>
                    <a:cubicBezTo>
                      <a:pt x="32782" y="19125"/>
                      <a:pt x="32821" y="19105"/>
                      <a:pt x="32841" y="19086"/>
                    </a:cubicBezTo>
                    <a:cubicBezTo>
                      <a:pt x="32860" y="19028"/>
                      <a:pt x="32860" y="18969"/>
                      <a:pt x="32782" y="18911"/>
                    </a:cubicBezTo>
                    <a:lnTo>
                      <a:pt x="32529" y="18775"/>
                    </a:lnTo>
                    <a:lnTo>
                      <a:pt x="32276" y="18619"/>
                    </a:lnTo>
                    <a:lnTo>
                      <a:pt x="31498" y="18035"/>
                    </a:lnTo>
                    <a:lnTo>
                      <a:pt x="31265" y="17899"/>
                    </a:lnTo>
                    <a:lnTo>
                      <a:pt x="30428" y="17413"/>
                    </a:lnTo>
                    <a:lnTo>
                      <a:pt x="30195" y="17257"/>
                    </a:lnTo>
                    <a:lnTo>
                      <a:pt x="29358" y="16771"/>
                    </a:lnTo>
                    <a:lnTo>
                      <a:pt x="29125" y="16635"/>
                    </a:lnTo>
                    <a:lnTo>
                      <a:pt x="28288" y="16148"/>
                    </a:lnTo>
                    <a:lnTo>
                      <a:pt x="28055" y="15993"/>
                    </a:lnTo>
                    <a:lnTo>
                      <a:pt x="27218" y="15506"/>
                    </a:lnTo>
                    <a:lnTo>
                      <a:pt x="26985" y="15370"/>
                    </a:lnTo>
                    <a:lnTo>
                      <a:pt x="26148" y="14884"/>
                    </a:lnTo>
                    <a:lnTo>
                      <a:pt x="25895" y="14728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1"/>
              <p:cNvSpPr/>
              <p:nvPr/>
            </p:nvSpPr>
            <p:spPr>
              <a:xfrm>
                <a:off x="1164575" y="705525"/>
                <a:ext cx="544775" cy="454300"/>
              </a:xfrm>
              <a:custGeom>
                <a:avLst/>
                <a:gdLst/>
                <a:ahLst/>
                <a:cxnLst/>
                <a:rect l="l" t="t" r="r" b="b"/>
                <a:pathLst>
                  <a:path w="21791" h="18172" extrusionOk="0">
                    <a:moveTo>
                      <a:pt x="1" y="0"/>
                    </a:moveTo>
                    <a:lnTo>
                      <a:pt x="1" y="5506"/>
                    </a:lnTo>
                    <a:cubicBezTo>
                      <a:pt x="1" y="5545"/>
                      <a:pt x="20" y="5584"/>
                      <a:pt x="59" y="5603"/>
                    </a:cubicBezTo>
                    <a:lnTo>
                      <a:pt x="14573" y="13988"/>
                    </a:lnTo>
                    <a:lnTo>
                      <a:pt x="14826" y="14144"/>
                    </a:lnTo>
                    <a:lnTo>
                      <a:pt x="15643" y="14630"/>
                    </a:lnTo>
                    <a:lnTo>
                      <a:pt x="15896" y="14767"/>
                    </a:lnTo>
                    <a:lnTo>
                      <a:pt x="16713" y="15253"/>
                    </a:lnTo>
                    <a:lnTo>
                      <a:pt x="16966" y="15389"/>
                    </a:lnTo>
                    <a:lnTo>
                      <a:pt x="17783" y="15876"/>
                    </a:lnTo>
                    <a:lnTo>
                      <a:pt x="18036" y="16031"/>
                    </a:lnTo>
                    <a:lnTo>
                      <a:pt x="18853" y="16518"/>
                    </a:lnTo>
                    <a:lnTo>
                      <a:pt x="19106" y="16654"/>
                    </a:lnTo>
                    <a:lnTo>
                      <a:pt x="19923" y="17140"/>
                    </a:lnTo>
                    <a:lnTo>
                      <a:pt x="20176" y="17296"/>
                    </a:lnTo>
                    <a:lnTo>
                      <a:pt x="20993" y="17782"/>
                    </a:lnTo>
                    <a:lnTo>
                      <a:pt x="21246" y="17918"/>
                    </a:lnTo>
                    <a:lnTo>
                      <a:pt x="21635" y="18152"/>
                    </a:lnTo>
                    <a:cubicBezTo>
                      <a:pt x="21654" y="18152"/>
                      <a:pt x="21674" y="18171"/>
                      <a:pt x="21674" y="18171"/>
                    </a:cubicBezTo>
                    <a:cubicBezTo>
                      <a:pt x="21732" y="18171"/>
                      <a:pt x="21752" y="18152"/>
                      <a:pt x="21771" y="18113"/>
                    </a:cubicBezTo>
                    <a:cubicBezTo>
                      <a:pt x="21791" y="18074"/>
                      <a:pt x="21791" y="17996"/>
                      <a:pt x="21732" y="17957"/>
                    </a:cubicBezTo>
                    <a:lnTo>
                      <a:pt x="21460" y="17802"/>
                    </a:lnTo>
                    <a:lnTo>
                      <a:pt x="21207" y="17665"/>
                    </a:lnTo>
                    <a:lnTo>
                      <a:pt x="20409" y="17082"/>
                    </a:lnTo>
                    <a:lnTo>
                      <a:pt x="20176" y="16926"/>
                    </a:lnTo>
                    <a:lnTo>
                      <a:pt x="19339" y="16440"/>
                    </a:lnTo>
                    <a:lnTo>
                      <a:pt x="19106" y="16304"/>
                    </a:lnTo>
                    <a:lnTo>
                      <a:pt x="18269" y="15817"/>
                    </a:lnTo>
                    <a:lnTo>
                      <a:pt x="18036" y="15662"/>
                    </a:lnTo>
                    <a:lnTo>
                      <a:pt x="17199" y="15175"/>
                    </a:lnTo>
                    <a:lnTo>
                      <a:pt x="16966" y="15039"/>
                    </a:lnTo>
                    <a:lnTo>
                      <a:pt x="16129" y="14553"/>
                    </a:lnTo>
                    <a:lnTo>
                      <a:pt x="15896" y="14397"/>
                    </a:lnTo>
                    <a:lnTo>
                      <a:pt x="15059" y="13911"/>
                    </a:lnTo>
                    <a:lnTo>
                      <a:pt x="14826" y="13774"/>
                    </a:lnTo>
                    <a:lnTo>
                      <a:pt x="254" y="5350"/>
                    </a:lnTo>
                    <a:lnTo>
                      <a:pt x="254" y="15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1"/>
              <p:cNvSpPr/>
              <p:nvPr/>
            </p:nvSpPr>
            <p:spPr>
              <a:xfrm>
                <a:off x="1210300" y="703575"/>
                <a:ext cx="525325" cy="439700"/>
              </a:xfrm>
              <a:custGeom>
                <a:avLst/>
                <a:gdLst/>
                <a:ahLst/>
                <a:cxnLst/>
                <a:rect l="l" t="t" r="r" b="b"/>
                <a:pathLst>
                  <a:path w="21013" h="17588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1" y="5409"/>
                    </a:lnTo>
                    <a:lnTo>
                      <a:pt x="59" y="5409"/>
                    </a:lnTo>
                    <a:cubicBezTo>
                      <a:pt x="59" y="5467"/>
                      <a:pt x="79" y="5487"/>
                      <a:pt x="98" y="5506"/>
                    </a:cubicBezTo>
                    <a:lnTo>
                      <a:pt x="13794" y="13405"/>
                    </a:lnTo>
                    <a:lnTo>
                      <a:pt x="14028" y="13561"/>
                    </a:lnTo>
                    <a:lnTo>
                      <a:pt x="14864" y="14047"/>
                    </a:lnTo>
                    <a:lnTo>
                      <a:pt x="15098" y="14183"/>
                    </a:lnTo>
                    <a:lnTo>
                      <a:pt x="15934" y="14670"/>
                    </a:lnTo>
                    <a:lnTo>
                      <a:pt x="16168" y="14825"/>
                    </a:lnTo>
                    <a:lnTo>
                      <a:pt x="17004" y="15312"/>
                    </a:lnTo>
                    <a:lnTo>
                      <a:pt x="17238" y="15448"/>
                    </a:lnTo>
                    <a:lnTo>
                      <a:pt x="18074" y="15934"/>
                    </a:lnTo>
                    <a:lnTo>
                      <a:pt x="18308" y="16090"/>
                    </a:lnTo>
                    <a:lnTo>
                      <a:pt x="19144" y="16576"/>
                    </a:lnTo>
                    <a:lnTo>
                      <a:pt x="19378" y="16712"/>
                    </a:lnTo>
                    <a:lnTo>
                      <a:pt x="20214" y="17199"/>
                    </a:lnTo>
                    <a:lnTo>
                      <a:pt x="20448" y="17354"/>
                    </a:lnTo>
                    <a:lnTo>
                      <a:pt x="20837" y="17568"/>
                    </a:lnTo>
                    <a:cubicBezTo>
                      <a:pt x="20876" y="17568"/>
                      <a:pt x="20895" y="17588"/>
                      <a:pt x="20895" y="17588"/>
                    </a:cubicBezTo>
                    <a:cubicBezTo>
                      <a:pt x="20934" y="17588"/>
                      <a:pt x="20973" y="17568"/>
                      <a:pt x="20993" y="17549"/>
                    </a:cubicBezTo>
                    <a:cubicBezTo>
                      <a:pt x="21012" y="17491"/>
                      <a:pt x="21012" y="17413"/>
                      <a:pt x="20934" y="17374"/>
                    </a:cubicBezTo>
                    <a:lnTo>
                      <a:pt x="20681" y="17218"/>
                    </a:lnTo>
                    <a:lnTo>
                      <a:pt x="20428" y="17082"/>
                    </a:lnTo>
                    <a:lnTo>
                      <a:pt x="19611" y="16596"/>
                    </a:lnTo>
                    <a:lnTo>
                      <a:pt x="19358" y="16440"/>
                    </a:lnTo>
                    <a:lnTo>
                      <a:pt x="18541" y="15954"/>
                    </a:lnTo>
                    <a:lnTo>
                      <a:pt x="18288" y="15817"/>
                    </a:lnTo>
                    <a:lnTo>
                      <a:pt x="17471" y="15331"/>
                    </a:lnTo>
                    <a:lnTo>
                      <a:pt x="17218" y="15195"/>
                    </a:lnTo>
                    <a:lnTo>
                      <a:pt x="16401" y="14708"/>
                    </a:lnTo>
                    <a:lnTo>
                      <a:pt x="16148" y="14553"/>
                    </a:lnTo>
                    <a:lnTo>
                      <a:pt x="15331" y="14066"/>
                    </a:lnTo>
                    <a:lnTo>
                      <a:pt x="15078" y="13930"/>
                    </a:lnTo>
                    <a:lnTo>
                      <a:pt x="14261" y="13444"/>
                    </a:lnTo>
                    <a:lnTo>
                      <a:pt x="14008" y="13288"/>
                    </a:lnTo>
                    <a:lnTo>
                      <a:pt x="254" y="5331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1"/>
              <p:cNvSpPr/>
              <p:nvPr/>
            </p:nvSpPr>
            <p:spPr>
              <a:xfrm>
                <a:off x="1144150" y="1046950"/>
                <a:ext cx="978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2336" extrusionOk="0">
                    <a:moveTo>
                      <a:pt x="195" y="1"/>
                    </a:moveTo>
                    <a:cubicBezTo>
                      <a:pt x="176" y="20"/>
                      <a:pt x="118" y="59"/>
                      <a:pt x="79" y="98"/>
                    </a:cubicBezTo>
                    <a:cubicBezTo>
                      <a:pt x="40" y="117"/>
                      <a:pt x="20" y="117"/>
                      <a:pt x="1" y="137"/>
                    </a:cubicBezTo>
                    <a:lnTo>
                      <a:pt x="3736" y="2296"/>
                    </a:lnTo>
                    <a:cubicBezTo>
                      <a:pt x="3775" y="2296"/>
                      <a:pt x="3795" y="2335"/>
                      <a:pt x="3795" y="2335"/>
                    </a:cubicBezTo>
                    <a:cubicBezTo>
                      <a:pt x="3833" y="2335"/>
                      <a:pt x="3872" y="2296"/>
                      <a:pt x="3892" y="2277"/>
                    </a:cubicBezTo>
                    <a:cubicBezTo>
                      <a:pt x="3911" y="2238"/>
                      <a:pt x="3911" y="2160"/>
                      <a:pt x="3833" y="2102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1"/>
              <p:cNvSpPr/>
              <p:nvPr/>
            </p:nvSpPr>
            <p:spPr>
              <a:xfrm>
                <a:off x="697175" y="2247325"/>
                <a:ext cx="109950" cy="67625"/>
              </a:xfrm>
              <a:custGeom>
                <a:avLst/>
                <a:gdLst/>
                <a:ahLst/>
                <a:cxnLst/>
                <a:rect l="l" t="t" r="r" b="b"/>
                <a:pathLst>
                  <a:path w="4398" h="2705" extrusionOk="0">
                    <a:moveTo>
                      <a:pt x="1" y="1"/>
                    </a:moveTo>
                    <a:lnTo>
                      <a:pt x="1" y="293"/>
                    </a:lnTo>
                    <a:lnTo>
                      <a:pt x="4184" y="2705"/>
                    </a:lnTo>
                    <a:cubicBezTo>
                      <a:pt x="4203" y="2627"/>
                      <a:pt x="4261" y="2608"/>
                      <a:pt x="4339" y="2569"/>
                    </a:cubicBezTo>
                    <a:cubicBezTo>
                      <a:pt x="4359" y="2569"/>
                      <a:pt x="4378" y="2530"/>
                      <a:pt x="4398" y="253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1"/>
              <p:cNvSpPr/>
              <p:nvPr/>
            </p:nvSpPr>
            <p:spPr>
              <a:xfrm>
                <a:off x="798825" y="23081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18" y="253"/>
                    </a:moveTo>
                    <a:cubicBezTo>
                      <a:pt x="993" y="253"/>
                      <a:pt x="1149" y="273"/>
                      <a:pt x="1265" y="351"/>
                    </a:cubicBezTo>
                    <a:cubicBezTo>
                      <a:pt x="1363" y="390"/>
                      <a:pt x="1402" y="467"/>
                      <a:pt x="1402" y="545"/>
                    </a:cubicBezTo>
                    <a:cubicBezTo>
                      <a:pt x="1402" y="623"/>
                      <a:pt x="1363" y="662"/>
                      <a:pt x="1265" y="740"/>
                    </a:cubicBezTo>
                    <a:cubicBezTo>
                      <a:pt x="1139" y="808"/>
                      <a:pt x="974" y="842"/>
                      <a:pt x="813" y="842"/>
                    </a:cubicBezTo>
                    <a:cubicBezTo>
                      <a:pt x="653" y="842"/>
                      <a:pt x="497" y="808"/>
                      <a:pt x="390" y="740"/>
                    </a:cubicBezTo>
                    <a:cubicBezTo>
                      <a:pt x="293" y="681"/>
                      <a:pt x="234" y="623"/>
                      <a:pt x="234" y="545"/>
                    </a:cubicBezTo>
                    <a:cubicBezTo>
                      <a:pt x="234" y="467"/>
                      <a:pt x="293" y="429"/>
                      <a:pt x="390" y="351"/>
                    </a:cubicBezTo>
                    <a:cubicBezTo>
                      <a:pt x="507" y="273"/>
                      <a:pt x="662" y="253"/>
                      <a:pt x="818" y="253"/>
                    </a:cubicBezTo>
                    <a:close/>
                    <a:moveTo>
                      <a:pt x="818" y="0"/>
                    </a:moveTo>
                    <a:cubicBezTo>
                      <a:pt x="638" y="0"/>
                      <a:pt x="458" y="34"/>
                      <a:pt x="312" y="98"/>
                    </a:cubicBezTo>
                    <a:cubicBezTo>
                      <a:pt x="293" y="98"/>
                      <a:pt x="273" y="137"/>
                      <a:pt x="234" y="137"/>
                    </a:cubicBezTo>
                    <a:cubicBezTo>
                      <a:pt x="195" y="176"/>
                      <a:pt x="137" y="195"/>
                      <a:pt x="118" y="253"/>
                    </a:cubicBezTo>
                    <a:cubicBezTo>
                      <a:pt x="40" y="331"/>
                      <a:pt x="1" y="429"/>
                      <a:pt x="1" y="526"/>
                    </a:cubicBezTo>
                    <a:cubicBezTo>
                      <a:pt x="1" y="662"/>
                      <a:pt x="98" y="818"/>
                      <a:pt x="273" y="915"/>
                    </a:cubicBezTo>
                    <a:cubicBezTo>
                      <a:pt x="429" y="1012"/>
                      <a:pt x="623" y="1051"/>
                      <a:pt x="818" y="1051"/>
                    </a:cubicBezTo>
                    <a:cubicBezTo>
                      <a:pt x="1012" y="1051"/>
                      <a:pt x="1246" y="1012"/>
                      <a:pt x="1382" y="915"/>
                    </a:cubicBezTo>
                    <a:cubicBezTo>
                      <a:pt x="1557" y="818"/>
                      <a:pt x="1654" y="662"/>
                      <a:pt x="1654" y="526"/>
                    </a:cubicBezTo>
                    <a:cubicBezTo>
                      <a:pt x="1654" y="370"/>
                      <a:pt x="1557" y="234"/>
                      <a:pt x="1382" y="137"/>
                    </a:cubicBezTo>
                    <a:cubicBezTo>
                      <a:pt x="1227" y="44"/>
                      <a:pt x="1023" y="0"/>
                      <a:pt x="8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1"/>
              <p:cNvSpPr/>
              <p:nvPr/>
            </p:nvSpPr>
            <p:spPr>
              <a:xfrm>
                <a:off x="800775" y="2135475"/>
                <a:ext cx="35050" cy="2092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837" extrusionOk="0">
                    <a:moveTo>
                      <a:pt x="701" y="0"/>
                    </a:moveTo>
                    <a:cubicBezTo>
                      <a:pt x="312" y="0"/>
                      <a:pt x="1" y="195"/>
                      <a:pt x="1" y="428"/>
                    </a:cubicBezTo>
                    <a:cubicBezTo>
                      <a:pt x="1" y="642"/>
                      <a:pt x="254" y="817"/>
                      <a:pt x="623" y="837"/>
                    </a:cubicBezTo>
                    <a:cubicBezTo>
                      <a:pt x="604" y="778"/>
                      <a:pt x="623" y="778"/>
                      <a:pt x="682" y="778"/>
                    </a:cubicBezTo>
                    <a:cubicBezTo>
                      <a:pt x="701" y="778"/>
                      <a:pt x="740" y="817"/>
                      <a:pt x="779" y="837"/>
                    </a:cubicBezTo>
                    <a:cubicBezTo>
                      <a:pt x="1110" y="798"/>
                      <a:pt x="1401" y="642"/>
                      <a:pt x="1401" y="428"/>
                    </a:cubicBezTo>
                    <a:cubicBezTo>
                      <a:pt x="1401" y="195"/>
                      <a:pt x="1090" y="0"/>
                      <a:pt x="7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1"/>
              <p:cNvSpPr/>
              <p:nvPr/>
            </p:nvSpPr>
            <p:spPr>
              <a:xfrm>
                <a:off x="799325" y="2238575"/>
                <a:ext cx="3505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818" extrusionOk="0">
                    <a:moveTo>
                      <a:pt x="603" y="0"/>
                    </a:moveTo>
                    <a:cubicBezTo>
                      <a:pt x="273" y="20"/>
                      <a:pt x="0" y="195"/>
                      <a:pt x="0" y="409"/>
                    </a:cubicBezTo>
                    <a:cubicBezTo>
                      <a:pt x="0" y="623"/>
                      <a:pt x="312" y="818"/>
                      <a:pt x="701" y="818"/>
                    </a:cubicBezTo>
                    <a:cubicBezTo>
                      <a:pt x="1090" y="818"/>
                      <a:pt x="1401" y="623"/>
                      <a:pt x="1401" y="409"/>
                    </a:cubicBezTo>
                    <a:cubicBezTo>
                      <a:pt x="1401" y="214"/>
                      <a:pt x="1148" y="39"/>
                      <a:pt x="798" y="0"/>
                    </a:cubicBezTo>
                    <a:cubicBezTo>
                      <a:pt x="798" y="20"/>
                      <a:pt x="778" y="59"/>
                      <a:pt x="740" y="59"/>
                    </a:cubicBezTo>
                    <a:cubicBezTo>
                      <a:pt x="681" y="59"/>
                      <a:pt x="642" y="39"/>
                      <a:pt x="6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1"/>
              <p:cNvSpPr/>
              <p:nvPr/>
            </p:nvSpPr>
            <p:spPr>
              <a:xfrm>
                <a:off x="815375" y="2154425"/>
                <a:ext cx="5850" cy="851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406" extrusionOk="0">
                    <a:moveTo>
                      <a:pt x="117" y="1"/>
                    </a:moveTo>
                    <a:cubicBezTo>
                      <a:pt x="98" y="1"/>
                      <a:pt x="39" y="20"/>
                      <a:pt x="20" y="40"/>
                    </a:cubicBezTo>
                    <a:cubicBezTo>
                      <a:pt x="0" y="79"/>
                      <a:pt x="0" y="98"/>
                      <a:pt x="0" y="118"/>
                    </a:cubicBezTo>
                    <a:lnTo>
                      <a:pt x="0" y="1207"/>
                    </a:lnTo>
                    <a:lnTo>
                      <a:pt x="117" y="1285"/>
                    </a:lnTo>
                    <a:cubicBezTo>
                      <a:pt x="136" y="1343"/>
                      <a:pt x="156" y="1421"/>
                      <a:pt x="136" y="1460"/>
                    </a:cubicBezTo>
                    <a:cubicBezTo>
                      <a:pt x="117" y="1499"/>
                      <a:pt x="59" y="1499"/>
                      <a:pt x="39" y="1499"/>
                    </a:cubicBezTo>
                    <a:cubicBezTo>
                      <a:pt x="20" y="1499"/>
                      <a:pt x="0" y="1499"/>
                      <a:pt x="0" y="1479"/>
                    </a:cubicBezTo>
                    <a:lnTo>
                      <a:pt x="0" y="3289"/>
                    </a:lnTo>
                    <a:lnTo>
                      <a:pt x="0" y="3328"/>
                    </a:lnTo>
                    <a:cubicBezTo>
                      <a:pt x="20" y="3386"/>
                      <a:pt x="59" y="3405"/>
                      <a:pt x="117" y="3405"/>
                    </a:cubicBezTo>
                    <a:cubicBezTo>
                      <a:pt x="156" y="3405"/>
                      <a:pt x="214" y="3386"/>
                      <a:pt x="234" y="3328"/>
                    </a:cubicBezTo>
                    <a:lnTo>
                      <a:pt x="234" y="3289"/>
                    </a:lnTo>
                    <a:lnTo>
                      <a:pt x="234" y="118"/>
                    </a:lnTo>
                    <a:cubicBezTo>
                      <a:pt x="234" y="98"/>
                      <a:pt x="214" y="40"/>
                      <a:pt x="214" y="40"/>
                    </a:cubicBezTo>
                    <a:cubicBezTo>
                      <a:pt x="195" y="20"/>
                      <a:pt x="156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1"/>
              <p:cNvSpPr/>
              <p:nvPr/>
            </p:nvSpPr>
            <p:spPr>
              <a:xfrm>
                <a:off x="697175" y="2117475"/>
                <a:ext cx="121625" cy="75900"/>
              </a:xfrm>
              <a:custGeom>
                <a:avLst/>
                <a:gdLst/>
                <a:ahLst/>
                <a:cxnLst/>
                <a:rect l="l" t="t" r="r" b="b"/>
                <a:pathLst>
                  <a:path w="4865" h="3036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2724" y="1868"/>
                    </a:lnTo>
                    <a:lnTo>
                      <a:pt x="2880" y="1771"/>
                    </a:lnTo>
                    <a:cubicBezTo>
                      <a:pt x="2894" y="1763"/>
                      <a:pt x="2914" y="1759"/>
                      <a:pt x="2935" y="1759"/>
                    </a:cubicBezTo>
                    <a:cubicBezTo>
                      <a:pt x="2971" y="1759"/>
                      <a:pt x="3011" y="1773"/>
                      <a:pt x="3036" y="1810"/>
                    </a:cubicBezTo>
                    <a:cubicBezTo>
                      <a:pt x="3075" y="1868"/>
                      <a:pt x="3075" y="1946"/>
                      <a:pt x="2997" y="1985"/>
                    </a:cubicBezTo>
                    <a:lnTo>
                      <a:pt x="2977" y="2004"/>
                    </a:lnTo>
                    <a:lnTo>
                      <a:pt x="4689" y="3016"/>
                    </a:lnTo>
                    <a:cubicBezTo>
                      <a:pt x="4728" y="3016"/>
                      <a:pt x="4748" y="3035"/>
                      <a:pt x="4748" y="3035"/>
                    </a:cubicBezTo>
                    <a:cubicBezTo>
                      <a:pt x="4787" y="3035"/>
                      <a:pt x="4826" y="3016"/>
                      <a:pt x="4845" y="2996"/>
                    </a:cubicBezTo>
                    <a:cubicBezTo>
                      <a:pt x="4864" y="2938"/>
                      <a:pt x="4864" y="2860"/>
                      <a:pt x="4787" y="2821"/>
                    </a:cubicBezTo>
                    <a:lnTo>
                      <a:pt x="4670" y="27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1"/>
              <p:cNvSpPr/>
              <p:nvPr/>
            </p:nvSpPr>
            <p:spPr>
              <a:xfrm>
                <a:off x="697175" y="2161050"/>
                <a:ext cx="76400" cy="49350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1974" extrusionOk="0">
                    <a:moveTo>
                      <a:pt x="2930" y="1"/>
                    </a:moveTo>
                    <a:cubicBezTo>
                      <a:pt x="2913" y="1"/>
                      <a:pt x="2896" y="3"/>
                      <a:pt x="2880" y="8"/>
                    </a:cubicBezTo>
                    <a:lnTo>
                      <a:pt x="2724" y="105"/>
                    </a:lnTo>
                    <a:lnTo>
                      <a:pt x="1" y="1681"/>
                    </a:lnTo>
                    <a:lnTo>
                      <a:pt x="1" y="1973"/>
                    </a:lnTo>
                    <a:lnTo>
                      <a:pt x="2977" y="261"/>
                    </a:lnTo>
                    <a:lnTo>
                      <a:pt x="2997" y="222"/>
                    </a:lnTo>
                    <a:cubicBezTo>
                      <a:pt x="3036" y="203"/>
                      <a:pt x="3055" y="125"/>
                      <a:pt x="3036" y="47"/>
                    </a:cubicBezTo>
                    <a:cubicBezTo>
                      <a:pt x="3021" y="19"/>
                      <a:pt x="2976" y="1"/>
                      <a:pt x="2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1"/>
              <p:cNvSpPr/>
              <p:nvPr/>
            </p:nvSpPr>
            <p:spPr>
              <a:xfrm>
                <a:off x="776450" y="462325"/>
                <a:ext cx="351675" cy="200425"/>
              </a:xfrm>
              <a:custGeom>
                <a:avLst/>
                <a:gdLst/>
                <a:ahLst/>
                <a:cxnLst/>
                <a:rect l="l" t="t" r="r" b="b"/>
                <a:pathLst>
                  <a:path w="14067" h="8017" extrusionOk="0">
                    <a:moveTo>
                      <a:pt x="1" y="1"/>
                    </a:moveTo>
                    <a:lnTo>
                      <a:pt x="13833" y="8016"/>
                    </a:lnTo>
                    <a:lnTo>
                      <a:pt x="14067" y="7861"/>
                    </a:lnTo>
                    <a:lnTo>
                      <a:pt x="4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1"/>
              <p:cNvSpPr/>
              <p:nvPr/>
            </p:nvSpPr>
            <p:spPr>
              <a:xfrm>
                <a:off x="1203500" y="2158325"/>
                <a:ext cx="144475" cy="83200"/>
              </a:xfrm>
              <a:custGeom>
                <a:avLst/>
                <a:gdLst/>
                <a:ahLst/>
                <a:cxnLst/>
                <a:rect l="l" t="t" r="r" b="b"/>
                <a:pathLst>
                  <a:path w="5779" h="3328" extrusionOk="0">
                    <a:moveTo>
                      <a:pt x="2588" y="0"/>
                    </a:moveTo>
                    <a:lnTo>
                      <a:pt x="0" y="1479"/>
                    </a:lnTo>
                    <a:lnTo>
                      <a:pt x="3191" y="3327"/>
                    </a:lnTo>
                    <a:lnTo>
                      <a:pt x="3969" y="2880"/>
                    </a:lnTo>
                    <a:lnTo>
                      <a:pt x="2024" y="1771"/>
                    </a:lnTo>
                    <a:cubicBezTo>
                      <a:pt x="1985" y="1732"/>
                      <a:pt x="1946" y="1674"/>
                      <a:pt x="1985" y="1596"/>
                    </a:cubicBezTo>
                    <a:cubicBezTo>
                      <a:pt x="1999" y="1568"/>
                      <a:pt x="2041" y="1541"/>
                      <a:pt x="2086" y="1541"/>
                    </a:cubicBezTo>
                    <a:cubicBezTo>
                      <a:pt x="2105" y="1541"/>
                      <a:pt x="2123" y="1545"/>
                      <a:pt x="2140" y="1557"/>
                    </a:cubicBezTo>
                    <a:lnTo>
                      <a:pt x="4222" y="2744"/>
                    </a:lnTo>
                    <a:lnTo>
                      <a:pt x="4942" y="2316"/>
                    </a:lnTo>
                    <a:lnTo>
                      <a:pt x="4747" y="2238"/>
                    </a:lnTo>
                    <a:cubicBezTo>
                      <a:pt x="4708" y="2199"/>
                      <a:pt x="4670" y="2140"/>
                      <a:pt x="4708" y="2063"/>
                    </a:cubicBezTo>
                    <a:cubicBezTo>
                      <a:pt x="4723" y="2019"/>
                      <a:pt x="4770" y="1997"/>
                      <a:pt x="4818" y="1997"/>
                    </a:cubicBezTo>
                    <a:cubicBezTo>
                      <a:pt x="4834" y="1997"/>
                      <a:pt x="4850" y="1999"/>
                      <a:pt x="4864" y="2004"/>
                    </a:cubicBezTo>
                    <a:lnTo>
                      <a:pt x="5195" y="2179"/>
                    </a:lnTo>
                    <a:lnTo>
                      <a:pt x="5778" y="1849"/>
                    </a:lnTo>
                    <a:lnTo>
                      <a:pt x="258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1"/>
              <p:cNvSpPr/>
              <p:nvPr/>
            </p:nvSpPr>
            <p:spPr>
              <a:xfrm>
                <a:off x="1184050" y="2199675"/>
                <a:ext cx="92425" cy="53525"/>
              </a:xfrm>
              <a:custGeom>
                <a:avLst/>
                <a:gdLst/>
                <a:ahLst/>
                <a:cxnLst/>
                <a:rect l="l" t="t" r="r" b="b"/>
                <a:pathLst>
                  <a:path w="3697" h="2141" extrusionOk="0">
                    <a:moveTo>
                      <a:pt x="506" y="0"/>
                    </a:moveTo>
                    <a:lnTo>
                      <a:pt x="0" y="292"/>
                    </a:lnTo>
                    <a:lnTo>
                      <a:pt x="3191" y="2140"/>
                    </a:lnTo>
                    <a:lnTo>
                      <a:pt x="3697" y="1848"/>
                    </a:lnTo>
                    <a:cubicBezTo>
                      <a:pt x="2588" y="1187"/>
                      <a:pt x="1479" y="584"/>
                      <a:pt x="5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1"/>
              <p:cNvSpPr/>
              <p:nvPr/>
            </p:nvSpPr>
            <p:spPr>
              <a:xfrm>
                <a:off x="1071700" y="2123025"/>
                <a:ext cx="759250" cy="437075"/>
              </a:xfrm>
              <a:custGeom>
                <a:avLst/>
                <a:gdLst/>
                <a:ahLst/>
                <a:cxnLst/>
                <a:rect l="l" t="t" r="r" b="b"/>
                <a:pathLst>
                  <a:path w="30370" h="17483" extrusionOk="0">
                    <a:moveTo>
                      <a:pt x="13210" y="7523"/>
                    </a:moveTo>
                    <a:lnTo>
                      <a:pt x="13268" y="7557"/>
                    </a:lnTo>
                    <a:lnTo>
                      <a:pt x="13268" y="7557"/>
                    </a:lnTo>
                    <a:cubicBezTo>
                      <a:pt x="13251" y="7540"/>
                      <a:pt x="13231" y="7528"/>
                      <a:pt x="13210" y="7523"/>
                    </a:cubicBezTo>
                    <a:close/>
                    <a:moveTo>
                      <a:pt x="145" y="1"/>
                    </a:moveTo>
                    <a:cubicBezTo>
                      <a:pt x="106" y="1"/>
                      <a:pt x="58" y="18"/>
                      <a:pt x="20" y="70"/>
                    </a:cubicBezTo>
                    <a:cubicBezTo>
                      <a:pt x="0" y="109"/>
                      <a:pt x="0" y="187"/>
                      <a:pt x="78" y="226"/>
                    </a:cubicBezTo>
                    <a:cubicBezTo>
                      <a:pt x="78" y="226"/>
                      <a:pt x="175" y="303"/>
                      <a:pt x="370" y="401"/>
                    </a:cubicBezTo>
                    <a:cubicBezTo>
                      <a:pt x="1031" y="790"/>
                      <a:pt x="2782" y="1782"/>
                      <a:pt x="5019" y="3086"/>
                    </a:cubicBezTo>
                    <a:cubicBezTo>
                      <a:pt x="5992" y="3630"/>
                      <a:pt x="7062" y="4272"/>
                      <a:pt x="8191" y="4934"/>
                    </a:cubicBezTo>
                    <a:cubicBezTo>
                      <a:pt x="8930" y="5342"/>
                      <a:pt x="9650" y="5770"/>
                      <a:pt x="10408" y="6198"/>
                    </a:cubicBezTo>
                    <a:lnTo>
                      <a:pt x="10408" y="6140"/>
                    </a:lnTo>
                    <a:cubicBezTo>
                      <a:pt x="10408" y="6062"/>
                      <a:pt x="10467" y="6023"/>
                      <a:pt x="10525" y="6023"/>
                    </a:cubicBezTo>
                    <a:cubicBezTo>
                      <a:pt x="10603" y="6023"/>
                      <a:pt x="10661" y="6062"/>
                      <a:pt x="10661" y="6140"/>
                    </a:cubicBezTo>
                    <a:lnTo>
                      <a:pt x="10661" y="6315"/>
                    </a:lnTo>
                    <a:lnTo>
                      <a:pt x="13054" y="7696"/>
                    </a:lnTo>
                    <a:lnTo>
                      <a:pt x="13054" y="7657"/>
                    </a:lnTo>
                    <a:cubicBezTo>
                      <a:pt x="13054" y="7580"/>
                      <a:pt x="13113" y="7521"/>
                      <a:pt x="13191" y="7521"/>
                    </a:cubicBezTo>
                    <a:cubicBezTo>
                      <a:pt x="13197" y="7521"/>
                      <a:pt x="13203" y="7522"/>
                      <a:pt x="13210" y="7523"/>
                    </a:cubicBezTo>
                    <a:lnTo>
                      <a:pt x="13210" y="7523"/>
                    </a:lnTo>
                    <a:lnTo>
                      <a:pt x="8463" y="4778"/>
                    </a:lnTo>
                    <a:lnTo>
                      <a:pt x="5272" y="2930"/>
                    </a:lnTo>
                    <a:lnTo>
                      <a:pt x="642" y="265"/>
                    </a:lnTo>
                    <a:lnTo>
                      <a:pt x="195" y="12"/>
                    </a:lnTo>
                    <a:cubicBezTo>
                      <a:pt x="182" y="5"/>
                      <a:pt x="164" y="1"/>
                      <a:pt x="145" y="1"/>
                    </a:cubicBezTo>
                    <a:close/>
                    <a:moveTo>
                      <a:pt x="13268" y="7557"/>
                    </a:moveTo>
                    <a:cubicBezTo>
                      <a:pt x="13291" y="7581"/>
                      <a:pt x="13307" y="7617"/>
                      <a:pt x="13307" y="7657"/>
                    </a:cubicBezTo>
                    <a:lnTo>
                      <a:pt x="13307" y="7813"/>
                    </a:lnTo>
                    <a:cubicBezTo>
                      <a:pt x="15856" y="9311"/>
                      <a:pt x="18366" y="10731"/>
                      <a:pt x="20389" y="11899"/>
                    </a:cubicBezTo>
                    <a:lnTo>
                      <a:pt x="20544" y="11821"/>
                    </a:lnTo>
                    <a:cubicBezTo>
                      <a:pt x="20562" y="11809"/>
                      <a:pt x="20581" y="11801"/>
                      <a:pt x="20600" y="11798"/>
                    </a:cubicBezTo>
                    <a:lnTo>
                      <a:pt x="20600" y="11798"/>
                    </a:lnTo>
                    <a:lnTo>
                      <a:pt x="20724" y="11869"/>
                    </a:lnTo>
                    <a:lnTo>
                      <a:pt x="20724" y="11869"/>
                    </a:lnTo>
                    <a:cubicBezTo>
                      <a:pt x="20722" y="11866"/>
                      <a:pt x="20721" y="11863"/>
                      <a:pt x="20720" y="11860"/>
                    </a:cubicBezTo>
                    <a:cubicBezTo>
                      <a:pt x="20697" y="11814"/>
                      <a:pt x="20661" y="11795"/>
                      <a:pt x="20623" y="11795"/>
                    </a:cubicBezTo>
                    <a:cubicBezTo>
                      <a:pt x="20615" y="11795"/>
                      <a:pt x="20608" y="11796"/>
                      <a:pt x="20600" y="11798"/>
                    </a:cubicBezTo>
                    <a:lnTo>
                      <a:pt x="20600" y="11798"/>
                    </a:lnTo>
                    <a:lnTo>
                      <a:pt x="13268" y="7557"/>
                    </a:lnTo>
                    <a:close/>
                    <a:moveTo>
                      <a:pt x="26039" y="14970"/>
                    </a:moveTo>
                    <a:lnTo>
                      <a:pt x="26066" y="14987"/>
                    </a:lnTo>
                    <a:lnTo>
                      <a:pt x="26066" y="14987"/>
                    </a:lnTo>
                    <a:cubicBezTo>
                      <a:pt x="26058" y="14980"/>
                      <a:pt x="26048" y="14974"/>
                      <a:pt x="26039" y="14970"/>
                    </a:cubicBezTo>
                    <a:close/>
                    <a:moveTo>
                      <a:pt x="20724" y="11869"/>
                    </a:moveTo>
                    <a:cubicBezTo>
                      <a:pt x="20739" y="11910"/>
                      <a:pt x="20735" y="11981"/>
                      <a:pt x="20681" y="12035"/>
                    </a:cubicBezTo>
                    <a:lnTo>
                      <a:pt x="20603" y="12054"/>
                    </a:lnTo>
                    <a:cubicBezTo>
                      <a:pt x="21556" y="12619"/>
                      <a:pt x="22393" y="13105"/>
                      <a:pt x="23054" y="13494"/>
                    </a:cubicBezTo>
                    <a:lnTo>
                      <a:pt x="23229" y="13397"/>
                    </a:lnTo>
                    <a:cubicBezTo>
                      <a:pt x="23245" y="13381"/>
                      <a:pt x="23268" y="13371"/>
                      <a:pt x="23292" y="13371"/>
                    </a:cubicBezTo>
                    <a:cubicBezTo>
                      <a:pt x="23326" y="13371"/>
                      <a:pt x="23362" y="13390"/>
                      <a:pt x="23385" y="13436"/>
                    </a:cubicBezTo>
                    <a:cubicBezTo>
                      <a:pt x="23424" y="13494"/>
                      <a:pt x="23424" y="13552"/>
                      <a:pt x="23346" y="13611"/>
                    </a:cubicBezTo>
                    <a:lnTo>
                      <a:pt x="23268" y="13630"/>
                    </a:lnTo>
                    <a:cubicBezTo>
                      <a:pt x="24163" y="14155"/>
                      <a:pt x="24688" y="14467"/>
                      <a:pt x="24688" y="14467"/>
                    </a:cubicBezTo>
                    <a:lnTo>
                      <a:pt x="25720" y="15070"/>
                    </a:lnTo>
                    <a:lnTo>
                      <a:pt x="25934" y="14973"/>
                    </a:lnTo>
                    <a:cubicBezTo>
                      <a:pt x="25948" y="14965"/>
                      <a:pt x="25967" y="14961"/>
                      <a:pt x="25988" y="14961"/>
                    </a:cubicBezTo>
                    <a:cubicBezTo>
                      <a:pt x="26005" y="14961"/>
                      <a:pt x="26022" y="14964"/>
                      <a:pt x="26039" y="14970"/>
                    </a:cubicBezTo>
                    <a:lnTo>
                      <a:pt x="26039" y="14970"/>
                    </a:lnTo>
                    <a:lnTo>
                      <a:pt x="25506" y="14661"/>
                    </a:lnTo>
                    <a:lnTo>
                      <a:pt x="25486" y="14681"/>
                    </a:lnTo>
                    <a:cubicBezTo>
                      <a:pt x="25467" y="14681"/>
                      <a:pt x="25447" y="14700"/>
                      <a:pt x="25447" y="14700"/>
                    </a:cubicBezTo>
                    <a:cubicBezTo>
                      <a:pt x="25389" y="14700"/>
                      <a:pt x="25369" y="14681"/>
                      <a:pt x="25350" y="14661"/>
                    </a:cubicBezTo>
                    <a:cubicBezTo>
                      <a:pt x="25311" y="14603"/>
                      <a:pt x="25311" y="14564"/>
                      <a:pt x="25350" y="14545"/>
                    </a:cubicBezTo>
                    <a:lnTo>
                      <a:pt x="20724" y="11869"/>
                    </a:lnTo>
                    <a:close/>
                    <a:moveTo>
                      <a:pt x="26066" y="14987"/>
                    </a:moveTo>
                    <a:lnTo>
                      <a:pt x="26066" y="14987"/>
                    </a:lnTo>
                    <a:cubicBezTo>
                      <a:pt x="26075" y="14993"/>
                      <a:pt x="26083" y="15002"/>
                      <a:pt x="26089" y="15011"/>
                    </a:cubicBezTo>
                    <a:cubicBezTo>
                      <a:pt x="26109" y="15070"/>
                      <a:pt x="26109" y="15148"/>
                      <a:pt x="26050" y="15187"/>
                    </a:cubicBezTo>
                    <a:lnTo>
                      <a:pt x="25972" y="15225"/>
                    </a:lnTo>
                    <a:lnTo>
                      <a:pt x="28969" y="16938"/>
                    </a:lnTo>
                    <a:lnTo>
                      <a:pt x="29105" y="16879"/>
                    </a:lnTo>
                    <a:cubicBezTo>
                      <a:pt x="29129" y="16863"/>
                      <a:pt x="29156" y="16854"/>
                      <a:pt x="29183" y="16854"/>
                    </a:cubicBezTo>
                    <a:cubicBezTo>
                      <a:pt x="29221" y="16854"/>
                      <a:pt x="29257" y="16872"/>
                      <a:pt x="29280" y="16918"/>
                    </a:cubicBezTo>
                    <a:cubicBezTo>
                      <a:pt x="29299" y="16957"/>
                      <a:pt x="29299" y="17035"/>
                      <a:pt x="29241" y="17093"/>
                    </a:cubicBezTo>
                    <a:lnTo>
                      <a:pt x="29202" y="17093"/>
                    </a:lnTo>
                    <a:lnTo>
                      <a:pt x="29883" y="17482"/>
                    </a:lnTo>
                    <a:lnTo>
                      <a:pt x="30369" y="17482"/>
                    </a:lnTo>
                    <a:lnTo>
                      <a:pt x="26066" y="149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1"/>
              <p:cNvSpPr/>
              <p:nvPr/>
            </p:nvSpPr>
            <p:spPr>
              <a:xfrm>
                <a:off x="1682100" y="2496650"/>
                <a:ext cx="43775" cy="255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020" extrusionOk="0">
                    <a:moveTo>
                      <a:pt x="1618" y="0"/>
                    </a:moveTo>
                    <a:cubicBezTo>
                      <a:pt x="1598" y="0"/>
                      <a:pt x="1577" y="3"/>
                      <a:pt x="1556" y="8"/>
                    </a:cubicBezTo>
                    <a:lnTo>
                      <a:pt x="1362" y="105"/>
                    </a:lnTo>
                    <a:lnTo>
                      <a:pt x="0" y="884"/>
                    </a:lnTo>
                    <a:lnTo>
                      <a:pt x="253" y="1020"/>
                    </a:lnTo>
                    <a:lnTo>
                      <a:pt x="1615" y="242"/>
                    </a:lnTo>
                    <a:lnTo>
                      <a:pt x="1673" y="222"/>
                    </a:lnTo>
                    <a:cubicBezTo>
                      <a:pt x="1732" y="203"/>
                      <a:pt x="1751" y="125"/>
                      <a:pt x="1732" y="47"/>
                    </a:cubicBezTo>
                    <a:cubicBezTo>
                      <a:pt x="1717" y="19"/>
                      <a:pt x="1672" y="0"/>
                      <a:pt x="1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1"/>
              <p:cNvSpPr/>
              <p:nvPr/>
            </p:nvSpPr>
            <p:spPr>
              <a:xfrm>
                <a:off x="1614475" y="2457050"/>
                <a:ext cx="438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028" extrusionOk="0">
                    <a:moveTo>
                      <a:pt x="1605" y="0"/>
                    </a:moveTo>
                    <a:cubicBezTo>
                      <a:pt x="1583" y="0"/>
                      <a:pt x="1561" y="5"/>
                      <a:pt x="1538" y="16"/>
                    </a:cubicBezTo>
                    <a:lnTo>
                      <a:pt x="1363" y="114"/>
                    </a:lnTo>
                    <a:lnTo>
                      <a:pt x="1" y="892"/>
                    </a:lnTo>
                    <a:lnTo>
                      <a:pt x="254" y="1028"/>
                    </a:lnTo>
                    <a:lnTo>
                      <a:pt x="1616" y="250"/>
                    </a:lnTo>
                    <a:lnTo>
                      <a:pt x="1693" y="230"/>
                    </a:lnTo>
                    <a:cubicBezTo>
                      <a:pt x="1732" y="211"/>
                      <a:pt x="1752" y="114"/>
                      <a:pt x="1713" y="55"/>
                    </a:cubicBezTo>
                    <a:cubicBezTo>
                      <a:pt x="1699" y="28"/>
                      <a:pt x="1656" y="0"/>
                      <a:pt x="16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1"/>
              <p:cNvSpPr/>
              <p:nvPr/>
            </p:nvSpPr>
            <p:spPr>
              <a:xfrm>
                <a:off x="1547375" y="2418125"/>
                <a:ext cx="42825" cy="257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29" extrusionOk="0">
                    <a:moveTo>
                      <a:pt x="1584" y="1"/>
                    </a:moveTo>
                    <a:cubicBezTo>
                      <a:pt x="1563" y="1"/>
                      <a:pt x="1540" y="5"/>
                      <a:pt x="1517" y="17"/>
                    </a:cubicBezTo>
                    <a:lnTo>
                      <a:pt x="1362" y="114"/>
                    </a:lnTo>
                    <a:lnTo>
                      <a:pt x="0" y="892"/>
                    </a:lnTo>
                    <a:lnTo>
                      <a:pt x="233" y="1029"/>
                    </a:lnTo>
                    <a:lnTo>
                      <a:pt x="1595" y="250"/>
                    </a:lnTo>
                    <a:lnTo>
                      <a:pt x="1673" y="231"/>
                    </a:lnTo>
                    <a:cubicBezTo>
                      <a:pt x="1712" y="172"/>
                      <a:pt x="1712" y="114"/>
                      <a:pt x="1693" y="56"/>
                    </a:cubicBezTo>
                    <a:cubicBezTo>
                      <a:pt x="1679" y="28"/>
                      <a:pt x="1636" y="1"/>
                      <a:pt x="15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1"/>
              <p:cNvSpPr/>
              <p:nvPr/>
            </p:nvSpPr>
            <p:spPr>
              <a:xfrm>
                <a:off x="1596000" y="2513875"/>
                <a:ext cx="101200" cy="45725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1829" extrusionOk="0">
                    <a:moveTo>
                      <a:pt x="3133" y="0"/>
                    </a:moveTo>
                    <a:lnTo>
                      <a:pt x="1" y="1829"/>
                    </a:lnTo>
                    <a:lnTo>
                      <a:pt x="1849" y="1829"/>
                    </a:lnTo>
                    <a:lnTo>
                      <a:pt x="4047" y="525"/>
                    </a:lnTo>
                    <a:lnTo>
                      <a:pt x="3716" y="331"/>
                    </a:lnTo>
                    <a:lnTo>
                      <a:pt x="3463" y="195"/>
                    </a:lnTo>
                    <a:lnTo>
                      <a:pt x="3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1"/>
              <p:cNvSpPr/>
              <p:nvPr/>
            </p:nvSpPr>
            <p:spPr>
              <a:xfrm>
                <a:off x="1525950" y="2474950"/>
                <a:ext cx="104125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375" extrusionOk="0">
                    <a:moveTo>
                      <a:pt x="3231" y="1"/>
                    </a:moveTo>
                    <a:lnTo>
                      <a:pt x="1" y="1849"/>
                    </a:lnTo>
                    <a:lnTo>
                      <a:pt x="915" y="2374"/>
                    </a:lnTo>
                    <a:lnTo>
                      <a:pt x="4164" y="526"/>
                    </a:lnTo>
                    <a:lnTo>
                      <a:pt x="3795" y="312"/>
                    </a:lnTo>
                    <a:lnTo>
                      <a:pt x="3542" y="195"/>
                    </a:lnTo>
                    <a:lnTo>
                      <a:pt x="32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1"/>
              <p:cNvSpPr/>
              <p:nvPr/>
            </p:nvSpPr>
            <p:spPr>
              <a:xfrm>
                <a:off x="1458350" y="2436050"/>
                <a:ext cx="104125" cy="593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374" extrusionOk="0">
                    <a:moveTo>
                      <a:pt x="3211" y="0"/>
                    </a:moveTo>
                    <a:lnTo>
                      <a:pt x="1" y="1848"/>
                    </a:lnTo>
                    <a:lnTo>
                      <a:pt x="935" y="2374"/>
                    </a:lnTo>
                    <a:lnTo>
                      <a:pt x="4164" y="526"/>
                    </a:lnTo>
                    <a:lnTo>
                      <a:pt x="3794" y="312"/>
                    </a:lnTo>
                    <a:lnTo>
                      <a:pt x="3561" y="175"/>
                    </a:lnTo>
                    <a:lnTo>
                      <a:pt x="32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1"/>
              <p:cNvSpPr/>
              <p:nvPr/>
            </p:nvSpPr>
            <p:spPr>
              <a:xfrm>
                <a:off x="1917975" y="2498850"/>
                <a:ext cx="4137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8" extrusionOk="0">
                    <a:moveTo>
                      <a:pt x="837" y="251"/>
                    </a:moveTo>
                    <a:cubicBezTo>
                      <a:pt x="993" y="251"/>
                      <a:pt x="1149" y="290"/>
                      <a:pt x="1265" y="348"/>
                    </a:cubicBezTo>
                    <a:cubicBezTo>
                      <a:pt x="1363" y="406"/>
                      <a:pt x="1421" y="465"/>
                      <a:pt x="1421" y="543"/>
                    </a:cubicBezTo>
                    <a:cubicBezTo>
                      <a:pt x="1421" y="620"/>
                      <a:pt x="1363" y="679"/>
                      <a:pt x="1265" y="737"/>
                    </a:cubicBezTo>
                    <a:cubicBezTo>
                      <a:pt x="1149" y="815"/>
                      <a:pt x="983" y="854"/>
                      <a:pt x="820" y="854"/>
                    </a:cubicBezTo>
                    <a:cubicBezTo>
                      <a:pt x="657" y="854"/>
                      <a:pt x="497" y="815"/>
                      <a:pt x="390" y="737"/>
                    </a:cubicBezTo>
                    <a:cubicBezTo>
                      <a:pt x="293" y="698"/>
                      <a:pt x="254" y="620"/>
                      <a:pt x="254" y="543"/>
                    </a:cubicBezTo>
                    <a:cubicBezTo>
                      <a:pt x="254" y="465"/>
                      <a:pt x="293" y="426"/>
                      <a:pt x="390" y="348"/>
                    </a:cubicBezTo>
                    <a:cubicBezTo>
                      <a:pt x="487" y="290"/>
                      <a:pt x="662" y="251"/>
                      <a:pt x="837" y="251"/>
                    </a:cubicBezTo>
                    <a:close/>
                    <a:moveTo>
                      <a:pt x="845" y="0"/>
                    </a:moveTo>
                    <a:cubicBezTo>
                      <a:pt x="660" y="0"/>
                      <a:pt x="472" y="39"/>
                      <a:pt x="312" y="115"/>
                    </a:cubicBezTo>
                    <a:cubicBezTo>
                      <a:pt x="351" y="154"/>
                      <a:pt x="351" y="212"/>
                      <a:pt x="312" y="251"/>
                    </a:cubicBezTo>
                    <a:cubicBezTo>
                      <a:pt x="293" y="309"/>
                      <a:pt x="254" y="309"/>
                      <a:pt x="215" y="309"/>
                    </a:cubicBezTo>
                    <a:cubicBezTo>
                      <a:pt x="195" y="309"/>
                      <a:pt x="176" y="309"/>
                      <a:pt x="176" y="270"/>
                    </a:cubicBezTo>
                    <a:lnTo>
                      <a:pt x="117" y="251"/>
                    </a:lnTo>
                    <a:cubicBezTo>
                      <a:pt x="59" y="329"/>
                      <a:pt x="1" y="426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48" y="1010"/>
                      <a:pt x="643" y="1068"/>
                      <a:pt x="837" y="1068"/>
                    </a:cubicBezTo>
                    <a:cubicBezTo>
                      <a:pt x="1032" y="1068"/>
                      <a:pt x="1246" y="1010"/>
                      <a:pt x="1382" y="912"/>
                    </a:cubicBezTo>
                    <a:cubicBezTo>
                      <a:pt x="1557" y="815"/>
                      <a:pt x="1654" y="679"/>
                      <a:pt x="1654" y="523"/>
                    </a:cubicBezTo>
                    <a:cubicBezTo>
                      <a:pt x="1654" y="368"/>
                      <a:pt x="1557" y="231"/>
                      <a:pt x="1382" y="134"/>
                    </a:cubicBezTo>
                    <a:cubicBezTo>
                      <a:pt x="1232" y="44"/>
                      <a:pt x="1040" y="0"/>
                      <a:pt x="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1"/>
              <p:cNvSpPr/>
              <p:nvPr/>
            </p:nvSpPr>
            <p:spPr>
              <a:xfrm>
                <a:off x="1780825" y="24197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309" y="693"/>
                    </a:moveTo>
                    <a:cubicBezTo>
                      <a:pt x="332" y="712"/>
                      <a:pt x="359" y="731"/>
                      <a:pt x="389" y="750"/>
                    </a:cubicBezTo>
                    <a:cubicBezTo>
                      <a:pt x="402" y="758"/>
                      <a:pt x="416" y="765"/>
                      <a:pt x="429" y="772"/>
                    </a:cubicBezTo>
                    <a:lnTo>
                      <a:pt x="429" y="772"/>
                    </a:lnTo>
                    <a:cubicBezTo>
                      <a:pt x="429" y="771"/>
                      <a:pt x="429" y="770"/>
                      <a:pt x="428" y="769"/>
                    </a:cubicBezTo>
                    <a:cubicBezTo>
                      <a:pt x="401" y="714"/>
                      <a:pt x="355" y="698"/>
                      <a:pt x="309" y="693"/>
                    </a:cubicBezTo>
                    <a:close/>
                    <a:moveTo>
                      <a:pt x="1308" y="714"/>
                    </a:moveTo>
                    <a:cubicBezTo>
                      <a:pt x="1260" y="716"/>
                      <a:pt x="1220" y="743"/>
                      <a:pt x="1207" y="769"/>
                    </a:cubicBezTo>
                    <a:cubicBezTo>
                      <a:pt x="1206" y="772"/>
                      <a:pt x="1205" y="775"/>
                      <a:pt x="1204" y="778"/>
                    </a:cubicBezTo>
                    <a:lnTo>
                      <a:pt x="1204" y="778"/>
                    </a:lnTo>
                    <a:cubicBezTo>
                      <a:pt x="1225" y="770"/>
                      <a:pt x="1246" y="760"/>
                      <a:pt x="1265" y="750"/>
                    </a:cubicBezTo>
                    <a:cubicBezTo>
                      <a:pt x="1281" y="737"/>
                      <a:pt x="1295" y="725"/>
                      <a:pt x="1308" y="714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24"/>
                      <a:pt x="0" y="380"/>
                      <a:pt x="0" y="536"/>
                    </a:cubicBezTo>
                    <a:cubicBezTo>
                      <a:pt x="0" y="633"/>
                      <a:pt x="39" y="730"/>
                      <a:pt x="117" y="788"/>
                    </a:cubicBezTo>
                    <a:lnTo>
                      <a:pt x="253" y="691"/>
                    </a:lnTo>
                    <a:cubicBezTo>
                      <a:pt x="271" y="691"/>
                      <a:pt x="290" y="691"/>
                      <a:pt x="309" y="693"/>
                    </a:cubicBezTo>
                    <a:lnTo>
                      <a:pt x="309" y="693"/>
                    </a:lnTo>
                    <a:cubicBezTo>
                      <a:pt x="261" y="652"/>
                      <a:pt x="234" y="608"/>
                      <a:pt x="234" y="555"/>
                    </a:cubicBezTo>
                    <a:cubicBezTo>
                      <a:pt x="234" y="477"/>
                      <a:pt x="292" y="399"/>
                      <a:pt x="389" y="360"/>
                    </a:cubicBezTo>
                    <a:cubicBezTo>
                      <a:pt x="506" y="283"/>
                      <a:pt x="681" y="263"/>
                      <a:pt x="818" y="263"/>
                    </a:cubicBezTo>
                    <a:cubicBezTo>
                      <a:pt x="993" y="263"/>
                      <a:pt x="1129" y="283"/>
                      <a:pt x="1265" y="360"/>
                    </a:cubicBezTo>
                    <a:cubicBezTo>
                      <a:pt x="1362" y="399"/>
                      <a:pt x="1401" y="477"/>
                      <a:pt x="1401" y="555"/>
                    </a:cubicBezTo>
                    <a:cubicBezTo>
                      <a:pt x="1401" y="620"/>
                      <a:pt x="1374" y="658"/>
                      <a:pt x="1308" y="714"/>
                    </a:cubicBezTo>
                    <a:lnTo>
                      <a:pt x="1308" y="714"/>
                    </a:lnTo>
                    <a:cubicBezTo>
                      <a:pt x="1310" y="714"/>
                      <a:pt x="1313" y="714"/>
                      <a:pt x="1315" y="714"/>
                    </a:cubicBezTo>
                    <a:cubicBezTo>
                      <a:pt x="1336" y="714"/>
                      <a:pt x="1359" y="719"/>
                      <a:pt x="1382" y="730"/>
                    </a:cubicBezTo>
                    <a:lnTo>
                      <a:pt x="1518" y="788"/>
                    </a:ln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  <a:moveTo>
                      <a:pt x="429" y="772"/>
                    </a:moveTo>
                    <a:lnTo>
                      <a:pt x="429" y="772"/>
                    </a:lnTo>
                    <a:cubicBezTo>
                      <a:pt x="448" y="830"/>
                      <a:pt x="447" y="887"/>
                      <a:pt x="389" y="944"/>
                    </a:cubicBezTo>
                    <a:lnTo>
                      <a:pt x="331" y="964"/>
                    </a:lnTo>
                    <a:cubicBezTo>
                      <a:pt x="487" y="1041"/>
                      <a:pt x="642" y="1061"/>
                      <a:pt x="818" y="1061"/>
                    </a:cubicBezTo>
                    <a:cubicBezTo>
                      <a:pt x="993" y="1061"/>
                      <a:pt x="1168" y="1041"/>
                      <a:pt x="1304" y="964"/>
                    </a:cubicBezTo>
                    <a:lnTo>
                      <a:pt x="1265" y="944"/>
                    </a:lnTo>
                    <a:cubicBezTo>
                      <a:pt x="1209" y="925"/>
                      <a:pt x="1189" y="853"/>
                      <a:pt x="1204" y="778"/>
                    </a:cubicBezTo>
                    <a:lnTo>
                      <a:pt x="1204" y="778"/>
                    </a:lnTo>
                    <a:cubicBezTo>
                      <a:pt x="1088" y="827"/>
                      <a:pt x="949" y="852"/>
                      <a:pt x="813" y="852"/>
                    </a:cubicBezTo>
                    <a:cubicBezTo>
                      <a:pt x="671" y="852"/>
                      <a:pt x="533" y="825"/>
                      <a:pt x="429" y="7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1"/>
              <p:cNvSpPr/>
              <p:nvPr/>
            </p:nvSpPr>
            <p:spPr>
              <a:xfrm>
                <a:off x="1810975" y="2437850"/>
                <a:ext cx="115300" cy="69225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2769" extrusionOk="0">
                    <a:moveTo>
                      <a:pt x="103" y="0"/>
                    </a:moveTo>
                    <a:cubicBezTo>
                      <a:pt x="71" y="0"/>
                      <a:pt x="43" y="22"/>
                      <a:pt x="20" y="45"/>
                    </a:cubicBezTo>
                    <a:cubicBezTo>
                      <a:pt x="1" y="103"/>
                      <a:pt x="1" y="162"/>
                      <a:pt x="78" y="220"/>
                    </a:cubicBezTo>
                    <a:lnTo>
                      <a:pt x="117" y="240"/>
                    </a:lnTo>
                    <a:lnTo>
                      <a:pt x="4397" y="2730"/>
                    </a:lnTo>
                    <a:lnTo>
                      <a:pt x="4456" y="2749"/>
                    </a:lnTo>
                    <a:cubicBezTo>
                      <a:pt x="4475" y="2749"/>
                      <a:pt x="4495" y="2769"/>
                      <a:pt x="4495" y="2769"/>
                    </a:cubicBezTo>
                    <a:cubicBezTo>
                      <a:pt x="4553" y="2769"/>
                      <a:pt x="4573" y="2749"/>
                      <a:pt x="4592" y="2730"/>
                    </a:cubicBezTo>
                    <a:cubicBezTo>
                      <a:pt x="4611" y="2671"/>
                      <a:pt x="4611" y="2632"/>
                      <a:pt x="4573" y="2574"/>
                    </a:cubicBezTo>
                    <a:lnTo>
                      <a:pt x="4553" y="2555"/>
                    </a:lnTo>
                    <a:lnTo>
                      <a:pt x="312" y="123"/>
                    </a:lnTo>
                    <a:lnTo>
                      <a:pt x="176" y="45"/>
                    </a:lnTo>
                    <a:cubicBezTo>
                      <a:pt x="151" y="12"/>
                      <a:pt x="126" y="0"/>
                      <a:pt x="1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1"/>
              <p:cNvSpPr/>
              <p:nvPr/>
            </p:nvSpPr>
            <p:spPr>
              <a:xfrm>
                <a:off x="1703500" y="2436825"/>
                <a:ext cx="875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2129" extrusionOk="0">
                    <a:moveTo>
                      <a:pt x="3354" y="1"/>
                    </a:moveTo>
                    <a:cubicBezTo>
                      <a:pt x="3338" y="1"/>
                      <a:pt x="3322" y="3"/>
                      <a:pt x="3307" y="8"/>
                    </a:cubicBezTo>
                    <a:lnTo>
                      <a:pt x="3152" y="105"/>
                    </a:lnTo>
                    <a:lnTo>
                      <a:pt x="39" y="1915"/>
                    </a:lnTo>
                    <a:cubicBezTo>
                      <a:pt x="20" y="1915"/>
                      <a:pt x="20" y="1934"/>
                      <a:pt x="0" y="1934"/>
                    </a:cubicBezTo>
                    <a:cubicBezTo>
                      <a:pt x="20" y="1993"/>
                      <a:pt x="20" y="2031"/>
                      <a:pt x="39" y="2090"/>
                    </a:cubicBezTo>
                    <a:cubicBezTo>
                      <a:pt x="78" y="2129"/>
                      <a:pt x="117" y="2129"/>
                      <a:pt x="136" y="2129"/>
                    </a:cubicBezTo>
                    <a:cubicBezTo>
                      <a:pt x="175" y="2129"/>
                      <a:pt x="195" y="2129"/>
                      <a:pt x="195" y="2109"/>
                    </a:cubicBezTo>
                    <a:lnTo>
                      <a:pt x="272" y="2051"/>
                    </a:lnTo>
                    <a:lnTo>
                      <a:pt x="3385" y="261"/>
                    </a:lnTo>
                    <a:lnTo>
                      <a:pt x="3424" y="242"/>
                    </a:lnTo>
                    <a:cubicBezTo>
                      <a:pt x="3482" y="203"/>
                      <a:pt x="3502" y="144"/>
                      <a:pt x="3482" y="67"/>
                    </a:cubicBezTo>
                    <a:cubicBezTo>
                      <a:pt x="3453" y="23"/>
                      <a:pt x="3402" y="1"/>
                      <a:pt x="33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1"/>
              <p:cNvSpPr/>
              <p:nvPr/>
            </p:nvSpPr>
            <p:spPr>
              <a:xfrm>
                <a:off x="1251650" y="2196375"/>
                <a:ext cx="426075" cy="247950"/>
              </a:xfrm>
              <a:custGeom>
                <a:avLst/>
                <a:gdLst/>
                <a:ahLst/>
                <a:cxnLst/>
                <a:rect l="l" t="t" r="r" b="b"/>
                <a:pathLst>
                  <a:path w="17043" h="9918" extrusionOk="0">
                    <a:moveTo>
                      <a:pt x="134" y="1"/>
                    </a:moveTo>
                    <a:cubicBezTo>
                      <a:pt x="98" y="1"/>
                      <a:pt x="55" y="27"/>
                      <a:pt x="20" y="74"/>
                    </a:cubicBezTo>
                    <a:cubicBezTo>
                      <a:pt x="0" y="113"/>
                      <a:pt x="0" y="190"/>
                      <a:pt x="78" y="249"/>
                    </a:cubicBezTo>
                    <a:lnTo>
                      <a:pt x="2024" y="1358"/>
                    </a:lnTo>
                    <a:lnTo>
                      <a:pt x="16829" y="9918"/>
                    </a:lnTo>
                    <a:cubicBezTo>
                      <a:pt x="16887" y="9879"/>
                      <a:pt x="16926" y="9860"/>
                      <a:pt x="16985" y="9801"/>
                    </a:cubicBezTo>
                    <a:cubicBezTo>
                      <a:pt x="17004" y="9782"/>
                      <a:pt x="17023" y="9782"/>
                      <a:pt x="17043" y="9762"/>
                    </a:cubicBezTo>
                    <a:lnTo>
                      <a:pt x="2257" y="1222"/>
                    </a:lnTo>
                    <a:lnTo>
                      <a:pt x="195" y="35"/>
                    </a:lnTo>
                    <a:cubicBezTo>
                      <a:pt x="180" y="12"/>
                      <a:pt x="158" y="1"/>
                      <a:pt x="1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1"/>
              <p:cNvSpPr/>
              <p:nvPr/>
            </p:nvSpPr>
            <p:spPr>
              <a:xfrm>
                <a:off x="1669925" y="2438475"/>
                <a:ext cx="413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71" extrusionOk="0">
                    <a:moveTo>
                      <a:pt x="837" y="215"/>
                    </a:moveTo>
                    <a:cubicBezTo>
                      <a:pt x="993" y="215"/>
                      <a:pt x="1149" y="273"/>
                      <a:pt x="1265" y="312"/>
                    </a:cubicBezTo>
                    <a:cubicBezTo>
                      <a:pt x="1363" y="370"/>
                      <a:pt x="1421" y="429"/>
                      <a:pt x="1421" y="506"/>
                    </a:cubicBezTo>
                    <a:cubicBezTo>
                      <a:pt x="1421" y="584"/>
                      <a:pt x="1363" y="623"/>
                      <a:pt x="1265" y="701"/>
                    </a:cubicBezTo>
                    <a:cubicBezTo>
                      <a:pt x="1149" y="779"/>
                      <a:pt x="983" y="818"/>
                      <a:pt x="820" y="818"/>
                    </a:cubicBezTo>
                    <a:cubicBezTo>
                      <a:pt x="657" y="818"/>
                      <a:pt x="497" y="779"/>
                      <a:pt x="390" y="701"/>
                    </a:cubicBezTo>
                    <a:cubicBezTo>
                      <a:pt x="292" y="662"/>
                      <a:pt x="254" y="584"/>
                      <a:pt x="254" y="506"/>
                    </a:cubicBezTo>
                    <a:cubicBezTo>
                      <a:pt x="254" y="429"/>
                      <a:pt x="292" y="390"/>
                      <a:pt x="390" y="312"/>
                    </a:cubicBezTo>
                    <a:cubicBezTo>
                      <a:pt x="506" y="234"/>
                      <a:pt x="682" y="215"/>
                      <a:pt x="837" y="215"/>
                    </a:cubicBezTo>
                    <a:close/>
                    <a:moveTo>
                      <a:pt x="839" y="0"/>
                    </a:moveTo>
                    <a:cubicBezTo>
                      <a:pt x="668" y="0"/>
                      <a:pt x="497" y="34"/>
                      <a:pt x="351" y="98"/>
                    </a:cubicBezTo>
                    <a:cubicBezTo>
                      <a:pt x="312" y="98"/>
                      <a:pt x="292" y="117"/>
                      <a:pt x="273" y="137"/>
                    </a:cubicBezTo>
                    <a:cubicBezTo>
                      <a:pt x="195" y="137"/>
                      <a:pt x="156" y="195"/>
                      <a:pt x="117" y="234"/>
                    </a:cubicBezTo>
                    <a:cubicBezTo>
                      <a:pt x="59" y="312"/>
                      <a:pt x="1" y="409"/>
                      <a:pt x="1" y="526"/>
                    </a:cubicBezTo>
                    <a:cubicBezTo>
                      <a:pt x="1" y="681"/>
                      <a:pt x="98" y="818"/>
                      <a:pt x="273" y="915"/>
                    </a:cubicBezTo>
                    <a:cubicBezTo>
                      <a:pt x="448" y="1012"/>
                      <a:pt x="643" y="1071"/>
                      <a:pt x="837" y="1071"/>
                    </a:cubicBezTo>
                    <a:cubicBezTo>
                      <a:pt x="1032" y="1071"/>
                      <a:pt x="1246" y="1012"/>
                      <a:pt x="1382" y="915"/>
                    </a:cubicBezTo>
                    <a:cubicBezTo>
                      <a:pt x="1557" y="818"/>
                      <a:pt x="1654" y="681"/>
                      <a:pt x="1654" y="526"/>
                    </a:cubicBezTo>
                    <a:cubicBezTo>
                      <a:pt x="1654" y="390"/>
                      <a:pt x="1557" y="234"/>
                      <a:pt x="1382" y="137"/>
                    </a:cubicBezTo>
                    <a:cubicBezTo>
                      <a:pt x="1227" y="44"/>
                      <a:pt x="1033" y="0"/>
                      <a:pt x="8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1"/>
              <p:cNvSpPr/>
              <p:nvPr/>
            </p:nvSpPr>
            <p:spPr>
              <a:xfrm>
                <a:off x="1149025" y="224855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1187" y="730"/>
                    </a:moveTo>
                    <a:cubicBezTo>
                      <a:pt x="1187" y="730"/>
                      <a:pt x="1182" y="730"/>
                      <a:pt x="1177" y="735"/>
                    </a:cubicBezTo>
                    <a:lnTo>
                      <a:pt x="1177" y="735"/>
                    </a:lnTo>
                    <a:cubicBezTo>
                      <a:pt x="1180" y="734"/>
                      <a:pt x="1184" y="732"/>
                      <a:pt x="1187" y="730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91"/>
                      <a:pt x="98" y="827"/>
                      <a:pt x="273" y="924"/>
                    </a:cubicBezTo>
                    <a:cubicBezTo>
                      <a:pt x="428" y="1022"/>
                      <a:pt x="623" y="1080"/>
                      <a:pt x="818" y="1080"/>
                    </a:cubicBezTo>
                    <a:cubicBezTo>
                      <a:pt x="993" y="1080"/>
                      <a:pt x="1129" y="1061"/>
                      <a:pt x="1284" y="983"/>
                    </a:cubicBezTo>
                    <a:lnTo>
                      <a:pt x="1246" y="963"/>
                    </a:lnTo>
                    <a:cubicBezTo>
                      <a:pt x="1168" y="886"/>
                      <a:pt x="1148" y="808"/>
                      <a:pt x="1168" y="769"/>
                    </a:cubicBezTo>
                    <a:cubicBezTo>
                      <a:pt x="1168" y="750"/>
                      <a:pt x="1172" y="740"/>
                      <a:pt x="1177" y="735"/>
                    </a:cubicBezTo>
                    <a:lnTo>
                      <a:pt x="1177" y="735"/>
                    </a:lnTo>
                    <a:cubicBezTo>
                      <a:pt x="1067" y="792"/>
                      <a:pt x="940" y="816"/>
                      <a:pt x="812" y="816"/>
                    </a:cubicBezTo>
                    <a:cubicBezTo>
                      <a:pt x="647" y="816"/>
                      <a:pt x="480" y="775"/>
                      <a:pt x="351" y="710"/>
                    </a:cubicBezTo>
                    <a:cubicBezTo>
                      <a:pt x="253" y="672"/>
                      <a:pt x="214" y="594"/>
                      <a:pt x="214" y="516"/>
                    </a:cubicBezTo>
                    <a:cubicBezTo>
                      <a:pt x="214" y="438"/>
                      <a:pt x="273" y="399"/>
                      <a:pt x="351" y="321"/>
                    </a:cubicBezTo>
                    <a:cubicBezTo>
                      <a:pt x="487" y="244"/>
                      <a:pt x="642" y="224"/>
                      <a:pt x="798" y="224"/>
                    </a:cubicBezTo>
                    <a:cubicBezTo>
                      <a:pt x="973" y="224"/>
                      <a:pt x="1109" y="244"/>
                      <a:pt x="1226" y="321"/>
                    </a:cubicBezTo>
                    <a:cubicBezTo>
                      <a:pt x="1323" y="360"/>
                      <a:pt x="1382" y="438"/>
                      <a:pt x="1382" y="516"/>
                    </a:cubicBezTo>
                    <a:cubicBezTo>
                      <a:pt x="1382" y="594"/>
                      <a:pt x="1323" y="633"/>
                      <a:pt x="1226" y="710"/>
                    </a:cubicBezTo>
                    <a:cubicBezTo>
                      <a:pt x="1265" y="710"/>
                      <a:pt x="1304" y="710"/>
                      <a:pt x="1323" y="730"/>
                    </a:cubicBezTo>
                    <a:lnTo>
                      <a:pt x="1498" y="827"/>
                    </a:lnTo>
                    <a:cubicBezTo>
                      <a:pt x="1596" y="730"/>
                      <a:pt x="1654" y="633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1"/>
              <p:cNvSpPr/>
              <p:nvPr/>
            </p:nvSpPr>
            <p:spPr>
              <a:xfrm>
                <a:off x="1430625" y="2410200"/>
                <a:ext cx="41375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4" extrusionOk="0">
                    <a:moveTo>
                      <a:pt x="818" y="256"/>
                    </a:moveTo>
                    <a:cubicBezTo>
                      <a:pt x="993" y="256"/>
                      <a:pt x="1129" y="275"/>
                      <a:pt x="1265" y="353"/>
                    </a:cubicBezTo>
                    <a:cubicBezTo>
                      <a:pt x="1363" y="392"/>
                      <a:pt x="1402" y="470"/>
                      <a:pt x="1402" y="548"/>
                    </a:cubicBezTo>
                    <a:cubicBezTo>
                      <a:pt x="1402" y="626"/>
                      <a:pt x="1363" y="665"/>
                      <a:pt x="1265" y="742"/>
                    </a:cubicBezTo>
                    <a:cubicBezTo>
                      <a:pt x="1139" y="810"/>
                      <a:pt x="974" y="845"/>
                      <a:pt x="813" y="845"/>
                    </a:cubicBezTo>
                    <a:cubicBezTo>
                      <a:pt x="653" y="845"/>
                      <a:pt x="497" y="810"/>
                      <a:pt x="390" y="742"/>
                    </a:cubicBezTo>
                    <a:cubicBezTo>
                      <a:pt x="293" y="684"/>
                      <a:pt x="234" y="626"/>
                      <a:pt x="234" y="548"/>
                    </a:cubicBezTo>
                    <a:cubicBezTo>
                      <a:pt x="234" y="470"/>
                      <a:pt x="293" y="431"/>
                      <a:pt x="390" y="353"/>
                    </a:cubicBezTo>
                    <a:cubicBezTo>
                      <a:pt x="487" y="295"/>
                      <a:pt x="643" y="256"/>
                      <a:pt x="818" y="256"/>
                    </a:cubicBezTo>
                    <a:close/>
                    <a:moveTo>
                      <a:pt x="818" y="1"/>
                    </a:moveTo>
                    <a:cubicBezTo>
                      <a:pt x="630" y="1"/>
                      <a:pt x="443" y="35"/>
                      <a:pt x="293" y="100"/>
                    </a:cubicBezTo>
                    <a:lnTo>
                      <a:pt x="332" y="120"/>
                    </a:lnTo>
                    <a:cubicBezTo>
                      <a:pt x="370" y="178"/>
                      <a:pt x="409" y="275"/>
                      <a:pt x="351" y="334"/>
                    </a:cubicBezTo>
                    <a:cubicBezTo>
                      <a:pt x="332" y="373"/>
                      <a:pt x="273" y="373"/>
                      <a:pt x="254" y="373"/>
                    </a:cubicBezTo>
                    <a:cubicBezTo>
                      <a:pt x="234" y="373"/>
                      <a:pt x="215" y="373"/>
                      <a:pt x="215" y="353"/>
                    </a:cubicBezTo>
                    <a:lnTo>
                      <a:pt x="98" y="275"/>
                    </a:lnTo>
                    <a:cubicBezTo>
                      <a:pt x="40" y="353"/>
                      <a:pt x="1" y="431"/>
                      <a:pt x="1" y="528"/>
                    </a:cubicBezTo>
                    <a:cubicBezTo>
                      <a:pt x="1" y="665"/>
                      <a:pt x="98" y="820"/>
                      <a:pt x="254" y="918"/>
                    </a:cubicBezTo>
                    <a:cubicBezTo>
                      <a:pt x="429" y="1015"/>
                      <a:pt x="623" y="1054"/>
                      <a:pt x="818" y="1054"/>
                    </a:cubicBezTo>
                    <a:cubicBezTo>
                      <a:pt x="1012" y="1054"/>
                      <a:pt x="1226" y="1015"/>
                      <a:pt x="1382" y="918"/>
                    </a:cubicBezTo>
                    <a:cubicBezTo>
                      <a:pt x="1557" y="820"/>
                      <a:pt x="1654" y="665"/>
                      <a:pt x="1654" y="528"/>
                    </a:cubicBezTo>
                    <a:cubicBezTo>
                      <a:pt x="1654" y="373"/>
                      <a:pt x="1557" y="237"/>
                      <a:pt x="1382" y="120"/>
                    </a:cubicBezTo>
                    <a:cubicBezTo>
                      <a:pt x="1221" y="39"/>
                      <a:pt x="1019" y="1"/>
                      <a:pt x="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1"/>
              <p:cNvSpPr/>
              <p:nvPr/>
            </p:nvSpPr>
            <p:spPr>
              <a:xfrm>
                <a:off x="1353775" y="2411300"/>
                <a:ext cx="41375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9" extrusionOk="0">
                    <a:moveTo>
                      <a:pt x="799" y="251"/>
                    </a:moveTo>
                    <a:cubicBezTo>
                      <a:pt x="974" y="251"/>
                      <a:pt x="1129" y="290"/>
                      <a:pt x="1246" y="348"/>
                    </a:cubicBezTo>
                    <a:cubicBezTo>
                      <a:pt x="1343" y="407"/>
                      <a:pt x="1382" y="484"/>
                      <a:pt x="1382" y="543"/>
                    </a:cubicBezTo>
                    <a:cubicBezTo>
                      <a:pt x="1382" y="621"/>
                      <a:pt x="1343" y="679"/>
                      <a:pt x="1246" y="737"/>
                    </a:cubicBezTo>
                    <a:cubicBezTo>
                      <a:pt x="1120" y="815"/>
                      <a:pt x="954" y="854"/>
                      <a:pt x="794" y="854"/>
                    </a:cubicBezTo>
                    <a:cubicBezTo>
                      <a:pt x="633" y="854"/>
                      <a:pt x="478" y="815"/>
                      <a:pt x="371" y="737"/>
                    </a:cubicBezTo>
                    <a:cubicBezTo>
                      <a:pt x="273" y="698"/>
                      <a:pt x="215" y="621"/>
                      <a:pt x="215" y="543"/>
                    </a:cubicBezTo>
                    <a:cubicBezTo>
                      <a:pt x="215" y="484"/>
                      <a:pt x="273" y="426"/>
                      <a:pt x="371" y="348"/>
                    </a:cubicBezTo>
                    <a:cubicBezTo>
                      <a:pt x="487" y="309"/>
                      <a:pt x="643" y="251"/>
                      <a:pt x="799" y="251"/>
                    </a:cubicBezTo>
                    <a:close/>
                    <a:moveTo>
                      <a:pt x="845" y="0"/>
                    </a:moveTo>
                    <a:cubicBezTo>
                      <a:pt x="661" y="0"/>
                      <a:pt x="473" y="39"/>
                      <a:pt x="312" y="115"/>
                    </a:cubicBezTo>
                    <a:cubicBezTo>
                      <a:pt x="371" y="154"/>
                      <a:pt x="390" y="231"/>
                      <a:pt x="371" y="290"/>
                    </a:cubicBezTo>
                    <a:cubicBezTo>
                      <a:pt x="351" y="329"/>
                      <a:pt x="293" y="329"/>
                      <a:pt x="273" y="329"/>
                    </a:cubicBezTo>
                    <a:cubicBezTo>
                      <a:pt x="254" y="329"/>
                      <a:pt x="215" y="329"/>
                      <a:pt x="215" y="309"/>
                    </a:cubicBezTo>
                    <a:lnTo>
                      <a:pt x="118" y="251"/>
                    </a:lnTo>
                    <a:cubicBezTo>
                      <a:pt x="40" y="329"/>
                      <a:pt x="1" y="426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29" y="1010"/>
                      <a:pt x="643" y="1068"/>
                      <a:pt x="837" y="1068"/>
                    </a:cubicBezTo>
                    <a:cubicBezTo>
                      <a:pt x="1032" y="1068"/>
                      <a:pt x="1246" y="1010"/>
                      <a:pt x="1382" y="912"/>
                    </a:cubicBezTo>
                    <a:cubicBezTo>
                      <a:pt x="1557" y="815"/>
                      <a:pt x="1655" y="679"/>
                      <a:pt x="1655" y="523"/>
                    </a:cubicBezTo>
                    <a:cubicBezTo>
                      <a:pt x="1655" y="387"/>
                      <a:pt x="1557" y="231"/>
                      <a:pt x="1382" y="134"/>
                    </a:cubicBezTo>
                    <a:cubicBezTo>
                      <a:pt x="1232" y="44"/>
                      <a:pt x="1041" y="0"/>
                      <a:pt x="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1"/>
              <p:cNvSpPr/>
              <p:nvPr/>
            </p:nvSpPr>
            <p:spPr>
              <a:xfrm>
                <a:off x="1357675" y="248855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798" y="254"/>
                    </a:moveTo>
                    <a:cubicBezTo>
                      <a:pt x="973" y="254"/>
                      <a:pt x="1110" y="274"/>
                      <a:pt x="1226" y="352"/>
                    </a:cubicBezTo>
                    <a:cubicBezTo>
                      <a:pt x="1324" y="390"/>
                      <a:pt x="1382" y="468"/>
                      <a:pt x="1382" y="546"/>
                    </a:cubicBezTo>
                    <a:cubicBezTo>
                      <a:pt x="1382" y="624"/>
                      <a:pt x="1324" y="663"/>
                      <a:pt x="1226" y="741"/>
                    </a:cubicBezTo>
                    <a:cubicBezTo>
                      <a:pt x="1110" y="818"/>
                      <a:pt x="949" y="857"/>
                      <a:pt x="789" y="857"/>
                    </a:cubicBezTo>
                    <a:cubicBezTo>
                      <a:pt x="628" y="857"/>
                      <a:pt x="467" y="818"/>
                      <a:pt x="351" y="741"/>
                    </a:cubicBezTo>
                    <a:cubicBezTo>
                      <a:pt x="253" y="702"/>
                      <a:pt x="215" y="624"/>
                      <a:pt x="215" y="546"/>
                    </a:cubicBezTo>
                    <a:cubicBezTo>
                      <a:pt x="215" y="468"/>
                      <a:pt x="253" y="429"/>
                      <a:pt x="351" y="352"/>
                    </a:cubicBezTo>
                    <a:cubicBezTo>
                      <a:pt x="487" y="313"/>
                      <a:pt x="623" y="254"/>
                      <a:pt x="798" y="254"/>
                    </a:cubicBezTo>
                    <a:close/>
                    <a:moveTo>
                      <a:pt x="818" y="1"/>
                    </a:moveTo>
                    <a:cubicBezTo>
                      <a:pt x="638" y="1"/>
                      <a:pt x="458" y="35"/>
                      <a:pt x="312" y="99"/>
                    </a:cubicBezTo>
                    <a:lnTo>
                      <a:pt x="331" y="138"/>
                    </a:lnTo>
                    <a:cubicBezTo>
                      <a:pt x="370" y="176"/>
                      <a:pt x="409" y="254"/>
                      <a:pt x="370" y="313"/>
                    </a:cubicBezTo>
                    <a:cubicBezTo>
                      <a:pt x="351" y="352"/>
                      <a:pt x="312" y="352"/>
                      <a:pt x="273" y="352"/>
                    </a:cubicBezTo>
                    <a:cubicBezTo>
                      <a:pt x="253" y="352"/>
                      <a:pt x="234" y="352"/>
                      <a:pt x="234" y="332"/>
                    </a:cubicBezTo>
                    <a:lnTo>
                      <a:pt x="117" y="254"/>
                    </a:lnTo>
                    <a:cubicBezTo>
                      <a:pt x="39" y="332"/>
                      <a:pt x="1" y="429"/>
                      <a:pt x="1" y="527"/>
                    </a:cubicBezTo>
                    <a:cubicBezTo>
                      <a:pt x="1" y="663"/>
                      <a:pt x="98" y="818"/>
                      <a:pt x="253" y="916"/>
                    </a:cubicBezTo>
                    <a:cubicBezTo>
                      <a:pt x="429" y="1013"/>
                      <a:pt x="623" y="1052"/>
                      <a:pt x="818" y="1052"/>
                    </a:cubicBezTo>
                    <a:cubicBezTo>
                      <a:pt x="1012" y="1052"/>
                      <a:pt x="1226" y="1013"/>
                      <a:pt x="1382" y="916"/>
                    </a:cubicBezTo>
                    <a:cubicBezTo>
                      <a:pt x="1557" y="818"/>
                      <a:pt x="1654" y="663"/>
                      <a:pt x="1654" y="527"/>
                    </a:cubicBezTo>
                    <a:cubicBezTo>
                      <a:pt x="1654" y="371"/>
                      <a:pt x="1557" y="235"/>
                      <a:pt x="1382" y="138"/>
                    </a:cubicBezTo>
                    <a:cubicBezTo>
                      <a:pt x="1227" y="45"/>
                      <a:pt x="1022" y="1"/>
                      <a:pt x="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1"/>
              <p:cNvSpPr/>
              <p:nvPr/>
            </p:nvSpPr>
            <p:spPr>
              <a:xfrm>
                <a:off x="1177725" y="2309350"/>
                <a:ext cx="4135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0" extrusionOk="0">
                    <a:moveTo>
                      <a:pt x="798" y="243"/>
                    </a:moveTo>
                    <a:cubicBezTo>
                      <a:pt x="973" y="243"/>
                      <a:pt x="1109" y="282"/>
                      <a:pt x="1226" y="341"/>
                    </a:cubicBezTo>
                    <a:cubicBezTo>
                      <a:pt x="1323" y="399"/>
                      <a:pt x="1382" y="477"/>
                      <a:pt x="1382" y="535"/>
                    </a:cubicBezTo>
                    <a:cubicBezTo>
                      <a:pt x="1382" y="613"/>
                      <a:pt x="1323" y="671"/>
                      <a:pt x="1226" y="730"/>
                    </a:cubicBezTo>
                    <a:cubicBezTo>
                      <a:pt x="1119" y="808"/>
                      <a:pt x="963" y="846"/>
                      <a:pt x="803" y="846"/>
                    </a:cubicBezTo>
                    <a:cubicBezTo>
                      <a:pt x="642" y="846"/>
                      <a:pt x="477" y="808"/>
                      <a:pt x="350" y="730"/>
                    </a:cubicBezTo>
                    <a:cubicBezTo>
                      <a:pt x="253" y="691"/>
                      <a:pt x="214" y="613"/>
                      <a:pt x="214" y="535"/>
                    </a:cubicBezTo>
                    <a:cubicBezTo>
                      <a:pt x="214" y="477"/>
                      <a:pt x="253" y="418"/>
                      <a:pt x="350" y="341"/>
                    </a:cubicBezTo>
                    <a:cubicBezTo>
                      <a:pt x="487" y="263"/>
                      <a:pt x="642" y="243"/>
                      <a:pt x="798" y="24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3"/>
                      <a:pt x="0" y="399"/>
                      <a:pt x="0" y="535"/>
                    </a:cubicBezTo>
                    <a:cubicBezTo>
                      <a:pt x="0" y="691"/>
                      <a:pt x="98" y="827"/>
                      <a:pt x="253" y="924"/>
                    </a:cubicBezTo>
                    <a:cubicBezTo>
                      <a:pt x="428" y="1022"/>
                      <a:pt x="623" y="1080"/>
                      <a:pt x="817" y="1080"/>
                    </a:cubicBezTo>
                    <a:cubicBezTo>
                      <a:pt x="992" y="1080"/>
                      <a:pt x="1187" y="1022"/>
                      <a:pt x="1323" y="983"/>
                    </a:cubicBezTo>
                    <a:lnTo>
                      <a:pt x="1284" y="963"/>
                    </a:lnTo>
                    <a:cubicBezTo>
                      <a:pt x="1187" y="924"/>
                      <a:pt x="1187" y="866"/>
                      <a:pt x="1206" y="788"/>
                    </a:cubicBezTo>
                    <a:cubicBezTo>
                      <a:pt x="1221" y="744"/>
                      <a:pt x="1268" y="722"/>
                      <a:pt x="1324" y="722"/>
                    </a:cubicBezTo>
                    <a:cubicBezTo>
                      <a:pt x="1343" y="722"/>
                      <a:pt x="1362" y="725"/>
                      <a:pt x="1382" y="730"/>
                    </a:cubicBezTo>
                    <a:lnTo>
                      <a:pt x="1518" y="808"/>
                    </a:lnTo>
                    <a:cubicBezTo>
                      <a:pt x="1596" y="730"/>
                      <a:pt x="1654" y="632"/>
                      <a:pt x="1654" y="535"/>
                    </a:cubicBezTo>
                    <a:cubicBezTo>
                      <a:pt x="1654" y="399"/>
                      <a:pt x="1557" y="243"/>
                      <a:pt x="1382" y="146"/>
                    </a:cubicBezTo>
                    <a:cubicBezTo>
                      <a:pt x="1226" y="49"/>
                      <a:pt x="1026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1"/>
              <p:cNvSpPr/>
              <p:nvPr/>
            </p:nvSpPr>
            <p:spPr>
              <a:xfrm>
                <a:off x="1320225" y="2208150"/>
                <a:ext cx="525300" cy="130650"/>
              </a:xfrm>
              <a:custGeom>
                <a:avLst/>
                <a:gdLst/>
                <a:ahLst/>
                <a:cxnLst/>
                <a:rect l="l" t="t" r="r" b="b"/>
                <a:pathLst>
                  <a:path w="21012" h="5226" extrusionOk="0">
                    <a:moveTo>
                      <a:pt x="127" y="0"/>
                    </a:moveTo>
                    <a:cubicBezTo>
                      <a:pt x="91" y="0"/>
                      <a:pt x="52" y="18"/>
                      <a:pt x="39" y="70"/>
                    </a:cubicBezTo>
                    <a:cubicBezTo>
                      <a:pt x="1" y="109"/>
                      <a:pt x="1" y="186"/>
                      <a:pt x="78" y="245"/>
                    </a:cubicBezTo>
                    <a:lnTo>
                      <a:pt x="273" y="323"/>
                    </a:lnTo>
                    <a:lnTo>
                      <a:pt x="8716" y="5206"/>
                    </a:lnTo>
                    <a:cubicBezTo>
                      <a:pt x="8736" y="5206"/>
                      <a:pt x="8755" y="5225"/>
                      <a:pt x="8755" y="5225"/>
                    </a:cubicBezTo>
                    <a:lnTo>
                      <a:pt x="20895" y="5225"/>
                    </a:lnTo>
                    <a:cubicBezTo>
                      <a:pt x="20973" y="5225"/>
                      <a:pt x="21012" y="5167"/>
                      <a:pt x="21012" y="5108"/>
                    </a:cubicBezTo>
                    <a:cubicBezTo>
                      <a:pt x="21012" y="5031"/>
                      <a:pt x="20973" y="4972"/>
                      <a:pt x="20895" y="4972"/>
                    </a:cubicBezTo>
                    <a:lnTo>
                      <a:pt x="8794" y="4972"/>
                    </a:lnTo>
                    <a:lnTo>
                      <a:pt x="487" y="186"/>
                    </a:lnTo>
                    <a:lnTo>
                      <a:pt x="176" y="11"/>
                    </a:lnTo>
                    <a:cubicBezTo>
                      <a:pt x="163" y="5"/>
                      <a:pt x="145" y="0"/>
                      <a:pt x="1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1"/>
              <p:cNvSpPr/>
              <p:nvPr/>
            </p:nvSpPr>
            <p:spPr>
              <a:xfrm>
                <a:off x="1177725" y="2265800"/>
                <a:ext cx="261700" cy="153725"/>
              </a:xfrm>
              <a:custGeom>
                <a:avLst/>
                <a:gdLst/>
                <a:ahLst/>
                <a:cxnLst/>
                <a:rect l="l" t="t" r="r" b="b"/>
                <a:pathLst>
                  <a:path w="10468" h="6149" extrusionOk="0">
                    <a:moveTo>
                      <a:pt x="98" y="1"/>
                    </a:moveTo>
                    <a:cubicBezTo>
                      <a:pt x="59" y="1"/>
                      <a:pt x="59" y="1"/>
                      <a:pt x="39" y="20"/>
                    </a:cubicBezTo>
                    <a:cubicBezTo>
                      <a:pt x="20" y="20"/>
                      <a:pt x="20" y="40"/>
                      <a:pt x="20" y="40"/>
                    </a:cubicBezTo>
                    <a:cubicBezTo>
                      <a:pt x="0" y="98"/>
                      <a:pt x="0" y="176"/>
                      <a:pt x="59" y="215"/>
                    </a:cubicBezTo>
                    <a:lnTo>
                      <a:pt x="117" y="234"/>
                    </a:lnTo>
                    <a:lnTo>
                      <a:pt x="3171" y="2024"/>
                    </a:lnTo>
                    <a:cubicBezTo>
                      <a:pt x="3171" y="1946"/>
                      <a:pt x="3230" y="1888"/>
                      <a:pt x="3308" y="1888"/>
                    </a:cubicBezTo>
                    <a:cubicBezTo>
                      <a:pt x="3366" y="1888"/>
                      <a:pt x="3424" y="1946"/>
                      <a:pt x="3424" y="2024"/>
                    </a:cubicBezTo>
                    <a:lnTo>
                      <a:pt x="3424" y="2160"/>
                    </a:lnTo>
                    <a:lnTo>
                      <a:pt x="10175" y="6051"/>
                    </a:lnTo>
                    <a:lnTo>
                      <a:pt x="10311" y="6129"/>
                    </a:lnTo>
                    <a:cubicBezTo>
                      <a:pt x="10331" y="6129"/>
                      <a:pt x="10350" y="6149"/>
                      <a:pt x="10350" y="6149"/>
                    </a:cubicBezTo>
                    <a:cubicBezTo>
                      <a:pt x="10389" y="6149"/>
                      <a:pt x="10428" y="6129"/>
                      <a:pt x="10448" y="6110"/>
                    </a:cubicBezTo>
                    <a:cubicBezTo>
                      <a:pt x="10467" y="6051"/>
                      <a:pt x="10467" y="5974"/>
                      <a:pt x="10409" y="5935"/>
                    </a:cubicBezTo>
                    <a:lnTo>
                      <a:pt x="10350" y="5915"/>
                    </a:lnTo>
                    <a:lnTo>
                      <a:pt x="9008" y="5137"/>
                    </a:lnTo>
                    <a:lnTo>
                      <a:pt x="9008" y="5157"/>
                    </a:lnTo>
                    <a:cubicBezTo>
                      <a:pt x="9066" y="5234"/>
                      <a:pt x="8988" y="5273"/>
                      <a:pt x="8950" y="5273"/>
                    </a:cubicBezTo>
                    <a:cubicBezTo>
                      <a:pt x="8872" y="5273"/>
                      <a:pt x="8813" y="5234"/>
                      <a:pt x="8813" y="5157"/>
                    </a:cubicBezTo>
                    <a:lnTo>
                      <a:pt x="8813" y="4981"/>
                    </a:lnTo>
                    <a:lnTo>
                      <a:pt x="6420" y="3600"/>
                    </a:lnTo>
                    <a:lnTo>
                      <a:pt x="6420" y="3620"/>
                    </a:lnTo>
                    <a:cubicBezTo>
                      <a:pt x="6420" y="3697"/>
                      <a:pt x="6362" y="3736"/>
                      <a:pt x="6284" y="3736"/>
                    </a:cubicBezTo>
                    <a:cubicBezTo>
                      <a:pt x="6226" y="3736"/>
                      <a:pt x="6167" y="3697"/>
                      <a:pt x="6167" y="3620"/>
                    </a:cubicBezTo>
                    <a:lnTo>
                      <a:pt x="6167" y="3445"/>
                    </a:lnTo>
                    <a:lnTo>
                      <a:pt x="350" y="118"/>
                    </a:lnTo>
                    <a:lnTo>
                      <a:pt x="195" y="20"/>
                    </a:lnTo>
                    <a:cubicBezTo>
                      <a:pt x="156" y="1"/>
                      <a:pt x="136" y="1"/>
                      <a:pt x="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1"/>
              <p:cNvSpPr/>
              <p:nvPr/>
            </p:nvSpPr>
            <p:spPr>
              <a:xfrm>
                <a:off x="1262825" y="2358225"/>
                <a:ext cx="99750" cy="618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472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3717" y="2413"/>
                    </a:lnTo>
                    <a:lnTo>
                      <a:pt x="3814" y="2452"/>
                    </a:lnTo>
                    <a:cubicBezTo>
                      <a:pt x="3833" y="2452"/>
                      <a:pt x="3853" y="2471"/>
                      <a:pt x="3853" y="2471"/>
                    </a:cubicBezTo>
                    <a:cubicBezTo>
                      <a:pt x="3911" y="2471"/>
                      <a:pt x="3931" y="2452"/>
                      <a:pt x="3950" y="2432"/>
                    </a:cubicBezTo>
                    <a:cubicBezTo>
                      <a:pt x="3989" y="2374"/>
                      <a:pt x="3989" y="2316"/>
                      <a:pt x="3911" y="225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1"/>
              <p:cNvSpPr/>
              <p:nvPr/>
            </p:nvSpPr>
            <p:spPr>
              <a:xfrm>
                <a:off x="1207375" y="2327925"/>
                <a:ext cx="50625" cy="33725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1349" extrusionOk="0">
                    <a:moveTo>
                      <a:pt x="123" y="0"/>
                    </a:moveTo>
                    <a:cubicBezTo>
                      <a:pt x="89" y="0"/>
                      <a:pt x="55" y="19"/>
                      <a:pt x="20" y="65"/>
                    </a:cubicBezTo>
                    <a:cubicBezTo>
                      <a:pt x="1" y="123"/>
                      <a:pt x="1" y="181"/>
                      <a:pt x="79" y="240"/>
                    </a:cubicBezTo>
                    <a:lnTo>
                      <a:pt x="118" y="259"/>
                    </a:lnTo>
                    <a:lnTo>
                      <a:pt x="2024" y="1349"/>
                    </a:lnTo>
                    <a:lnTo>
                      <a:pt x="2024" y="1057"/>
                    </a:lnTo>
                    <a:lnTo>
                      <a:pt x="332" y="84"/>
                    </a:lnTo>
                    <a:lnTo>
                      <a:pt x="196" y="26"/>
                    </a:lnTo>
                    <a:cubicBezTo>
                      <a:pt x="171" y="10"/>
                      <a:pt x="147" y="0"/>
                      <a:pt x="1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1"/>
              <p:cNvSpPr/>
              <p:nvPr/>
            </p:nvSpPr>
            <p:spPr>
              <a:xfrm>
                <a:off x="1331900" y="2273100"/>
                <a:ext cx="6350" cy="861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445" extrusionOk="0">
                    <a:moveTo>
                      <a:pt x="117" y="1"/>
                    </a:moveTo>
                    <a:cubicBezTo>
                      <a:pt x="59" y="1"/>
                      <a:pt x="0" y="40"/>
                      <a:pt x="0" y="118"/>
                    </a:cubicBezTo>
                    <a:lnTo>
                      <a:pt x="0" y="176"/>
                    </a:lnTo>
                    <a:lnTo>
                      <a:pt x="0" y="3172"/>
                    </a:lnTo>
                    <a:lnTo>
                      <a:pt x="0" y="3347"/>
                    </a:lnTo>
                    <a:cubicBezTo>
                      <a:pt x="0" y="3405"/>
                      <a:pt x="59" y="3444"/>
                      <a:pt x="117" y="3444"/>
                    </a:cubicBezTo>
                    <a:cubicBezTo>
                      <a:pt x="195" y="3444"/>
                      <a:pt x="253" y="3405"/>
                      <a:pt x="253" y="3328"/>
                    </a:cubicBezTo>
                    <a:lnTo>
                      <a:pt x="253" y="3308"/>
                    </a:lnTo>
                    <a:lnTo>
                      <a:pt x="253" y="293"/>
                    </a:lnTo>
                    <a:lnTo>
                      <a:pt x="253" y="118"/>
                    </a:lnTo>
                    <a:cubicBezTo>
                      <a:pt x="253" y="40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1"/>
              <p:cNvSpPr/>
              <p:nvPr/>
            </p:nvSpPr>
            <p:spPr>
              <a:xfrm>
                <a:off x="1398050" y="2311525"/>
                <a:ext cx="6350" cy="866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464" extrusionOk="0">
                    <a:moveTo>
                      <a:pt x="137" y="1"/>
                    </a:moveTo>
                    <a:cubicBezTo>
                      <a:pt x="59" y="1"/>
                      <a:pt x="0" y="40"/>
                      <a:pt x="0" y="117"/>
                    </a:cubicBezTo>
                    <a:lnTo>
                      <a:pt x="0" y="156"/>
                    </a:lnTo>
                    <a:lnTo>
                      <a:pt x="0" y="3172"/>
                    </a:lnTo>
                    <a:lnTo>
                      <a:pt x="0" y="3347"/>
                    </a:lnTo>
                    <a:cubicBezTo>
                      <a:pt x="0" y="3425"/>
                      <a:pt x="59" y="3464"/>
                      <a:pt x="137" y="3464"/>
                    </a:cubicBezTo>
                    <a:cubicBezTo>
                      <a:pt x="195" y="3464"/>
                      <a:pt x="253" y="3425"/>
                      <a:pt x="253" y="3347"/>
                    </a:cubicBezTo>
                    <a:lnTo>
                      <a:pt x="253" y="3328"/>
                    </a:lnTo>
                    <a:lnTo>
                      <a:pt x="253" y="312"/>
                    </a:lnTo>
                    <a:lnTo>
                      <a:pt x="253" y="137"/>
                    </a:lnTo>
                    <a:cubicBezTo>
                      <a:pt x="253" y="40"/>
                      <a:pt x="17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1"/>
              <p:cNvSpPr/>
              <p:nvPr/>
            </p:nvSpPr>
            <p:spPr>
              <a:xfrm>
                <a:off x="1257000" y="2313975"/>
                <a:ext cx="109450" cy="184825"/>
              </a:xfrm>
              <a:custGeom>
                <a:avLst/>
                <a:gdLst/>
                <a:ahLst/>
                <a:cxnLst/>
                <a:rect l="l" t="t" r="r" b="b"/>
                <a:pathLst>
                  <a:path w="4378" h="7393" extrusionOk="0">
                    <a:moveTo>
                      <a:pt x="137" y="0"/>
                    </a:moveTo>
                    <a:cubicBezTo>
                      <a:pt x="59" y="0"/>
                      <a:pt x="0" y="39"/>
                      <a:pt x="0" y="117"/>
                    </a:cubicBezTo>
                    <a:lnTo>
                      <a:pt x="0" y="1615"/>
                    </a:lnTo>
                    <a:lnTo>
                      <a:pt x="0" y="1907"/>
                    </a:lnTo>
                    <a:lnTo>
                      <a:pt x="0" y="4864"/>
                    </a:lnTo>
                    <a:cubicBezTo>
                      <a:pt x="0" y="4903"/>
                      <a:pt x="20" y="4922"/>
                      <a:pt x="59" y="4942"/>
                    </a:cubicBezTo>
                    <a:lnTo>
                      <a:pt x="4086" y="7296"/>
                    </a:lnTo>
                    <a:lnTo>
                      <a:pt x="4203" y="7354"/>
                    </a:lnTo>
                    <a:cubicBezTo>
                      <a:pt x="4242" y="7354"/>
                      <a:pt x="4261" y="7393"/>
                      <a:pt x="4261" y="7393"/>
                    </a:cubicBezTo>
                    <a:cubicBezTo>
                      <a:pt x="4300" y="7393"/>
                      <a:pt x="4339" y="7354"/>
                      <a:pt x="4358" y="7335"/>
                    </a:cubicBezTo>
                    <a:cubicBezTo>
                      <a:pt x="4378" y="7296"/>
                      <a:pt x="4378" y="7218"/>
                      <a:pt x="4300" y="7159"/>
                    </a:cubicBezTo>
                    <a:lnTo>
                      <a:pt x="4280" y="7140"/>
                    </a:lnTo>
                    <a:lnTo>
                      <a:pt x="234" y="4786"/>
                    </a:lnTo>
                    <a:lnTo>
                      <a:pt x="234" y="2062"/>
                    </a:lnTo>
                    <a:lnTo>
                      <a:pt x="234" y="1770"/>
                    </a:lnTo>
                    <a:lnTo>
                      <a:pt x="234" y="253"/>
                    </a:lnTo>
                    <a:lnTo>
                      <a:pt x="234" y="117"/>
                    </a:lnTo>
                    <a:cubicBezTo>
                      <a:pt x="253" y="39"/>
                      <a:pt x="195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1"/>
              <p:cNvSpPr/>
              <p:nvPr/>
            </p:nvSpPr>
            <p:spPr>
              <a:xfrm>
                <a:off x="1774025" y="2543350"/>
                <a:ext cx="3162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611" extrusionOk="0">
                    <a:moveTo>
                      <a:pt x="1125" y="0"/>
                    </a:moveTo>
                    <a:cubicBezTo>
                      <a:pt x="1108" y="0"/>
                      <a:pt x="1090" y="3"/>
                      <a:pt x="1070" y="8"/>
                    </a:cubicBezTo>
                    <a:lnTo>
                      <a:pt x="914" y="86"/>
                    </a:lnTo>
                    <a:lnTo>
                      <a:pt x="0" y="611"/>
                    </a:lnTo>
                    <a:lnTo>
                      <a:pt x="486" y="611"/>
                    </a:lnTo>
                    <a:lnTo>
                      <a:pt x="1187" y="222"/>
                    </a:lnTo>
                    <a:cubicBezTo>
                      <a:pt x="1245" y="202"/>
                      <a:pt x="1265" y="125"/>
                      <a:pt x="1245" y="66"/>
                    </a:cubicBezTo>
                    <a:cubicBezTo>
                      <a:pt x="1216" y="22"/>
                      <a:pt x="1176" y="0"/>
                      <a:pt x="11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1"/>
              <p:cNvSpPr/>
              <p:nvPr/>
            </p:nvSpPr>
            <p:spPr>
              <a:xfrm>
                <a:off x="1108175" y="627225"/>
                <a:ext cx="16345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3736" extrusionOk="0">
                    <a:moveTo>
                      <a:pt x="3152" y="0"/>
                    </a:moveTo>
                    <a:lnTo>
                      <a:pt x="2607" y="311"/>
                    </a:lnTo>
                    <a:lnTo>
                      <a:pt x="3988" y="1109"/>
                    </a:lnTo>
                    <a:cubicBezTo>
                      <a:pt x="4027" y="1148"/>
                      <a:pt x="4066" y="1206"/>
                      <a:pt x="4027" y="1284"/>
                    </a:cubicBezTo>
                    <a:cubicBezTo>
                      <a:pt x="4008" y="1342"/>
                      <a:pt x="3969" y="1342"/>
                      <a:pt x="3930" y="1342"/>
                    </a:cubicBezTo>
                    <a:cubicBezTo>
                      <a:pt x="3911" y="1342"/>
                      <a:pt x="3891" y="1342"/>
                      <a:pt x="3891" y="1304"/>
                    </a:cubicBezTo>
                    <a:lnTo>
                      <a:pt x="2374" y="428"/>
                    </a:lnTo>
                    <a:lnTo>
                      <a:pt x="895" y="1284"/>
                    </a:lnTo>
                    <a:lnTo>
                      <a:pt x="662" y="1440"/>
                    </a:lnTo>
                    <a:lnTo>
                      <a:pt x="0" y="1829"/>
                    </a:lnTo>
                    <a:lnTo>
                      <a:pt x="2335" y="3152"/>
                    </a:lnTo>
                    <a:lnTo>
                      <a:pt x="2568" y="3307"/>
                    </a:lnTo>
                    <a:lnTo>
                      <a:pt x="3346" y="3735"/>
                    </a:lnTo>
                    <a:lnTo>
                      <a:pt x="4222" y="3230"/>
                    </a:lnTo>
                    <a:lnTo>
                      <a:pt x="4475" y="3093"/>
                    </a:lnTo>
                    <a:lnTo>
                      <a:pt x="6537" y="1887"/>
                    </a:lnTo>
                    <a:lnTo>
                      <a:pt x="6031" y="1595"/>
                    </a:lnTo>
                    <a:lnTo>
                      <a:pt x="4942" y="2237"/>
                    </a:lnTo>
                    <a:lnTo>
                      <a:pt x="4767" y="2237"/>
                    </a:lnTo>
                    <a:cubicBezTo>
                      <a:pt x="4728" y="2237"/>
                      <a:pt x="4689" y="2218"/>
                      <a:pt x="4669" y="2198"/>
                    </a:cubicBezTo>
                    <a:cubicBezTo>
                      <a:pt x="4650" y="2140"/>
                      <a:pt x="4650" y="2062"/>
                      <a:pt x="4728" y="2023"/>
                    </a:cubicBezTo>
                    <a:lnTo>
                      <a:pt x="5700" y="1459"/>
                    </a:lnTo>
                    <a:lnTo>
                      <a:pt x="4922" y="992"/>
                    </a:lnTo>
                    <a:lnTo>
                      <a:pt x="4280" y="1362"/>
                    </a:lnTo>
                    <a:cubicBezTo>
                      <a:pt x="4261" y="1362"/>
                      <a:pt x="4241" y="1381"/>
                      <a:pt x="4241" y="1381"/>
                    </a:cubicBezTo>
                    <a:cubicBezTo>
                      <a:pt x="4183" y="1381"/>
                      <a:pt x="4164" y="1362"/>
                      <a:pt x="4144" y="1342"/>
                    </a:cubicBezTo>
                    <a:cubicBezTo>
                      <a:pt x="4105" y="1284"/>
                      <a:pt x="4105" y="1206"/>
                      <a:pt x="4183" y="1167"/>
                    </a:cubicBezTo>
                    <a:lnTo>
                      <a:pt x="4689" y="875"/>
                    </a:lnTo>
                    <a:lnTo>
                      <a:pt x="3969" y="467"/>
                    </a:lnTo>
                    <a:lnTo>
                      <a:pt x="3658" y="623"/>
                    </a:lnTo>
                    <a:cubicBezTo>
                      <a:pt x="3619" y="623"/>
                      <a:pt x="3599" y="661"/>
                      <a:pt x="3599" y="661"/>
                    </a:cubicBezTo>
                    <a:cubicBezTo>
                      <a:pt x="3541" y="661"/>
                      <a:pt x="3522" y="623"/>
                      <a:pt x="3502" y="603"/>
                    </a:cubicBezTo>
                    <a:cubicBezTo>
                      <a:pt x="3483" y="564"/>
                      <a:pt x="3483" y="486"/>
                      <a:pt x="3541" y="428"/>
                    </a:cubicBezTo>
                    <a:lnTo>
                      <a:pt x="3736" y="331"/>
                    </a:lnTo>
                    <a:lnTo>
                      <a:pt x="31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1"/>
              <p:cNvSpPr/>
              <p:nvPr/>
            </p:nvSpPr>
            <p:spPr>
              <a:xfrm>
                <a:off x="1224400" y="462325"/>
                <a:ext cx="382800" cy="220850"/>
              </a:xfrm>
              <a:custGeom>
                <a:avLst/>
                <a:gdLst/>
                <a:ahLst/>
                <a:cxnLst/>
                <a:rect l="l" t="t" r="r" b="b"/>
                <a:pathLst>
                  <a:path w="15312" h="8834" extrusionOk="0">
                    <a:moveTo>
                      <a:pt x="14981" y="1"/>
                    </a:moveTo>
                    <a:lnTo>
                      <a:pt x="1051" y="8036"/>
                    </a:lnTo>
                    <a:lnTo>
                      <a:pt x="79" y="8619"/>
                    </a:lnTo>
                    <a:cubicBezTo>
                      <a:pt x="20" y="8639"/>
                      <a:pt x="1" y="8717"/>
                      <a:pt x="20" y="8794"/>
                    </a:cubicBezTo>
                    <a:cubicBezTo>
                      <a:pt x="40" y="8833"/>
                      <a:pt x="98" y="8833"/>
                      <a:pt x="118" y="8833"/>
                    </a:cubicBezTo>
                    <a:cubicBezTo>
                      <a:pt x="137" y="8833"/>
                      <a:pt x="176" y="8833"/>
                      <a:pt x="176" y="8814"/>
                    </a:cubicBezTo>
                    <a:lnTo>
                      <a:pt x="1265" y="8172"/>
                    </a:lnTo>
                    <a:lnTo>
                      <a:pt x="5234" y="5896"/>
                    </a:lnTo>
                    <a:cubicBezTo>
                      <a:pt x="5176" y="5896"/>
                      <a:pt x="5137" y="5837"/>
                      <a:pt x="5137" y="5779"/>
                    </a:cubicBezTo>
                    <a:cubicBezTo>
                      <a:pt x="5137" y="5701"/>
                      <a:pt x="5176" y="5643"/>
                      <a:pt x="5254" y="5643"/>
                    </a:cubicBezTo>
                    <a:lnTo>
                      <a:pt x="5662" y="5643"/>
                    </a:lnTo>
                    <a:lnTo>
                      <a:pt x="7900" y="4359"/>
                    </a:lnTo>
                    <a:cubicBezTo>
                      <a:pt x="7861" y="4359"/>
                      <a:pt x="7802" y="4320"/>
                      <a:pt x="7802" y="4242"/>
                    </a:cubicBezTo>
                    <a:cubicBezTo>
                      <a:pt x="7802" y="4164"/>
                      <a:pt x="7841" y="4125"/>
                      <a:pt x="7919" y="4125"/>
                    </a:cubicBezTo>
                    <a:lnTo>
                      <a:pt x="8328" y="4125"/>
                    </a:lnTo>
                    <a:lnTo>
                      <a:pt x="15312" y="79"/>
                    </a:lnTo>
                    <a:lnTo>
                      <a:pt x="15234" y="59"/>
                    </a:lnTo>
                    <a:lnTo>
                      <a:pt x="15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1"/>
              <p:cNvSpPr/>
              <p:nvPr/>
            </p:nvSpPr>
            <p:spPr>
              <a:xfrm>
                <a:off x="1604275" y="461850"/>
                <a:ext cx="42825" cy="21900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876" extrusionOk="0">
                    <a:moveTo>
                      <a:pt x="0" y="0"/>
                    </a:moveTo>
                    <a:cubicBezTo>
                      <a:pt x="0" y="59"/>
                      <a:pt x="20" y="59"/>
                      <a:pt x="20" y="78"/>
                    </a:cubicBezTo>
                    <a:lnTo>
                      <a:pt x="98" y="98"/>
                    </a:lnTo>
                    <a:lnTo>
                      <a:pt x="1459" y="876"/>
                    </a:lnTo>
                    <a:lnTo>
                      <a:pt x="1712" y="740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1"/>
              <p:cNvSpPr/>
              <p:nvPr/>
            </p:nvSpPr>
            <p:spPr>
              <a:xfrm>
                <a:off x="1721475" y="462325"/>
                <a:ext cx="92450" cy="39925"/>
              </a:xfrm>
              <a:custGeom>
                <a:avLst/>
                <a:gdLst/>
                <a:ahLst/>
                <a:cxnLst/>
                <a:rect l="l" t="t" r="r" b="b"/>
                <a:pathLst>
                  <a:path w="3698" h="1597" extrusionOk="0">
                    <a:moveTo>
                      <a:pt x="1" y="1"/>
                    </a:moveTo>
                    <a:lnTo>
                      <a:pt x="2763" y="1596"/>
                    </a:lnTo>
                    <a:lnTo>
                      <a:pt x="3697" y="1051"/>
                    </a:lnTo>
                    <a:lnTo>
                      <a:pt x="18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1"/>
              <p:cNvSpPr/>
              <p:nvPr/>
            </p:nvSpPr>
            <p:spPr>
              <a:xfrm>
                <a:off x="1632475" y="475475"/>
                <a:ext cx="1133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627" extrusionOk="0">
                    <a:moveTo>
                      <a:pt x="915" y="0"/>
                    </a:moveTo>
                    <a:lnTo>
                      <a:pt x="545" y="214"/>
                    </a:lnTo>
                    <a:lnTo>
                      <a:pt x="312" y="350"/>
                    </a:lnTo>
                    <a:lnTo>
                      <a:pt x="1" y="525"/>
                    </a:lnTo>
                    <a:lnTo>
                      <a:pt x="3619" y="2626"/>
                    </a:lnTo>
                    <a:lnTo>
                      <a:pt x="4534" y="2082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1"/>
              <p:cNvSpPr/>
              <p:nvPr/>
            </p:nvSpPr>
            <p:spPr>
              <a:xfrm>
                <a:off x="1209825" y="461850"/>
                <a:ext cx="348275" cy="199425"/>
              </a:xfrm>
              <a:custGeom>
                <a:avLst/>
                <a:gdLst/>
                <a:ahLst/>
                <a:cxnLst/>
                <a:rect l="l" t="t" r="r" b="b"/>
                <a:pathLst>
                  <a:path w="13931" h="7977" extrusionOk="0">
                    <a:moveTo>
                      <a:pt x="13444" y="0"/>
                    </a:moveTo>
                    <a:lnTo>
                      <a:pt x="564" y="7452"/>
                    </a:lnTo>
                    <a:lnTo>
                      <a:pt x="78" y="7763"/>
                    </a:lnTo>
                    <a:cubicBezTo>
                      <a:pt x="20" y="7782"/>
                      <a:pt x="0" y="7860"/>
                      <a:pt x="20" y="7938"/>
                    </a:cubicBezTo>
                    <a:cubicBezTo>
                      <a:pt x="39" y="7977"/>
                      <a:pt x="98" y="7977"/>
                      <a:pt x="117" y="7977"/>
                    </a:cubicBezTo>
                    <a:cubicBezTo>
                      <a:pt x="136" y="7977"/>
                      <a:pt x="175" y="7977"/>
                      <a:pt x="175" y="7957"/>
                    </a:cubicBezTo>
                    <a:lnTo>
                      <a:pt x="798" y="7588"/>
                    </a:lnTo>
                    <a:lnTo>
                      <a:pt x="139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1"/>
              <p:cNvSpPr/>
              <p:nvPr/>
            </p:nvSpPr>
            <p:spPr>
              <a:xfrm>
                <a:off x="1277425" y="707575"/>
                <a:ext cx="41375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7" extrusionOk="0">
                    <a:moveTo>
                      <a:pt x="1285" y="385"/>
                    </a:moveTo>
                    <a:cubicBezTo>
                      <a:pt x="1297" y="398"/>
                      <a:pt x="1301" y="402"/>
                      <a:pt x="1308" y="404"/>
                    </a:cubicBezTo>
                    <a:lnTo>
                      <a:pt x="1308" y="404"/>
                    </a:lnTo>
                    <a:cubicBezTo>
                      <a:pt x="1301" y="398"/>
                      <a:pt x="1293" y="392"/>
                      <a:pt x="1285" y="385"/>
                    </a:cubicBezTo>
                    <a:close/>
                    <a:moveTo>
                      <a:pt x="827" y="1"/>
                    </a:moveTo>
                    <a:cubicBezTo>
                      <a:pt x="616" y="1"/>
                      <a:pt x="407" y="49"/>
                      <a:pt x="253" y="152"/>
                    </a:cubicBezTo>
                    <a:cubicBezTo>
                      <a:pt x="98" y="249"/>
                      <a:pt x="1" y="385"/>
                      <a:pt x="1" y="541"/>
                    </a:cubicBezTo>
                    <a:cubicBezTo>
                      <a:pt x="1" y="677"/>
                      <a:pt x="98" y="833"/>
                      <a:pt x="253" y="930"/>
                    </a:cubicBezTo>
                    <a:cubicBezTo>
                      <a:pt x="429" y="1027"/>
                      <a:pt x="623" y="1066"/>
                      <a:pt x="818" y="1066"/>
                    </a:cubicBezTo>
                    <a:cubicBezTo>
                      <a:pt x="1012" y="1066"/>
                      <a:pt x="1226" y="1008"/>
                      <a:pt x="1382" y="930"/>
                    </a:cubicBezTo>
                    <a:cubicBezTo>
                      <a:pt x="1557" y="813"/>
                      <a:pt x="1654" y="677"/>
                      <a:pt x="1654" y="541"/>
                    </a:cubicBezTo>
                    <a:cubicBezTo>
                      <a:pt x="1654" y="444"/>
                      <a:pt x="1615" y="366"/>
                      <a:pt x="1557" y="288"/>
                    </a:cubicBezTo>
                    <a:lnTo>
                      <a:pt x="1401" y="366"/>
                    </a:lnTo>
                    <a:cubicBezTo>
                      <a:pt x="1362" y="385"/>
                      <a:pt x="1323" y="405"/>
                      <a:pt x="1323" y="405"/>
                    </a:cubicBezTo>
                    <a:cubicBezTo>
                      <a:pt x="1316" y="405"/>
                      <a:pt x="1312" y="405"/>
                      <a:pt x="1308" y="404"/>
                    </a:cubicBezTo>
                    <a:lnTo>
                      <a:pt x="1308" y="404"/>
                    </a:lnTo>
                    <a:cubicBezTo>
                      <a:pt x="1366" y="453"/>
                      <a:pt x="1382" y="491"/>
                      <a:pt x="1382" y="560"/>
                    </a:cubicBezTo>
                    <a:cubicBezTo>
                      <a:pt x="1382" y="638"/>
                      <a:pt x="1323" y="677"/>
                      <a:pt x="1226" y="755"/>
                    </a:cubicBezTo>
                    <a:cubicBezTo>
                      <a:pt x="1109" y="823"/>
                      <a:pt x="949" y="857"/>
                      <a:pt x="788" y="857"/>
                    </a:cubicBezTo>
                    <a:cubicBezTo>
                      <a:pt x="628" y="857"/>
                      <a:pt x="467" y="823"/>
                      <a:pt x="351" y="755"/>
                    </a:cubicBezTo>
                    <a:cubicBezTo>
                      <a:pt x="253" y="696"/>
                      <a:pt x="215" y="638"/>
                      <a:pt x="215" y="560"/>
                    </a:cubicBezTo>
                    <a:cubicBezTo>
                      <a:pt x="215" y="482"/>
                      <a:pt x="253" y="444"/>
                      <a:pt x="351" y="366"/>
                    </a:cubicBezTo>
                    <a:cubicBezTo>
                      <a:pt x="487" y="288"/>
                      <a:pt x="643" y="268"/>
                      <a:pt x="798" y="268"/>
                    </a:cubicBezTo>
                    <a:cubicBezTo>
                      <a:pt x="973" y="268"/>
                      <a:pt x="1109" y="288"/>
                      <a:pt x="1226" y="366"/>
                    </a:cubicBezTo>
                    <a:lnTo>
                      <a:pt x="1265" y="366"/>
                    </a:lnTo>
                    <a:lnTo>
                      <a:pt x="1226" y="346"/>
                    </a:lnTo>
                    <a:cubicBezTo>
                      <a:pt x="1207" y="288"/>
                      <a:pt x="1207" y="210"/>
                      <a:pt x="1285" y="171"/>
                    </a:cubicBezTo>
                    <a:lnTo>
                      <a:pt x="1362" y="113"/>
                    </a:lnTo>
                    <a:cubicBezTo>
                      <a:pt x="1206" y="39"/>
                      <a:pt x="1015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1"/>
              <p:cNvSpPr/>
              <p:nvPr/>
            </p:nvSpPr>
            <p:spPr>
              <a:xfrm>
                <a:off x="1591125" y="5267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24"/>
                    </a:moveTo>
                    <a:cubicBezTo>
                      <a:pt x="993" y="224"/>
                      <a:pt x="1129" y="244"/>
                      <a:pt x="1266" y="322"/>
                    </a:cubicBezTo>
                    <a:cubicBezTo>
                      <a:pt x="1363" y="380"/>
                      <a:pt x="1402" y="438"/>
                      <a:pt x="1402" y="516"/>
                    </a:cubicBezTo>
                    <a:cubicBezTo>
                      <a:pt x="1402" y="594"/>
                      <a:pt x="1363" y="633"/>
                      <a:pt x="1266" y="711"/>
                    </a:cubicBezTo>
                    <a:cubicBezTo>
                      <a:pt x="1139" y="779"/>
                      <a:pt x="974" y="813"/>
                      <a:pt x="813" y="813"/>
                    </a:cubicBezTo>
                    <a:cubicBezTo>
                      <a:pt x="653" y="813"/>
                      <a:pt x="497" y="779"/>
                      <a:pt x="390" y="711"/>
                    </a:cubicBezTo>
                    <a:cubicBezTo>
                      <a:pt x="293" y="652"/>
                      <a:pt x="234" y="594"/>
                      <a:pt x="234" y="516"/>
                    </a:cubicBezTo>
                    <a:cubicBezTo>
                      <a:pt x="234" y="438"/>
                      <a:pt x="293" y="380"/>
                      <a:pt x="390" y="322"/>
                    </a:cubicBezTo>
                    <a:cubicBezTo>
                      <a:pt x="507" y="244"/>
                      <a:pt x="682" y="224"/>
                      <a:pt x="818" y="224"/>
                    </a:cubicBezTo>
                    <a:close/>
                    <a:moveTo>
                      <a:pt x="825" y="1"/>
                    </a:moveTo>
                    <a:cubicBezTo>
                      <a:pt x="624" y="1"/>
                      <a:pt x="419" y="49"/>
                      <a:pt x="254" y="146"/>
                    </a:cubicBezTo>
                    <a:cubicBezTo>
                      <a:pt x="98" y="244"/>
                      <a:pt x="1" y="399"/>
                      <a:pt x="1" y="536"/>
                    </a:cubicBezTo>
                    <a:cubicBezTo>
                      <a:pt x="1" y="672"/>
                      <a:pt x="40" y="750"/>
                      <a:pt x="137" y="827"/>
                    </a:cubicBezTo>
                    <a:lnTo>
                      <a:pt x="234" y="788"/>
                    </a:lnTo>
                    <a:cubicBezTo>
                      <a:pt x="260" y="754"/>
                      <a:pt x="286" y="739"/>
                      <a:pt x="311" y="739"/>
                    </a:cubicBezTo>
                    <a:cubicBezTo>
                      <a:pt x="344" y="739"/>
                      <a:pt x="377" y="764"/>
                      <a:pt x="410" y="808"/>
                    </a:cubicBezTo>
                    <a:cubicBezTo>
                      <a:pt x="429" y="866"/>
                      <a:pt x="429" y="925"/>
                      <a:pt x="351" y="983"/>
                    </a:cubicBezTo>
                    <a:cubicBezTo>
                      <a:pt x="507" y="1022"/>
                      <a:pt x="643" y="1080"/>
                      <a:pt x="818" y="1080"/>
                    </a:cubicBezTo>
                    <a:cubicBezTo>
                      <a:pt x="1013" y="1080"/>
                      <a:pt x="1227" y="1022"/>
                      <a:pt x="1382" y="925"/>
                    </a:cubicBezTo>
                    <a:cubicBezTo>
                      <a:pt x="1557" y="827"/>
                      <a:pt x="1655" y="691"/>
                      <a:pt x="1655" y="536"/>
                    </a:cubicBezTo>
                    <a:cubicBezTo>
                      <a:pt x="1655" y="399"/>
                      <a:pt x="1557" y="244"/>
                      <a:pt x="1382" y="146"/>
                    </a:cubicBezTo>
                    <a:cubicBezTo>
                      <a:pt x="1227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1"/>
              <p:cNvSpPr/>
              <p:nvPr/>
            </p:nvSpPr>
            <p:spPr>
              <a:xfrm>
                <a:off x="1593575" y="570550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297" y="730"/>
                    </a:moveTo>
                    <a:cubicBezTo>
                      <a:pt x="312" y="744"/>
                      <a:pt x="330" y="757"/>
                      <a:pt x="350" y="769"/>
                    </a:cubicBezTo>
                    <a:cubicBezTo>
                      <a:pt x="363" y="776"/>
                      <a:pt x="376" y="783"/>
                      <a:pt x="390" y="790"/>
                    </a:cubicBezTo>
                    <a:lnTo>
                      <a:pt x="390" y="790"/>
                    </a:lnTo>
                    <a:cubicBezTo>
                      <a:pt x="390" y="789"/>
                      <a:pt x="390" y="789"/>
                      <a:pt x="389" y="788"/>
                    </a:cubicBezTo>
                    <a:cubicBezTo>
                      <a:pt x="360" y="759"/>
                      <a:pt x="326" y="740"/>
                      <a:pt x="297" y="730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3" y="146"/>
                    </a:cubicBezTo>
                    <a:cubicBezTo>
                      <a:pt x="98" y="244"/>
                      <a:pt x="0" y="399"/>
                      <a:pt x="0" y="536"/>
                    </a:cubicBezTo>
                    <a:cubicBezTo>
                      <a:pt x="0" y="633"/>
                      <a:pt x="39" y="730"/>
                      <a:pt x="117" y="808"/>
                    </a:cubicBezTo>
                    <a:lnTo>
                      <a:pt x="234" y="730"/>
                    </a:lnTo>
                    <a:cubicBezTo>
                      <a:pt x="239" y="725"/>
                      <a:pt x="247" y="723"/>
                      <a:pt x="258" y="723"/>
                    </a:cubicBezTo>
                    <a:cubicBezTo>
                      <a:pt x="269" y="723"/>
                      <a:pt x="282" y="725"/>
                      <a:pt x="297" y="730"/>
                    </a:cubicBezTo>
                    <a:lnTo>
                      <a:pt x="297" y="730"/>
                    </a:lnTo>
                    <a:cubicBezTo>
                      <a:pt x="239" y="679"/>
                      <a:pt x="214" y="621"/>
                      <a:pt x="214" y="574"/>
                    </a:cubicBezTo>
                    <a:cubicBezTo>
                      <a:pt x="214" y="497"/>
                      <a:pt x="253" y="419"/>
                      <a:pt x="350" y="380"/>
                    </a:cubicBezTo>
                    <a:cubicBezTo>
                      <a:pt x="487" y="302"/>
                      <a:pt x="642" y="283"/>
                      <a:pt x="798" y="283"/>
                    </a:cubicBezTo>
                    <a:cubicBezTo>
                      <a:pt x="973" y="283"/>
                      <a:pt x="1109" y="302"/>
                      <a:pt x="1226" y="380"/>
                    </a:cubicBezTo>
                    <a:cubicBezTo>
                      <a:pt x="1323" y="419"/>
                      <a:pt x="1382" y="497"/>
                      <a:pt x="1382" y="574"/>
                    </a:cubicBezTo>
                    <a:cubicBezTo>
                      <a:pt x="1382" y="633"/>
                      <a:pt x="1323" y="691"/>
                      <a:pt x="1226" y="769"/>
                    </a:cubicBezTo>
                    <a:cubicBezTo>
                      <a:pt x="1109" y="837"/>
                      <a:pt x="949" y="871"/>
                      <a:pt x="788" y="871"/>
                    </a:cubicBezTo>
                    <a:cubicBezTo>
                      <a:pt x="645" y="871"/>
                      <a:pt x="502" y="844"/>
                      <a:pt x="390" y="790"/>
                    </a:cubicBezTo>
                    <a:lnTo>
                      <a:pt x="390" y="790"/>
                    </a:lnTo>
                    <a:cubicBezTo>
                      <a:pt x="409" y="829"/>
                      <a:pt x="408" y="906"/>
                      <a:pt x="331" y="964"/>
                    </a:cubicBezTo>
                    <a:lnTo>
                      <a:pt x="312" y="983"/>
                    </a:lnTo>
                    <a:cubicBezTo>
                      <a:pt x="448" y="1061"/>
                      <a:pt x="623" y="1080"/>
                      <a:pt x="817" y="1080"/>
                    </a:cubicBezTo>
                    <a:cubicBezTo>
                      <a:pt x="1012" y="1080"/>
                      <a:pt x="1226" y="1022"/>
                      <a:pt x="1382" y="925"/>
                    </a:cubicBezTo>
                    <a:cubicBezTo>
                      <a:pt x="1557" y="827"/>
                      <a:pt x="1654" y="691"/>
                      <a:pt x="1654" y="536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6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1"/>
              <p:cNvSpPr/>
              <p:nvPr/>
            </p:nvSpPr>
            <p:spPr>
              <a:xfrm>
                <a:off x="1609625" y="843175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56" y="214"/>
                    </a:moveTo>
                    <a:cubicBezTo>
                      <a:pt x="1031" y="214"/>
                      <a:pt x="1168" y="234"/>
                      <a:pt x="1304" y="311"/>
                    </a:cubicBezTo>
                    <a:cubicBezTo>
                      <a:pt x="1362" y="389"/>
                      <a:pt x="1440" y="467"/>
                      <a:pt x="1440" y="506"/>
                    </a:cubicBezTo>
                    <a:cubicBezTo>
                      <a:pt x="1440" y="584"/>
                      <a:pt x="1401" y="623"/>
                      <a:pt x="1304" y="700"/>
                    </a:cubicBezTo>
                    <a:cubicBezTo>
                      <a:pt x="1177" y="769"/>
                      <a:pt x="1012" y="803"/>
                      <a:pt x="851" y="803"/>
                    </a:cubicBezTo>
                    <a:cubicBezTo>
                      <a:pt x="691" y="803"/>
                      <a:pt x="535" y="769"/>
                      <a:pt x="428" y="700"/>
                    </a:cubicBezTo>
                    <a:cubicBezTo>
                      <a:pt x="331" y="642"/>
                      <a:pt x="273" y="584"/>
                      <a:pt x="273" y="506"/>
                    </a:cubicBezTo>
                    <a:cubicBezTo>
                      <a:pt x="273" y="428"/>
                      <a:pt x="331" y="389"/>
                      <a:pt x="428" y="311"/>
                    </a:cubicBezTo>
                    <a:cubicBezTo>
                      <a:pt x="545" y="234"/>
                      <a:pt x="720" y="214"/>
                      <a:pt x="856" y="214"/>
                    </a:cubicBezTo>
                    <a:close/>
                    <a:moveTo>
                      <a:pt x="720" y="0"/>
                    </a:moveTo>
                    <a:cubicBezTo>
                      <a:pt x="545" y="19"/>
                      <a:pt x="389" y="39"/>
                      <a:pt x="273" y="117"/>
                    </a:cubicBezTo>
                    <a:cubicBezTo>
                      <a:pt x="98" y="214"/>
                      <a:pt x="0" y="370"/>
                      <a:pt x="0" y="506"/>
                    </a:cubicBezTo>
                    <a:cubicBezTo>
                      <a:pt x="0" y="642"/>
                      <a:pt x="98" y="798"/>
                      <a:pt x="273" y="895"/>
                    </a:cubicBezTo>
                    <a:cubicBezTo>
                      <a:pt x="448" y="992"/>
                      <a:pt x="642" y="1031"/>
                      <a:pt x="837" y="1031"/>
                    </a:cubicBezTo>
                    <a:cubicBezTo>
                      <a:pt x="1031" y="1031"/>
                      <a:pt x="1245" y="992"/>
                      <a:pt x="1401" y="895"/>
                    </a:cubicBezTo>
                    <a:cubicBezTo>
                      <a:pt x="1557" y="798"/>
                      <a:pt x="1654" y="642"/>
                      <a:pt x="1654" y="506"/>
                    </a:cubicBezTo>
                    <a:cubicBezTo>
                      <a:pt x="1654" y="370"/>
                      <a:pt x="1557" y="214"/>
                      <a:pt x="1401" y="117"/>
                    </a:cubicBezTo>
                    <a:cubicBezTo>
                      <a:pt x="1265" y="39"/>
                      <a:pt x="1109" y="0"/>
                      <a:pt x="954" y="0"/>
                    </a:cubicBezTo>
                    <a:lnTo>
                      <a:pt x="954" y="39"/>
                    </a:lnTo>
                    <a:cubicBezTo>
                      <a:pt x="954" y="117"/>
                      <a:pt x="915" y="175"/>
                      <a:pt x="837" y="175"/>
                    </a:cubicBezTo>
                    <a:cubicBezTo>
                      <a:pt x="759" y="175"/>
                      <a:pt x="720" y="117"/>
                      <a:pt x="720" y="39"/>
                    </a:cubicBezTo>
                    <a:lnTo>
                      <a:pt x="7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1"/>
              <p:cNvSpPr/>
              <p:nvPr/>
            </p:nvSpPr>
            <p:spPr>
              <a:xfrm>
                <a:off x="1417025" y="672500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37" y="232"/>
                    </a:moveTo>
                    <a:cubicBezTo>
                      <a:pt x="992" y="232"/>
                      <a:pt x="1148" y="251"/>
                      <a:pt x="1265" y="329"/>
                    </a:cubicBezTo>
                    <a:cubicBezTo>
                      <a:pt x="1362" y="387"/>
                      <a:pt x="1420" y="446"/>
                      <a:pt x="1420" y="524"/>
                    </a:cubicBezTo>
                    <a:cubicBezTo>
                      <a:pt x="1401" y="601"/>
                      <a:pt x="1362" y="679"/>
                      <a:pt x="1265" y="718"/>
                    </a:cubicBezTo>
                    <a:cubicBezTo>
                      <a:pt x="1148" y="796"/>
                      <a:pt x="983" y="835"/>
                      <a:pt x="820" y="835"/>
                    </a:cubicBezTo>
                    <a:cubicBezTo>
                      <a:pt x="657" y="835"/>
                      <a:pt x="496" y="796"/>
                      <a:pt x="389" y="718"/>
                    </a:cubicBezTo>
                    <a:cubicBezTo>
                      <a:pt x="292" y="679"/>
                      <a:pt x="253" y="601"/>
                      <a:pt x="253" y="524"/>
                    </a:cubicBezTo>
                    <a:cubicBezTo>
                      <a:pt x="253" y="446"/>
                      <a:pt x="292" y="407"/>
                      <a:pt x="389" y="329"/>
                    </a:cubicBezTo>
                    <a:cubicBezTo>
                      <a:pt x="506" y="251"/>
                      <a:pt x="681" y="232"/>
                      <a:pt x="837" y="232"/>
                    </a:cubicBezTo>
                    <a:close/>
                    <a:moveTo>
                      <a:pt x="817" y="1"/>
                    </a:moveTo>
                    <a:cubicBezTo>
                      <a:pt x="624" y="1"/>
                      <a:pt x="433" y="44"/>
                      <a:pt x="272" y="135"/>
                    </a:cubicBezTo>
                    <a:cubicBezTo>
                      <a:pt x="97" y="232"/>
                      <a:pt x="0" y="387"/>
                      <a:pt x="0" y="524"/>
                    </a:cubicBezTo>
                    <a:cubicBezTo>
                      <a:pt x="0" y="660"/>
                      <a:pt x="97" y="815"/>
                      <a:pt x="272" y="913"/>
                    </a:cubicBezTo>
                    <a:cubicBezTo>
                      <a:pt x="428" y="1010"/>
                      <a:pt x="623" y="1049"/>
                      <a:pt x="817" y="1049"/>
                    </a:cubicBezTo>
                    <a:cubicBezTo>
                      <a:pt x="1031" y="1049"/>
                      <a:pt x="1245" y="1010"/>
                      <a:pt x="1381" y="913"/>
                    </a:cubicBezTo>
                    <a:cubicBezTo>
                      <a:pt x="1556" y="815"/>
                      <a:pt x="1654" y="660"/>
                      <a:pt x="1654" y="524"/>
                    </a:cubicBezTo>
                    <a:cubicBezTo>
                      <a:pt x="1654" y="426"/>
                      <a:pt x="1615" y="329"/>
                      <a:pt x="1537" y="251"/>
                    </a:cubicBezTo>
                    <a:lnTo>
                      <a:pt x="1401" y="329"/>
                    </a:lnTo>
                    <a:cubicBezTo>
                      <a:pt x="1381" y="329"/>
                      <a:pt x="1362" y="349"/>
                      <a:pt x="1362" y="349"/>
                    </a:cubicBezTo>
                    <a:cubicBezTo>
                      <a:pt x="1323" y="349"/>
                      <a:pt x="1284" y="329"/>
                      <a:pt x="1265" y="310"/>
                    </a:cubicBezTo>
                    <a:cubicBezTo>
                      <a:pt x="1245" y="251"/>
                      <a:pt x="1245" y="193"/>
                      <a:pt x="1304" y="135"/>
                    </a:cubicBezTo>
                    <a:lnTo>
                      <a:pt x="1342" y="115"/>
                    </a:lnTo>
                    <a:cubicBezTo>
                      <a:pt x="1182" y="40"/>
                      <a:pt x="999" y="1"/>
                      <a:pt x="8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1"/>
              <p:cNvSpPr/>
              <p:nvPr/>
            </p:nvSpPr>
            <p:spPr>
              <a:xfrm>
                <a:off x="1193775" y="497825"/>
                <a:ext cx="75400" cy="144500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5780" extrusionOk="0">
                    <a:moveTo>
                      <a:pt x="2899" y="1"/>
                    </a:moveTo>
                    <a:cubicBezTo>
                      <a:pt x="2821" y="1"/>
                      <a:pt x="2782" y="40"/>
                      <a:pt x="2782" y="118"/>
                    </a:cubicBezTo>
                    <a:lnTo>
                      <a:pt x="2782" y="4009"/>
                    </a:lnTo>
                    <a:lnTo>
                      <a:pt x="234" y="5487"/>
                    </a:lnTo>
                    <a:lnTo>
                      <a:pt x="39" y="5585"/>
                    </a:lnTo>
                    <a:cubicBezTo>
                      <a:pt x="39" y="5623"/>
                      <a:pt x="0" y="5682"/>
                      <a:pt x="39" y="5740"/>
                    </a:cubicBezTo>
                    <a:cubicBezTo>
                      <a:pt x="59" y="5779"/>
                      <a:pt x="98" y="5779"/>
                      <a:pt x="136" y="5779"/>
                    </a:cubicBezTo>
                    <a:cubicBezTo>
                      <a:pt x="156" y="5779"/>
                      <a:pt x="175" y="5779"/>
                      <a:pt x="175" y="5760"/>
                    </a:cubicBezTo>
                    <a:lnTo>
                      <a:pt x="487" y="5585"/>
                    </a:lnTo>
                    <a:lnTo>
                      <a:pt x="2977" y="4164"/>
                    </a:lnTo>
                    <a:cubicBezTo>
                      <a:pt x="3016" y="4125"/>
                      <a:pt x="3016" y="4087"/>
                      <a:pt x="3016" y="4067"/>
                    </a:cubicBezTo>
                    <a:lnTo>
                      <a:pt x="3016" y="118"/>
                    </a:lnTo>
                    <a:cubicBezTo>
                      <a:pt x="3016" y="40"/>
                      <a:pt x="2977" y="1"/>
                      <a:pt x="28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1"/>
              <p:cNvSpPr/>
              <p:nvPr/>
            </p:nvSpPr>
            <p:spPr>
              <a:xfrm>
                <a:off x="1307575" y="545325"/>
                <a:ext cx="294275" cy="172875"/>
              </a:xfrm>
              <a:custGeom>
                <a:avLst/>
                <a:gdLst/>
                <a:ahLst/>
                <a:cxnLst/>
                <a:rect l="l" t="t" r="r" b="b"/>
                <a:pathLst>
                  <a:path w="11771" h="6915" extrusionOk="0">
                    <a:moveTo>
                      <a:pt x="11634" y="0"/>
                    </a:moveTo>
                    <a:cubicBezTo>
                      <a:pt x="11615" y="0"/>
                      <a:pt x="11596" y="3"/>
                      <a:pt x="11576" y="8"/>
                    </a:cubicBezTo>
                    <a:lnTo>
                      <a:pt x="11479" y="66"/>
                    </a:lnTo>
                    <a:lnTo>
                      <a:pt x="10215" y="805"/>
                    </a:lnTo>
                    <a:cubicBezTo>
                      <a:pt x="10273" y="805"/>
                      <a:pt x="10312" y="844"/>
                      <a:pt x="10312" y="922"/>
                    </a:cubicBezTo>
                    <a:cubicBezTo>
                      <a:pt x="10312" y="980"/>
                      <a:pt x="10273" y="1039"/>
                      <a:pt x="10195" y="1039"/>
                    </a:cubicBezTo>
                    <a:lnTo>
                      <a:pt x="9806" y="1039"/>
                    </a:lnTo>
                    <a:lnTo>
                      <a:pt x="7569" y="2323"/>
                    </a:lnTo>
                    <a:cubicBezTo>
                      <a:pt x="7608" y="2323"/>
                      <a:pt x="7666" y="2381"/>
                      <a:pt x="7666" y="2439"/>
                    </a:cubicBezTo>
                    <a:cubicBezTo>
                      <a:pt x="7666" y="2517"/>
                      <a:pt x="7608" y="2576"/>
                      <a:pt x="7549" y="2576"/>
                    </a:cubicBezTo>
                    <a:lnTo>
                      <a:pt x="7160" y="2576"/>
                    </a:lnTo>
                    <a:lnTo>
                      <a:pt x="156" y="6642"/>
                    </a:lnTo>
                    <a:lnTo>
                      <a:pt x="79" y="6681"/>
                    </a:lnTo>
                    <a:cubicBezTo>
                      <a:pt x="20" y="6700"/>
                      <a:pt x="1" y="6778"/>
                      <a:pt x="20" y="6856"/>
                    </a:cubicBezTo>
                    <a:cubicBezTo>
                      <a:pt x="20" y="6875"/>
                      <a:pt x="59" y="6875"/>
                      <a:pt x="59" y="6875"/>
                    </a:cubicBezTo>
                    <a:cubicBezTo>
                      <a:pt x="59" y="6875"/>
                      <a:pt x="79" y="6875"/>
                      <a:pt x="79" y="6895"/>
                    </a:cubicBezTo>
                    <a:cubicBezTo>
                      <a:pt x="98" y="6895"/>
                      <a:pt x="98" y="6914"/>
                      <a:pt x="117" y="6914"/>
                    </a:cubicBezTo>
                    <a:cubicBezTo>
                      <a:pt x="156" y="6914"/>
                      <a:pt x="176" y="6914"/>
                      <a:pt x="176" y="6895"/>
                    </a:cubicBezTo>
                    <a:lnTo>
                      <a:pt x="312" y="6817"/>
                    </a:lnTo>
                    <a:lnTo>
                      <a:pt x="4670" y="4327"/>
                    </a:lnTo>
                    <a:cubicBezTo>
                      <a:pt x="4650" y="4249"/>
                      <a:pt x="4631" y="4229"/>
                      <a:pt x="4631" y="4171"/>
                    </a:cubicBezTo>
                    <a:cubicBezTo>
                      <a:pt x="4631" y="4113"/>
                      <a:pt x="4670" y="4054"/>
                      <a:pt x="4748" y="4054"/>
                    </a:cubicBezTo>
                    <a:lnTo>
                      <a:pt x="5078" y="4054"/>
                    </a:lnTo>
                    <a:lnTo>
                      <a:pt x="11693" y="241"/>
                    </a:lnTo>
                    <a:cubicBezTo>
                      <a:pt x="11752" y="222"/>
                      <a:pt x="11771" y="144"/>
                      <a:pt x="11752" y="66"/>
                    </a:cubicBezTo>
                    <a:cubicBezTo>
                      <a:pt x="11737" y="22"/>
                      <a:pt x="11689" y="0"/>
                      <a:pt x="116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1"/>
              <p:cNvSpPr/>
              <p:nvPr/>
            </p:nvSpPr>
            <p:spPr>
              <a:xfrm>
                <a:off x="1499700" y="588600"/>
                <a:ext cx="104100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4164" h="2324" extrusionOk="0">
                    <a:moveTo>
                      <a:pt x="4015" y="1"/>
                    </a:moveTo>
                    <a:cubicBezTo>
                      <a:pt x="4000" y="1"/>
                      <a:pt x="3984" y="3"/>
                      <a:pt x="3969" y="8"/>
                    </a:cubicBezTo>
                    <a:lnTo>
                      <a:pt x="3853" y="86"/>
                    </a:lnTo>
                    <a:lnTo>
                      <a:pt x="0" y="2323"/>
                    </a:lnTo>
                    <a:lnTo>
                      <a:pt x="487" y="2323"/>
                    </a:lnTo>
                    <a:lnTo>
                      <a:pt x="4067" y="261"/>
                    </a:lnTo>
                    <a:lnTo>
                      <a:pt x="4086" y="242"/>
                    </a:lnTo>
                    <a:cubicBezTo>
                      <a:pt x="4125" y="203"/>
                      <a:pt x="4164" y="144"/>
                      <a:pt x="4125" y="66"/>
                    </a:cubicBezTo>
                    <a:cubicBezTo>
                      <a:pt x="4110" y="23"/>
                      <a:pt x="4063" y="1"/>
                      <a:pt x="40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1"/>
              <p:cNvSpPr/>
              <p:nvPr/>
            </p:nvSpPr>
            <p:spPr>
              <a:xfrm>
                <a:off x="1447650" y="653000"/>
                <a:ext cx="525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129" extrusionOk="0">
                    <a:moveTo>
                      <a:pt x="1616" y="0"/>
                    </a:moveTo>
                    <a:lnTo>
                      <a:pt x="98" y="895"/>
                    </a:lnTo>
                    <a:lnTo>
                      <a:pt x="59" y="915"/>
                    </a:lnTo>
                    <a:cubicBezTo>
                      <a:pt x="20" y="934"/>
                      <a:pt x="1" y="1012"/>
                      <a:pt x="20" y="1090"/>
                    </a:cubicBezTo>
                    <a:cubicBezTo>
                      <a:pt x="40" y="1129"/>
                      <a:pt x="98" y="1129"/>
                      <a:pt x="117" y="1129"/>
                    </a:cubicBezTo>
                    <a:cubicBezTo>
                      <a:pt x="137" y="1129"/>
                      <a:pt x="156" y="1129"/>
                      <a:pt x="156" y="1109"/>
                    </a:cubicBezTo>
                    <a:lnTo>
                      <a:pt x="293" y="1031"/>
                    </a:lnTo>
                    <a:lnTo>
                      <a:pt x="21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1"/>
              <p:cNvSpPr/>
              <p:nvPr/>
            </p:nvSpPr>
            <p:spPr>
              <a:xfrm>
                <a:off x="1352825" y="603375"/>
                <a:ext cx="1464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254" extrusionOk="0">
                    <a:moveTo>
                      <a:pt x="117" y="1"/>
                    </a:moveTo>
                    <a:cubicBezTo>
                      <a:pt x="39" y="1"/>
                      <a:pt x="0" y="59"/>
                      <a:pt x="0" y="137"/>
                    </a:cubicBezTo>
                    <a:cubicBezTo>
                      <a:pt x="0" y="195"/>
                      <a:pt x="39" y="254"/>
                      <a:pt x="97" y="254"/>
                    </a:cubicBezTo>
                    <a:lnTo>
                      <a:pt x="5700" y="254"/>
                    </a:lnTo>
                    <a:cubicBezTo>
                      <a:pt x="5778" y="254"/>
                      <a:pt x="5856" y="195"/>
                      <a:pt x="5856" y="137"/>
                    </a:cubicBezTo>
                    <a:cubicBezTo>
                      <a:pt x="5856" y="59"/>
                      <a:pt x="5798" y="40"/>
                      <a:pt x="57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1"/>
              <p:cNvSpPr/>
              <p:nvPr/>
            </p:nvSpPr>
            <p:spPr>
              <a:xfrm>
                <a:off x="1418475" y="565450"/>
                <a:ext cx="14642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857" h="234" extrusionOk="0">
                    <a:moveTo>
                      <a:pt x="117" y="0"/>
                    </a:moveTo>
                    <a:cubicBezTo>
                      <a:pt x="39" y="0"/>
                      <a:pt x="0" y="39"/>
                      <a:pt x="0" y="117"/>
                    </a:cubicBezTo>
                    <a:cubicBezTo>
                      <a:pt x="0" y="175"/>
                      <a:pt x="39" y="234"/>
                      <a:pt x="98" y="234"/>
                    </a:cubicBezTo>
                    <a:lnTo>
                      <a:pt x="5740" y="234"/>
                    </a:lnTo>
                    <a:cubicBezTo>
                      <a:pt x="5798" y="234"/>
                      <a:pt x="5856" y="175"/>
                      <a:pt x="5856" y="117"/>
                    </a:cubicBezTo>
                    <a:cubicBezTo>
                      <a:pt x="5856" y="39"/>
                      <a:pt x="5798" y="20"/>
                      <a:pt x="57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1"/>
              <p:cNvSpPr/>
              <p:nvPr/>
            </p:nvSpPr>
            <p:spPr>
              <a:xfrm>
                <a:off x="1423325" y="462325"/>
                <a:ext cx="537475" cy="190700"/>
              </a:xfrm>
              <a:custGeom>
                <a:avLst/>
                <a:gdLst/>
                <a:ahLst/>
                <a:cxnLst/>
                <a:rect l="l" t="t" r="r" b="b"/>
                <a:pathLst>
                  <a:path w="21499" h="7628" extrusionOk="0">
                    <a:moveTo>
                      <a:pt x="13756" y="4184"/>
                    </a:moveTo>
                    <a:cubicBezTo>
                      <a:pt x="13706" y="4184"/>
                      <a:pt x="13672" y="4208"/>
                      <a:pt x="13654" y="4246"/>
                    </a:cubicBezTo>
                    <a:lnTo>
                      <a:pt x="13654" y="4246"/>
                    </a:lnTo>
                    <a:lnTo>
                      <a:pt x="13761" y="4184"/>
                    </a:lnTo>
                    <a:lnTo>
                      <a:pt x="13761" y="4184"/>
                    </a:lnTo>
                    <a:cubicBezTo>
                      <a:pt x="13759" y="4184"/>
                      <a:pt x="13758" y="4184"/>
                      <a:pt x="13756" y="4184"/>
                    </a:cubicBezTo>
                    <a:close/>
                    <a:moveTo>
                      <a:pt x="21012" y="1"/>
                    </a:moveTo>
                    <a:lnTo>
                      <a:pt x="13761" y="4184"/>
                    </a:lnTo>
                    <a:lnTo>
                      <a:pt x="13761" y="4184"/>
                    </a:lnTo>
                    <a:cubicBezTo>
                      <a:pt x="13835" y="4186"/>
                      <a:pt x="13872" y="4244"/>
                      <a:pt x="13872" y="4320"/>
                    </a:cubicBezTo>
                    <a:lnTo>
                      <a:pt x="13872" y="4378"/>
                    </a:lnTo>
                    <a:lnTo>
                      <a:pt x="21499" y="1"/>
                    </a:lnTo>
                    <a:close/>
                    <a:moveTo>
                      <a:pt x="11899" y="5258"/>
                    </a:moveTo>
                    <a:cubicBezTo>
                      <a:pt x="11884" y="5263"/>
                      <a:pt x="11870" y="5271"/>
                      <a:pt x="11857" y="5282"/>
                    </a:cubicBezTo>
                    <a:lnTo>
                      <a:pt x="11857" y="5282"/>
                    </a:lnTo>
                    <a:lnTo>
                      <a:pt x="11899" y="5258"/>
                    </a:lnTo>
                    <a:close/>
                    <a:moveTo>
                      <a:pt x="13654" y="4246"/>
                    </a:moveTo>
                    <a:lnTo>
                      <a:pt x="11899" y="5258"/>
                    </a:lnTo>
                    <a:lnTo>
                      <a:pt x="11899" y="5258"/>
                    </a:lnTo>
                    <a:cubicBezTo>
                      <a:pt x="11908" y="5255"/>
                      <a:pt x="11917" y="5254"/>
                      <a:pt x="11927" y="5254"/>
                    </a:cubicBezTo>
                    <a:cubicBezTo>
                      <a:pt x="12005" y="5254"/>
                      <a:pt x="12063" y="5312"/>
                      <a:pt x="12063" y="5390"/>
                    </a:cubicBezTo>
                    <a:lnTo>
                      <a:pt x="12063" y="5448"/>
                    </a:lnTo>
                    <a:lnTo>
                      <a:pt x="13639" y="4534"/>
                    </a:lnTo>
                    <a:lnTo>
                      <a:pt x="13639" y="4320"/>
                    </a:lnTo>
                    <a:cubicBezTo>
                      <a:pt x="13639" y="4292"/>
                      <a:pt x="13644" y="4267"/>
                      <a:pt x="13654" y="4246"/>
                    </a:cubicBezTo>
                    <a:close/>
                    <a:moveTo>
                      <a:pt x="10075" y="6310"/>
                    </a:moveTo>
                    <a:cubicBezTo>
                      <a:pt x="10052" y="6317"/>
                      <a:pt x="10033" y="6329"/>
                      <a:pt x="10017" y="6343"/>
                    </a:cubicBezTo>
                    <a:lnTo>
                      <a:pt x="10017" y="6343"/>
                    </a:lnTo>
                    <a:lnTo>
                      <a:pt x="10075" y="6310"/>
                    </a:lnTo>
                    <a:close/>
                    <a:moveTo>
                      <a:pt x="11857" y="5282"/>
                    </a:moveTo>
                    <a:lnTo>
                      <a:pt x="10075" y="6310"/>
                    </a:lnTo>
                    <a:lnTo>
                      <a:pt x="10075" y="6310"/>
                    </a:lnTo>
                    <a:cubicBezTo>
                      <a:pt x="10088" y="6306"/>
                      <a:pt x="10102" y="6304"/>
                      <a:pt x="10118" y="6304"/>
                    </a:cubicBezTo>
                    <a:cubicBezTo>
                      <a:pt x="10176" y="6304"/>
                      <a:pt x="10234" y="6363"/>
                      <a:pt x="10234" y="6421"/>
                    </a:cubicBezTo>
                    <a:lnTo>
                      <a:pt x="10234" y="6499"/>
                    </a:lnTo>
                    <a:lnTo>
                      <a:pt x="11810" y="5584"/>
                    </a:lnTo>
                    <a:lnTo>
                      <a:pt x="11810" y="5390"/>
                    </a:lnTo>
                    <a:cubicBezTo>
                      <a:pt x="11810" y="5345"/>
                      <a:pt x="11830" y="5307"/>
                      <a:pt x="11857" y="5282"/>
                    </a:cubicBezTo>
                    <a:close/>
                    <a:moveTo>
                      <a:pt x="10017" y="6343"/>
                    </a:moveTo>
                    <a:lnTo>
                      <a:pt x="8230" y="7374"/>
                    </a:lnTo>
                    <a:lnTo>
                      <a:pt x="118" y="7374"/>
                    </a:lnTo>
                    <a:cubicBezTo>
                      <a:pt x="40" y="7374"/>
                      <a:pt x="1" y="7433"/>
                      <a:pt x="1" y="7491"/>
                    </a:cubicBezTo>
                    <a:cubicBezTo>
                      <a:pt x="1" y="7549"/>
                      <a:pt x="20" y="7569"/>
                      <a:pt x="59" y="7588"/>
                    </a:cubicBezTo>
                    <a:cubicBezTo>
                      <a:pt x="98" y="7588"/>
                      <a:pt x="118" y="7627"/>
                      <a:pt x="118" y="7627"/>
                    </a:cubicBezTo>
                    <a:lnTo>
                      <a:pt x="8172" y="7627"/>
                    </a:lnTo>
                    <a:lnTo>
                      <a:pt x="8172" y="7491"/>
                    </a:lnTo>
                    <a:cubicBezTo>
                      <a:pt x="8172" y="7433"/>
                      <a:pt x="8211" y="7374"/>
                      <a:pt x="8289" y="7374"/>
                    </a:cubicBezTo>
                    <a:cubicBezTo>
                      <a:pt x="8367" y="7374"/>
                      <a:pt x="8406" y="7433"/>
                      <a:pt x="8406" y="7491"/>
                    </a:cubicBezTo>
                    <a:lnTo>
                      <a:pt x="8406" y="7569"/>
                    </a:lnTo>
                    <a:lnTo>
                      <a:pt x="9981" y="6654"/>
                    </a:lnTo>
                    <a:lnTo>
                      <a:pt x="9981" y="6421"/>
                    </a:lnTo>
                    <a:cubicBezTo>
                      <a:pt x="9981" y="6393"/>
                      <a:pt x="9995" y="6365"/>
                      <a:pt x="10017" y="63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1"/>
              <p:cNvSpPr/>
              <p:nvPr/>
            </p:nvSpPr>
            <p:spPr>
              <a:xfrm>
                <a:off x="809525" y="914650"/>
                <a:ext cx="41375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33" extrusionOk="0">
                    <a:moveTo>
                      <a:pt x="1294" y="681"/>
                    </a:moveTo>
                    <a:cubicBezTo>
                      <a:pt x="1266" y="690"/>
                      <a:pt x="1244" y="705"/>
                      <a:pt x="1232" y="728"/>
                    </a:cubicBezTo>
                    <a:lnTo>
                      <a:pt x="1232" y="728"/>
                    </a:lnTo>
                    <a:cubicBezTo>
                      <a:pt x="1236" y="726"/>
                      <a:pt x="1241" y="723"/>
                      <a:pt x="1246" y="721"/>
                    </a:cubicBezTo>
                    <a:cubicBezTo>
                      <a:pt x="1263" y="707"/>
                      <a:pt x="1279" y="694"/>
                      <a:pt x="1294" y="681"/>
                    </a:cubicBezTo>
                    <a:close/>
                    <a:moveTo>
                      <a:pt x="831" y="0"/>
                    </a:moveTo>
                    <a:cubicBezTo>
                      <a:pt x="653" y="0"/>
                      <a:pt x="477" y="34"/>
                      <a:pt x="332" y="98"/>
                    </a:cubicBezTo>
                    <a:cubicBezTo>
                      <a:pt x="370" y="137"/>
                      <a:pt x="370" y="195"/>
                      <a:pt x="351" y="254"/>
                    </a:cubicBezTo>
                    <a:cubicBezTo>
                      <a:pt x="332" y="293"/>
                      <a:pt x="273" y="293"/>
                      <a:pt x="254" y="293"/>
                    </a:cubicBezTo>
                    <a:cubicBezTo>
                      <a:pt x="234" y="293"/>
                      <a:pt x="195" y="293"/>
                      <a:pt x="195" y="273"/>
                    </a:cubicBezTo>
                    <a:lnTo>
                      <a:pt x="137" y="234"/>
                    </a:lnTo>
                    <a:cubicBezTo>
                      <a:pt x="59" y="293"/>
                      <a:pt x="1" y="390"/>
                      <a:pt x="1" y="487"/>
                    </a:cubicBezTo>
                    <a:cubicBezTo>
                      <a:pt x="1" y="643"/>
                      <a:pt x="98" y="779"/>
                      <a:pt x="273" y="876"/>
                    </a:cubicBezTo>
                    <a:cubicBezTo>
                      <a:pt x="448" y="974"/>
                      <a:pt x="643" y="1032"/>
                      <a:pt x="837" y="1032"/>
                    </a:cubicBezTo>
                    <a:cubicBezTo>
                      <a:pt x="1012" y="1032"/>
                      <a:pt x="1168" y="974"/>
                      <a:pt x="1324" y="935"/>
                    </a:cubicBezTo>
                    <a:lnTo>
                      <a:pt x="1265" y="896"/>
                    </a:lnTo>
                    <a:cubicBezTo>
                      <a:pt x="1226" y="876"/>
                      <a:pt x="1207" y="799"/>
                      <a:pt x="1226" y="740"/>
                    </a:cubicBezTo>
                    <a:cubicBezTo>
                      <a:pt x="1228" y="736"/>
                      <a:pt x="1230" y="732"/>
                      <a:pt x="1232" y="728"/>
                    </a:cubicBezTo>
                    <a:lnTo>
                      <a:pt x="1232" y="728"/>
                    </a:lnTo>
                    <a:cubicBezTo>
                      <a:pt x="1107" y="791"/>
                      <a:pt x="948" y="823"/>
                      <a:pt x="794" y="823"/>
                    </a:cubicBezTo>
                    <a:cubicBezTo>
                      <a:pt x="633" y="823"/>
                      <a:pt x="477" y="789"/>
                      <a:pt x="370" y="721"/>
                    </a:cubicBezTo>
                    <a:cubicBezTo>
                      <a:pt x="273" y="662"/>
                      <a:pt x="215" y="585"/>
                      <a:pt x="215" y="526"/>
                    </a:cubicBezTo>
                    <a:cubicBezTo>
                      <a:pt x="215" y="448"/>
                      <a:pt x="273" y="390"/>
                      <a:pt x="370" y="332"/>
                    </a:cubicBezTo>
                    <a:cubicBezTo>
                      <a:pt x="487" y="254"/>
                      <a:pt x="662" y="234"/>
                      <a:pt x="818" y="234"/>
                    </a:cubicBezTo>
                    <a:cubicBezTo>
                      <a:pt x="974" y="234"/>
                      <a:pt x="1129" y="254"/>
                      <a:pt x="1246" y="332"/>
                    </a:cubicBezTo>
                    <a:cubicBezTo>
                      <a:pt x="1343" y="371"/>
                      <a:pt x="1402" y="448"/>
                      <a:pt x="1402" y="526"/>
                    </a:cubicBezTo>
                    <a:cubicBezTo>
                      <a:pt x="1402" y="574"/>
                      <a:pt x="1362" y="622"/>
                      <a:pt x="1294" y="681"/>
                    </a:cubicBezTo>
                    <a:lnTo>
                      <a:pt x="1294" y="681"/>
                    </a:lnTo>
                    <a:cubicBezTo>
                      <a:pt x="1309" y="677"/>
                      <a:pt x="1326" y="675"/>
                      <a:pt x="1344" y="675"/>
                    </a:cubicBezTo>
                    <a:cubicBezTo>
                      <a:pt x="1363" y="675"/>
                      <a:pt x="1382" y="677"/>
                      <a:pt x="1402" y="682"/>
                    </a:cubicBezTo>
                    <a:lnTo>
                      <a:pt x="1538" y="779"/>
                    </a:lnTo>
                    <a:cubicBezTo>
                      <a:pt x="1616" y="701"/>
                      <a:pt x="1655" y="604"/>
                      <a:pt x="1655" y="526"/>
                    </a:cubicBezTo>
                    <a:cubicBezTo>
                      <a:pt x="1655" y="371"/>
                      <a:pt x="1557" y="215"/>
                      <a:pt x="1402" y="137"/>
                    </a:cubicBezTo>
                    <a:cubicBezTo>
                      <a:pt x="1236" y="44"/>
                      <a:pt x="1032" y="0"/>
                      <a:pt x="8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1"/>
              <p:cNvSpPr/>
              <p:nvPr/>
            </p:nvSpPr>
            <p:spPr>
              <a:xfrm>
                <a:off x="839700" y="931675"/>
                <a:ext cx="66650" cy="41375"/>
              </a:xfrm>
              <a:custGeom>
                <a:avLst/>
                <a:gdLst/>
                <a:ahLst/>
                <a:cxnLst/>
                <a:rect l="l" t="t" r="r" b="b"/>
                <a:pathLst>
                  <a:path w="2666" h="1655" extrusionOk="0">
                    <a:moveTo>
                      <a:pt x="104" y="0"/>
                    </a:moveTo>
                    <a:cubicBezTo>
                      <a:pt x="69" y="0"/>
                      <a:pt x="32" y="22"/>
                      <a:pt x="19" y="59"/>
                    </a:cubicBezTo>
                    <a:cubicBezTo>
                      <a:pt x="0" y="98"/>
                      <a:pt x="0" y="176"/>
                      <a:pt x="58" y="234"/>
                    </a:cubicBezTo>
                    <a:lnTo>
                      <a:pt x="117" y="254"/>
                    </a:lnTo>
                    <a:lnTo>
                      <a:pt x="2082" y="1402"/>
                    </a:lnTo>
                    <a:lnTo>
                      <a:pt x="2490" y="1635"/>
                    </a:lnTo>
                    <a:cubicBezTo>
                      <a:pt x="2529" y="1635"/>
                      <a:pt x="2549" y="1655"/>
                      <a:pt x="2549" y="1655"/>
                    </a:cubicBezTo>
                    <a:cubicBezTo>
                      <a:pt x="2588" y="1655"/>
                      <a:pt x="2626" y="1635"/>
                      <a:pt x="2646" y="1616"/>
                    </a:cubicBezTo>
                    <a:cubicBezTo>
                      <a:pt x="2665" y="1557"/>
                      <a:pt x="2665" y="1479"/>
                      <a:pt x="2588" y="1441"/>
                    </a:cubicBezTo>
                    <a:lnTo>
                      <a:pt x="311" y="118"/>
                    </a:lnTo>
                    <a:lnTo>
                      <a:pt x="156" y="20"/>
                    </a:lnTo>
                    <a:cubicBezTo>
                      <a:pt x="142" y="7"/>
                      <a:pt x="123" y="0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1"/>
              <p:cNvSpPr/>
              <p:nvPr/>
            </p:nvSpPr>
            <p:spPr>
              <a:xfrm>
                <a:off x="739500" y="877200"/>
                <a:ext cx="7882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830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2899" y="1752"/>
                    </a:lnTo>
                    <a:lnTo>
                      <a:pt x="2977" y="1791"/>
                    </a:lnTo>
                    <a:cubicBezTo>
                      <a:pt x="2996" y="1791"/>
                      <a:pt x="3035" y="1830"/>
                      <a:pt x="3035" y="1830"/>
                    </a:cubicBezTo>
                    <a:cubicBezTo>
                      <a:pt x="3074" y="1830"/>
                      <a:pt x="3094" y="1791"/>
                      <a:pt x="3133" y="1771"/>
                    </a:cubicBezTo>
                    <a:cubicBezTo>
                      <a:pt x="3152" y="1713"/>
                      <a:pt x="3152" y="1655"/>
                      <a:pt x="3094" y="1635"/>
                    </a:cubicBezTo>
                    <a:lnTo>
                      <a:pt x="3074" y="1635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1"/>
              <p:cNvSpPr/>
              <p:nvPr/>
            </p:nvSpPr>
            <p:spPr>
              <a:xfrm>
                <a:off x="701550" y="853375"/>
                <a:ext cx="38950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896" extrusionOk="0">
                    <a:moveTo>
                      <a:pt x="234" y="1"/>
                    </a:moveTo>
                    <a:lnTo>
                      <a:pt x="1" y="117"/>
                    </a:lnTo>
                    <a:lnTo>
                      <a:pt x="1304" y="896"/>
                    </a:lnTo>
                    <a:lnTo>
                      <a:pt x="1557" y="75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1"/>
              <p:cNvSpPr/>
              <p:nvPr/>
            </p:nvSpPr>
            <p:spPr>
              <a:xfrm>
                <a:off x="697675" y="771175"/>
                <a:ext cx="187275" cy="132800"/>
              </a:xfrm>
              <a:custGeom>
                <a:avLst/>
                <a:gdLst/>
                <a:ahLst/>
                <a:cxnLst/>
                <a:rect l="l" t="t" r="r" b="b"/>
                <a:pathLst>
                  <a:path w="7491" h="5312" extrusionOk="0">
                    <a:moveTo>
                      <a:pt x="6070" y="1"/>
                    </a:moveTo>
                    <a:lnTo>
                      <a:pt x="5817" y="156"/>
                    </a:lnTo>
                    <a:lnTo>
                      <a:pt x="7140" y="915"/>
                    </a:lnTo>
                    <a:lnTo>
                      <a:pt x="4475" y="2433"/>
                    </a:lnTo>
                    <a:lnTo>
                      <a:pt x="4533" y="2452"/>
                    </a:lnTo>
                    <a:cubicBezTo>
                      <a:pt x="4572" y="2491"/>
                      <a:pt x="4611" y="2549"/>
                      <a:pt x="4572" y="2627"/>
                    </a:cubicBezTo>
                    <a:cubicBezTo>
                      <a:pt x="4553" y="2685"/>
                      <a:pt x="4514" y="2685"/>
                      <a:pt x="4475" y="2685"/>
                    </a:cubicBezTo>
                    <a:cubicBezTo>
                      <a:pt x="4455" y="2685"/>
                      <a:pt x="4436" y="2685"/>
                      <a:pt x="4436" y="2666"/>
                    </a:cubicBezTo>
                    <a:lnTo>
                      <a:pt x="4261" y="2549"/>
                    </a:lnTo>
                    <a:lnTo>
                      <a:pt x="1732" y="4008"/>
                    </a:lnTo>
                    <a:lnTo>
                      <a:pt x="1498" y="4164"/>
                    </a:lnTo>
                    <a:lnTo>
                      <a:pt x="0" y="5020"/>
                    </a:lnTo>
                    <a:lnTo>
                      <a:pt x="0" y="5312"/>
                    </a:lnTo>
                    <a:lnTo>
                      <a:pt x="1732" y="4320"/>
                    </a:lnTo>
                    <a:lnTo>
                      <a:pt x="1946" y="4184"/>
                    </a:lnTo>
                    <a:lnTo>
                      <a:pt x="7451" y="1012"/>
                    </a:lnTo>
                    <a:cubicBezTo>
                      <a:pt x="7490" y="973"/>
                      <a:pt x="7490" y="935"/>
                      <a:pt x="7490" y="915"/>
                    </a:cubicBezTo>
                    <a:cubicBezTo>
                      <a:pt x="7490" y="876"/>
                      <a:pt x="7471" y="837"/>
                      <a:pt x="7451" y="818"/>
                    </a:cubicBezTo>
                    <a:lnTo>
                      <a:pt x="60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1"/>
              <p:cNvSpPr/>
              <p:nvPr/>
            </p:nvSpPr>
            <p:spPr>
              <a:xfrm>
                <a:off x="770625" y="813975"/>
                <a:ext cx="4235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993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1343" y="876"/>
                    </a:lnTo>
                    <a:lnTo>
                      <a:pt x="1518" y="973"/>
                    </a:lnTo>
                    <a:cubicBezTo>
                      <a:pt x="1537" y="973"/>
                      <a:pt x="1557" y="993"/>
                      <a:pt x="1557" y="993"/>
                    </a:cubicBezTo>
                    <a:cubicBezTo>
                      <a:pt x="1615" y="993"/>
                      <a:pt x="1635" y="973"/>
                      <a:pt x="1654" y="954"/>
                    </a:cubicBezTo>
                    <a:cubicBezTo>
                      <a:pt x="1693" y="896"/>
                      <a:pt x="1693" y="818"/>
                      <a:pt x="1615" y="779"/>
                    </a:cubicBezTo>
                    <a:lnTo>
                      <a:pt x="1557" y="759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1"/>
              <p:cNvSpPr/>
              <p:nvPr/>
            </p:nvSpPr>
            <p:spPr>
              <a:xfrm>
                <a:off x="748725" y="716700"/>
                <a:ext cx="114325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2628" extrusionOk="0">
                    <a:moveTo>
                      <a:pt x="1324" y="1"/>
                    </a:moveTo>
                    <a:lnTo>
                      <a:pt x="1" y="759"/>
                    </a:lnTo>
                    <a:lnTo>
                      <a:pt x="3269" y="2627"/>
                    </a:lnTo>
                    <a:lnTo>
                      <a:pt x="3775" y="2335"/>
                    </a:lnTo>
                    <a:lnTo>
                      <a:pt x="4028" y="2180"/>
                    </a:lnTo>
                    <a:lnTo>
                      <a:pt x="4573" y="1868"/>
                    </a:lnTo>
                    <a:lnTo>
                      <a:pt x="13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1"/>
              <p:cNvSpPr/>
              <p:nvPr/>
            </p:nvSpPr>
            <p:spPr>
              <a:xfrm>
                <a:off x="697175" y="758050"/>
                <a:ext cx="93900" cy="66175"/>
              </a:xfrm>
              <a:custGeom>
                <a:avLst/>
                <a:gdLst/>
                <a:ahLst/>
                <a:cxnLst/>
                <a:rect l="l" t="t" r="r" b="b"/>
                <a:pathLst>
                  <a:path w="3756" h="2647" extrusionOk="0">
                    <a:moveTo>
                      <a:pt x="487" y="0"/>
                    </a:moveTo>
                    <a:lnTo>
                      <a:pt x="1" y="292"/>
                    </a:lnTo>
                    <a:lnTo>
                      <a:pt x="1" y="1246"/>
                    </a:lnTo>
                    <a:lnTo>
                      <a:pt x="2433" y="2646"/>
                    </a:lnTo>
                    <a:lnTo>
                      <a:pt x="2938" y="2335"/>
                    </a:lnTo>
                    <a:lnTo>
                      <a:pt x="3191" y="2218"/>
                    </a:lnTo>
                    <a:lnTo>
                      <a:pt x="3756" y="1888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1"/>
              <p:cNvSpPr/>
              <p:nvPr/>
            </p:nvSpPr>
            <p:spPr>
              <a:xfrm>
                <a:off x="697175" y="831500"/>
                <a:ext cx="24350" cy="272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90" extrusionOk="0">
                    <a:moveTo>
                      <a:pt x="1" y="0"/>
                    </a:moveTo>
                    <a:lnTo>
                      <a:pt x="1" y="1090"/>
                    </a:lnTo>
                    <a:lnTo>
                      <a:pt x="176" y="992"/>
                    </a:lnTo>
                    <a:lnTo>
                      <a:pt x="409" y="876"/>
                    </a:lnTo>
                    <a:lnTo>
                      <a:pt x="973" y="5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1"/>
              <p:cNvSpPr/>
              <p:nvPr/>
            </p:nvSpPr>
            <p:spPr>
              <a:xfrm>
                <a:off x="2270125" y="2491500"/>
                <a:ext cx="99225" cy="68600"/>
              </a:xfrm>
              <a:custGeom>
                <a:avLst/>
                <a:gdLst/>
                <a:ahLst/>
                <a:cxnLst/>
                <a:rect l="l" t="t" r="r" b="b"/>
                <a:pathLst>
                  <a:path w="3969" h="2744" extrusionOk="0">
                    <a:moveTo>
                      <a:pt x="3191" y="0"/>
                    </a:moveTo>
                    <a:lnTo>
                      <a:pt x="0" y="1848"/>
                    </a:lnTo>
                    <a:lnTo>
                      <a:pt x="1556" y="2743"/>
                    </a:lnTo>
                    <a:lnTo>
                      <a:pt x="3969" y="2743"/>
                    </a:lnTo>
                    <a:lnTo>
                      <a:pt x="3969" y="486"/>
                    </a:lnTo>
                    <a:lnTo>
                      <a:pt x="3677" y="642"/>
                    </a:lnTo>
                    <a:lnTo>
                      <a:pt x="3619" y="642"/>
                    </a:lnTo>
                    <a:cubicBezTo>
                      <a:pt x="3580" y="642"/>
                      <a:pt x="3541" y="623"/>
                      <a:pt x="3521" y="603"/>
                    </a:cubicBezTo>
                    <a:cubicBezTo>
                      <a:pt x="3502" y="545"/>
                      <a:pt x="3502" y="486"/>
                      <a:pt x="3580" y="428"/>
                    </a:cubicBezTo>
                    <a:lnTo>
                      <a:pt x="3774" y="331"/>
                    </a:lnTo>
                    <a:lnTo>
                      <a:pt x="31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1"/>
              <p:cNvSpPr/>
              <p:nvPr/>
            </p:nvSpPr>
            <p:spPr>
              <a:xfrm>
                <a:off x="2357175" y="2494900"/>
                <a:ext cx="112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87" extrusionOk="0">
                    <a:moveTo>
                      <a:pt x="448" y="0"/>
                    </a:moveTo>
                    <a:lnTo>
                      <a:pt x="215" y="156"/>
                    </a:lnTo>
                    <a:lnTo>
                      <a:pt x="59" y="273"/>
                    </a:lnTo>
                    <a:cubicBezTo>
                      <a:pt x="20" y="292"/>
                      <a:pt x="1" y="370"/>
                      <a:pt x="20" y="448"/>
                    </a:cubicBezTo>
                    <a:cubicBezTo>
                      <a:pt x="39" y="487"/>
                      <a:pt x="98" y="487"/>
                      <a:pt x="117" y="487"/>
                    </a:cubicBezTo>
                    <a:cubicBezTo>
                      <a:pt x="137" y="487"/>
                      <a:pt x="156" y="487"/>
                      <a:pt x="156" y="467"/>
                    </a:cubicBezTo>
                    <a:lnTo>
                      <a:pt x="448" y="292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1"/>
              <p:cNvSpPr/>
              <p:nvPr/>
            </p:nvSpPr>
            <p:spPr>
              <a:xfrm>
                <a:off x="1777425" y="1980800"/>
                <a:ext cx="104600" cy="60825"/>
              </a:xfrm>
              <a:custGeom>
                <a:avLst/>
                <a:gdLst/>
                <a:ahLst/>
                <a:cxnLst/>
                <a:rect l="l" t="t" r="r" b="b"/>
                <a:pathLst>
                  <a:path w="4184" h="2433" extrusionOk="0">
                    <a:moveTo>
                      <a:pt x="3969" y="0"/>
                    </a:moveTo>
                    <a:lnTo>
                      <a:pt x="0" y="2277"/>
                    </a:lnTo>
                    <a:cubicBezTo>
                      <a:pt x="39" y="2277"/>
                      <a:pt x="59" y="2296"/>
                      <a:pt x="59" y="2296"/>
                    </a:cubicBezTo>
                    <a:cubicBezTo>
                      <a:pt x="136" y="2335"/>
                      <a:pt x="175" y="2374"/>
                      <a:pt x="234" y="2432"/>
                    </a:cubicBezTo>
                    <a:lnTo>
                      <a:pt x="4183" y="137"/>
                    </a:lnTo>
                    <a:cubicBezTo>
                      <a:pt x="4164" y="137"/>
                      <a:pt x="4144" y="117"/>
                      <a:pt x="4125" y="117"/>
                    </a:cubicBezTo>
                    <a:cubicBezTo>
                      <a:pt x="4066" y="98"/>
                      <a:pt x="4027" y="39"/>
                      <a:pt x="39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1"/>
              <p:cNvSpPr/>
              <p:nvPr/>
            </p:nvSpPr>
            <p:spPr>
              <a:xfrm>
                <a:off x="1873725" y="1959150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17" y="283"/>
                    </a:moveTo>
                    <a:cubicBezTo>
                      <a:pt x="992" y="283"/>
                      <a:pt x="1148" y="302"/>
                      <a:pt x="1265" y="380"/>
                    </a:cubicBezTo>
                    <a:cubicBezTo>
                      <a:pt x="1362" y="419"/>
                      <a:pt x="1401" y="497"/>
                      <a:pt x="1401" y="575"/>
                    </a:cubicBezTo>
                    <a:cubicBezTo>
                      <a:pt x="1401" y="633"/>
                      <a:pt x="1362" y="691"/>
                      <a:pt x="1265" y="769"/>
                    </a:cubicBezTo>
                    <a:cubicBezTo>
                      <a:pt x="1138" y="837"/>
                      <a:pt x="973" y="871"/>
                      <a:pt x="813" y="871"/>
                    </a:cubicBezTo>
                    <a:cubicBezTo>
                      <a:pt x="652" y="871"/>
                      <a:pt x="496" y="837"/>
                      <a:pt x="389" y="769"/>
                    </a:cubicBezTo>
                    <a:cubicBezTo>
                      <a:pt x="292" y="711"/>
                      <a:pt x="234" y="633"/>
                      <a:pt x="234" y="575"/>
                    </a:cubicBezTo>
                    <a:cubicBezTo>
                      <a:pt x="234" y="497"/>
                      <a:pt x="312" y="419"/>
                      <a:pt x="389" y="380"/>
                    </a:cubicBezTo>
                    <a:cubicBezTo>
                      <a:pt x="506" y="302"/>
                      <a:pt x="681" y="283"/>
                      <a:pt x="817" y="283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6"/>
                    </a:cubicBezTo>
                    <a:cubicBezTo>
                      <a:pt x="0" y="633"/>
                      <a:pt x="39" y="730"/>
                      <a:pt x="117" y="808"/>
                    </a:cubicBezTo>
                    <a:cubicBezTo>
                      <a:pt x="175" y="886"/>
                      <a:pt x="214" y="925"/>
                      <a:pt x="273" y="964"/>
                    </a:cubicBezTo>
                    <a:cubicBezTo>
                      <a:pt x="292" y="983"/>
                      <a:pt x="312" y="983"/>
                      <a:pt x="331" y="983"/>
                    </a:cubicBezTo>
                    <a:cubicBezTo>
                      <a:pt x="487" y="1061"/>
                      <a:pt x="662" y="1080"/>
                      <a:pt x="817" y="1080"/>
                    </a:cubicBezTo>
                    <a:cubicBezTo>
                      <a:pt x="1012" y="1080"/>
                      <a:pt x="1245" y="1022"/>
                      <a:pt x="1382" y="925"/>
                    </a:cubicBezTo>
                    <a:cubicBezTo>
                      <a:pt x="1557" y="827"/>
                      <a:pt x="1654" y="691"/>
                      <a:pt x="1654" y="536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1"/>
              <p:cNvSpPr/>
              <p:nvPr/>
            </p:nvSpPr>
            <p:spPr>
              <a:xfrm>
                <a:off x="1745325" y="2034775"/>
                <a:ext cx="408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52" extrusionOk="0">
                    <a:moveTo>
                      <a:pt x="1252" y="704"/>
                    </a:moveTo>
                    <a:lnTo>
                      <a:pt x="1252" y="704"/>
                    </a:lnTo>
                    <a:cubicBezTo>
                      <a:pt x="1239" y="710"/>
                      <a:pt x="1227" y="717"/>
                      <a:pt x="1216" y="726"/>
                    </a:cubicBezTo>
                    <a:lnTo>
                      <a:pt x="1216" y="726"/>
                    </a:lnTo>
                    <a:cubicBezTo>
                      <a:pt x="1219" y="725"/>
                      <a:pt x="1223" y="723"/>
                      <a:pt x="1226" y="721"/>
                    </a:cubicBezTo>
                    <a:cubicBezTo>
                      <a:pt x="1235" y="715"/>
                      <a:pt x="1244" y="710"/>
                      <a:pt x="1252" y="704"/>
                    </a:cubicBezTo>
                    <a:close/>
                    <a:moveTo>
                      <a:pt x="817" y="1"/>
                    </a:moveTo>
                    <a:cubicBezTo>
                      <a:pt x="637" y="1"/>
                      <a:pt x="457" y="40"/>
                      <a:pt x="311" y="118"/>
                    </a:cubicBezTo>
                    <a:cubicBezTo>
                      <a:pt x="370" y="156"/>
                      <a:pt x="389" y="215"/>
                      <a:pt x="350" y="254"/>
                    </a:cubicBezTo>
                    <a:cubicBezTo>
                      <a:pt x="311" y="312"/>
                      <a:pt x="273" y="312"/>
                      <a:pt x="253" y="312"/>
                    </a:cubicBezTo>
                    <a:cubicBezTo>
                      <a:pt x="214" y="312"/>
                      <a:pt x="195" y="312"/>
                      <a:pt x="195" y="293"/>
                    </a:cubicBezTo>
                    <a:lnTo>
                      <a:pt x="117" y="234"/>
                    </a:lnTo>
                    <a:cubicBezTo>
                      <a:pt x="59" y="312"/>
                      <a:pt x="0" y="409"/>
                      <a:pt x="0" y="507"/>
                    </a:cubicBezTo>
                    <a:cubicBezTo>
                      <a:pt x="0" y="662"/>
                      <a:pt x="97" y="798"/>
                      <a:pt x="273" y="896"/>
                    </a:cubicBezTo>
                    <a:cubicBezTo>
                      <a:pt x="448" y="993"/>
                      <a:pt x="642" y="1051"/>
                      <a:pt x="837" y="1051"/>
                    </a:cubicBezTo>
                    <a:cubicBezTo>
                      <a:pt x="992" y="1051"/>
                      <a:pt x="1167" y="993"/>
                      <a:pt x="1323" y="954"/>
                    </a:cubicBezTo>
                    <a:lnTo>
                      <a:pt x="1265" y="915"/>
                    </a:lnTo>
                    <a:cubicBezTo>
                      <a:pt x="1167" y="896"/>
                      <a:pt x="1148" y="818"/>
                      <a:pt x="1187" y="760"/>
                    </a:cubicBezTo>
                    <a:cubicBezTo>
                      <a:pt x="1196" y="747"/>
                      <a:pt x="1205" y="736"/>
                      <a:pt x="1216" y="726"/>
                    </a:cubicBezTo>
                    <a:lnTo>
                      <a:pt x="1216" y="726"/>
                    </a:lnTo>
                    <a:cubicBezTo>
                      <a:pt x="1100" y="791"/>
                      <a:pt x="944" y="823"/>
                      <a:pt x="788" y="823"/>
                    </a:cubicBezTo>
                    <a:cubicBezTo>
                      <a:pt x="628" y="823"/>
                      <a:pt x="467" y="789"/>
                      <a:pt x="350" y="721"/>
                    </a:cubicBezTo>
                    <a:cubicBezTo>
                      <a:pt x="253" y="682"/>
                      <a:pt x="195" y="604"/>
                      <a:pt x="195" y="526"/>
                    </a:cubicBezTo>
                    <a:cubicBezTo>
                      <a:pt x="195" y="448"/>
                      <a:pt x="253" y="409"/>
                      <a:pt x="350" y="332"/>
                    </a:cubicBezTo>
                    <a:cubicBezTo>
                      <a:pt x="467" y="254"/>
                      <a:pt x="642" y="234"/>
                      <a:pt x="778" y="234"/>
                    </a:cubicBezTo>
                    <a:cubicBezTo>
                      <a:pt x="953" y="234"/>
                      <a:pt x="1090" y="273"/>
                      <a:pt x="1226" y="332"/>
                    </a:cubicBezTo>
                    <a:cubicBezTo>
                      <a:pt x="1323" y="390"/>
                      <a:pt x="1362" y="448"/>
                      <a:pt x="1362" y="526"/>
                    </a:cubicBezTo>
                    <a:cubicBezTo>
                      <a:pt x="1362" y="597"/>
                      <a:pt x="1330" y="651"/>
                      <a:pt x="1252" y="704"/>
                    </a:cubicBezTo>
                    <a:lnTo>
                      <a:pt x="1252" y="704"/>
                    </a:lnTo>
                    <a:cubicBezTo>
                      <a:pt x="1268" y="697"/>
                      <a:pt x="1287" y="694"/>
                      <a:pt x="1307" y="694"/>
                    </a:cubicBezTo>
                    <a:cubicBezTo>
                      <a:pt x="1324" y="694"/>
                      <a:pt x="1343" y="696"/>
                      <a:pt x="1362" y="701"/>
                    </a:cubicBezTo>
                    <a:lnTo>
                      <a:pt x="1518" y="798"/>
                    </a:lnTo>
                    <a:cubicBezTo>
                      <a:pt x="1576" y="721"/>
                      <a:pt x="1634" y="623"/>
                      <a:pt x="1634" y="526"/>
                    </a:cubicBezTo>
                    <a:cubicBezTo>
                      <a:pt x="1634" y="429"/>
                      <a:pt x="1576" y="332"/>
                      <a:pt x="1518" y="254"/>
                    </a:cubicBezTo>
                    <a:cubicBezTo>
                      <a:pt x="1459" y="215"/>
                      <a:pt x="1420" y="176"/>
                      <a:pt x="1362" y="137"/>
                    </a:cubicBezTo>
                    <a:cubicBezTo>
                      <a:pt x="1343" y="137"/>
                      <a:pt x="1323" y="118"/>
                      <a:pt x="1323" y="118"/>
                    </a:cubicBezTo>
                    <a:cubicBezTo>
                      <a:pt x="1177" y="40"/>
                      <a:pt x="997" y="1"/>
                      <a:pt x="8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1"/>
              <p:cNvSpPr/>
              <p:nvPr/>
            </p:nvSpPr>
            <p:spPr>
              <a:xfrm>
                <a:off x="1774500" y="2052500"/>
                <a:ext cx="594850" cy="348075"/>
              </a:xfrm>
              <a:custGeom>
                <a:avLst/>
                <a:gdLst/>
                <a:ahLst/>
                <a:cxnLst/>
                <a:rect l="l" t="t" r="r" b="b"/>
                <a:pathLst>
                  <a:path w="23794" h="13923" extrusionOk="0">
                    <a:moveTo>
                      <a:pt x="145" y="1"/>
                    </a:moveTo>
                    <a:cubicBezTo>
                      <a:pt x="106" y="1"/>
                      <a:pt x="59" y="18"/>
                      <a:pt x="20" y="70"/>
                    </a:cubicBezTo>
                    <a:cubicBezTo>
                      <a:pt x="0" y="109"/>
                      <a:pt x="0" y="187"/>
                      <a:pt x="78" y="226"/>
                    </a:cubicBezTo>
                    <a:lnTo>
                      <a:pt x="117" y="265"/>
                    </a:lnTo>
                    <a:lnTo>
                      <a:pt x="23794" y="13922"/>
                    </a:lnTo>
                    <a:lnTo>
                      <a:pt x="23794" y="13630"/>
                    </a:lnTo>
                    <a:lnTo>
                      <a:pt x="351" y="89"/>
                    </a:lnTo>
                    <a:lnTo>
                      <a:pt x="195" y="12"/>
                    </a:lnTo>
                    <a:cubicBezTo>
                      <a:pt x="182" y="5"/>
                      <a:pt x="165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1"/>
              <p:cNvSpPr/>
              <p:nvPr/>
            </p:nvSpPr>
            <p:spPr>
              <a:xfrm>
                <a:off x="1650475" y="1981775"/>
                <a:ext cx="389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96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1323" y="895"/>
                    </a:lnTo>
                    <a:lnTo>
                      <a:pt x="1557" y="759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1"/>
              <p:cNvSpPr/>
              <p:nvPr/>
            </p:nvSpPr>
            <p:spPr>
              <a:xfrm>
                <a:off x="1689375" y="2005125"/>
                <a:ext cx="64725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2589" h="1518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2316" y="1479"/>
                    </a:lnTo>
                    <a:lnTo>
                      <a:pt x="2394" y="1518"/>
                    </a:lnTo>
                    <a:cubicBezTo>
                      <a:pt x="2413" y="1498"/>
                      <a:pt x="2433" y="1498"/>
                      <a:pt x="2452" y="1498"/>
                    </a:cubicBezTo>
                    <a:cubicBezTo>
                      <a:pt x="2511" y="1498"/>
                      <a:pt x="2530" y="1479"/>
                      <a:pt x="2549" y="1459"/>
                    </a:cubicBezTo>
                    <a:cubicBezTo>
                      <a:pt x="2588" y="1401"/>
                      <a:pt x="2588" y="1323"/>
                      <a:pt x="2530" y="1304"/>
                    </a:cubicBezTo>
                    <a:lnTo>
                      <a:pt x="2511" y="1304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1"/>
              <p:cNvSpPr/>
              <p:nvPr/>
            </p:nvSpPr>
            <p:spPr>
              <a:xfrm>
                <a:off x="1510875" y="1900550"/>
                <a:ext cx="323475" cy="188250"/>
              </a:xfrm>
              <a:custGeom>
                <a:avLst/>
                <a:gdLst/>
                <a:ahLst/>
                <a:cxnLst/>
                <a:rect l="l" t="t" r="r" b="b"/>
                <a:pathLst>
                  <a:path w="12939" h="7530" extrusionOk="0">
                    <a:moveTo>
                      <a:pt x="11499" y="0"/>
                    </a:moveTo>
                    <a:lnTo>
                      <a:pt x="11246" y="136"/>
                    </a:lnTo>
                    <a:lnTo>
                      <a:pt x="12569" y="895"/>
                    </a:lnTo>
                    <a:lnTo>
                      <a:pt x="9923" y="2432"/>
                    </a:lnTo>
                    <a:cubicBezTo>
                      <a:pt x="9962" y="2452"/>
                      <a:pt x="9981" y="2529"/>
                      <a:pt x="9962" y="2588"/>
                    </a:cubicBezTo>
                    <a:cubicBezTo>
                      <a:pt x="9942" y="2646"/>
                      <a:pt x="9884" y="2646"/>
                      <a:pt x="9865" y="2646"/>
                    </a:cubicBezTo>
                    <a:cubicBezTo>
                      <a:pt x="9845" y="2646"/>
                      <a:pt x="9826" y="2646"/>
                      <a:pt x="9826" y="2627"/>
                    </a:cubicBezTo>
                    <a:lnTo>
                      <a:pt x="9689" y="2549"/>
                    </a:lnTo>
                    <a:lnTo>
                      <a:pt x="7160" y="4008"/>
                    </a:lnTo>
                    <a:lnTo>
                      <a:pt x="6927" y="4144"/>
                    </a:lnTo>
                    <a:lnTo>
                      <a:pt x="4339" y="5642"/>
                    </a:lnTo>
                    <a:cubicBezTo>
                      <a:pt x="4398" y="5662"/>
                      <a:pt x="4417" y="5739"/>
                      <a:pt x="4398" y="5798"/>
                    </a:cubicBezTo>
                    <a:cubicBezTo>
                      <a:pt x="4378" y="5856"/>
                      <a:pt x="4320" y="5856"/>
                      <a:pt x="4300" y="5856"/>
                    </a:cubicBezTo>
                    <a:cubicBezTo>
                      <a:pt x="4281" y="5856"/>
                      <a:pt x="4242" y="5856"/>
                      <a:pt x="4242" y="5837"/>
                    </a:cubicBezTo>
                    <a:lnTo>
                      <a:pt x="4125" y="5759"/>
                    </a:lnTo>
                    <a:lnTo>
                      <a:pt x="1557" y="7238"/>
                    </a:lnTo>
                    <a:lnTo>
                      <a:pt x="234" y="6479"/>
                    </a:lnTo>
                    <a:lnTo>
                      <a:pt x="1" y="6634"/>
                    </a:lnTo>
                    <a:lnTo>
                      <a:pt x="1499" y="7510"/>
                    </a:lnTo>
                    <a:cubicBezTo>
                      <a:pt x="1518" y="7510"/>
                      <a:pt x="1557" y="7529"/>
                      <a:pt x="1557" y="7529"/>
                    </a:cubicBezTo>
                    <a:cubicBezTo>
                      <a:pt x="1577" y="7529"/>
                      <a:pt x="1596" y="7529"/>
                      <a:pt x="1596" y="7510"/>
                    </a:cubicBezTo>
                    <a:lnTo>
                      <a:pt x="7160" y="4300"/>
                    </a:lnTo>
                    <a:lnTo>
                      <a:pt x="7413" y="4144"/>
                    </a:lnTo>
                    <a:lnTo>
                      <a:pt x="12880" y="992"/>
                    </a:lnTo>
                    <a:cubicBezTo>
                      <a:pt x="12938" y="954"/>
                      <a:pt x="12938" y="915"/>
                      <a:pt x="12938" y="895"/>
                    </a:cubicBezTo>
                    <a:cubicBezTo>
                      <a:pt x="12938" y="876"/>
                      <a:pt x="12900" y="817"/>
                      <a:pt x="12880" y="798"/>
                    </a:cubicBezTo>
                    <a:lnTo>
                      <a:pt x="114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1"/>
              <p:cNvSpPr/>
              <p:nvPr/>
            </p:nvSpPr>
            <p:spPr>
              <a:xfrm>
                <a:off x="1720025" y="1941875"/>
                <a:ext cx="404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974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04" y="896"/>
                    </a:lnTo>
                    <a:lnTo>
                      <a:pt x="1421" y="974"/>
                    </a:lnTo>
                    <a:lnTo>
                      <a:pt x="1499" y="974"/>
                    </a:lnTo>
                    <a:cubicBezTo>
                      <a:pt x="1557" y="974"/>
                      <a:pt x="1576" y="935"/>
                      <a:pt x="1596" y="915"/>
                    </a:cubicBezTo>
                    <a:cubicBezTo>
                      <a:pt x="1615" y="876"/>
                      <a:pt x="1615" y="799"/>
                      <a:pt x="1557" y="740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1"/>
              <p:cNvSpPr/>
              <p:nvPr/>
            </p:nvSpPr>
            <p:spPr>
              <a:xfrm>
                <a:off x="1579950" y="2022625"/>
                <a:ext cx="408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974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1323" y="895"/>
                    </a:lnTo>
                    <a:lnTo>
                      <a:pt x="1440" y="973"/>
                    </a:lnTo>
                    <a:lnTo>
                      <a:pt x="1518" y="973"/>
                    </a:lnTo>
                    <a:cubicBezTo>
                      <a:pt x="1557" y="973"/>
                      <a:pt x="1576" y="934"/>
                      <a:pt x="1615" y="915"/>
                    </a:cubicBezTo>
                    <a:cubicBezTo>
                      <a:pt x="1635" y="876"/>
                      <a:pt x="1635" y="798"/>
                      <a:pt x="1557" y="75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1"/>
              <p:cNvSpPr/>
              <p:nvPr/>
            </p:nvSpPr>
            <p:spPr>
              <a:xfrm>
                <a:off x="1620325" y="1799875"/>
                <a:ext cx="1911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7647" h="4436" extrusionOk="0">
                    <a:moveTo>
                      <a:pt x="1304" y="0"/>
                    </a:moveTo>
                    <a:lnTo>
                      <a:pt x="0" y="759"/>
                    </a:lnTo>
                    <a:lnTo>
                      <a:pt x="6362" y="4436"/>
                    </a:lnTo>
                    <a:lnTo>
                      <a:pt x="6868" y="4144"/>
                    </a:lnTo>
                    <a:lnTo>
                      <a:pt x="7121" y="3988"/>
                    </a:lnTo>
                    <a:lnTo>
                      <a:pt x="7646" y="3677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1"/>
              <p:cNvSpPr/>
              <p:nvPr/>
            </p:nvSpPr>
            <p:spPr>
              <a:xfrm>
                <a:off x="1547850" y="1842175"/>
                <a:ext cx="192150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17" extrusionOk="0">
                    <a:moveTo>
                      <a:pt x="1304" y="1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888" y="4125"/>
                    </a:lnTo>
                    <a:lnTo>
                      <a:pt x="7121" y="3989"/>
                    </a:lnTo>
                    <a:lnTo>
                      <a:pt x="7685" y="365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1"/>
              <p:cNvSpPr/>
              <p:nvPr/>
            </p:nvSpPr>
            <p:spPr>
              <a:xfrm>
                <a:off x="1408750" y="1922425"/>
                <a:ext cx="191175" cy="110450"/>
              </a:xfrm>
              <a:custGeom>
                <a:avLst/>
                <a:gdLst/>
                <a:ahLst/>
                <a:cxnLst/>
                <a:rect l="l" t="t" r="r" b="b"/>
                <a:pathLst>
                  <a:path w="7647" h="4418" extrusionOk="0">
                    <a:moveTo>
                      <a:pt x="1304" y="1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848" y="4125"/>
                    </a:lnTo>
                    <a:lnTo>
                      <a:pt x="7101" y="4008"/>
                    </a:lnTo>
                    <a:lnTo>
                      <a:pt x="7646" y="365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1"/>
              <p:cNvSpPr/>
              <p:nvPr/>
            </p:nvSpPr>
            <p:spPr>
              <a:xfrm>
                <a:off x="1336275" y="1963775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0"/>
                    </a:moveTo>
                    <a:lnTo>
                      <a:pt x="1" y="740"/>
                    </a:lnTo>
                    <a:lnTo>
                      <a:pt x="6362" y="4436"/>
                    </a:lnTo>
                    <a:lnTo>
                      <a:pt x="6927" y="4125"/>
                    </a:lnTo>
                    <a:lnTo>
                      <a:pt x="7179" y="3989"/>
                    </a:lnTo>
                    <a:lnTo>
                      <a:pt x="7685" y="3697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1"/>
              <p:cNvSpPr/>
              <p:nvPr/>
            </p:nvSpPr>
            <p:spPr>
              <a:xfrm>
                <a:off x="1478300" y="1882050"/>
                <a:ext cx="1916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66" h="4437" extrusionOk="0">
                    <a:moveTo>
                      <a:pt x="1323" y="1"/>
                    </a:moveTo>
                    <a:lnTo>
                      <a:pt x="0" y="760"/>
                    </a:lnTo>
                    <a:lnTo>
                      <a:pt x="6382" y="4437"/>
                    </a:lnTo>
                    <a:lnTo>
                      <a:pt x="6887" y="4125"/>
                    </a:lnTo>
                    <a:lnTo>
                      <a:pt x="7140" y="3989"/>
                    </a:lnTo>
                    <a:lnTo>
                      <a:pt x="7666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1"/>
              <p:cNvSpPr/>
              <p:nvPr/>
            </p:nvSpPr>
            <p:spPr>
              <a:xfrm>
                <a:off x="2162625" y="2011175"/>
                <a:ext cx="37975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824" extrusionOk="0">
                    <a:moveTo>
                      <a:pt x="785" y="1"/>
                    </a:moveTo>
                    <a:cubicBezTo>
                      <a:pt x="640" y="1"/>
                      <a:pt x="495" y="25"/>
                      <a:pt x="370" y="69"/>
                    </a:cubicBezTo>
                    <a:cubicBezTo>
                      <a:pt x="331" y="89"/>
                      <a:pt x="292" y="89"/>
                      <a:pt x="234" y="108"/>
                    </a:cubicBezTo>
                    <a:cubicBezTo>
                      <a:pt x="234" y="147"/>
                      <a:pt x="215" y="167"/>
                      <a:pt x="156" y="186"/>
                    </a:cubicBezTo>
                    <a:cubicBezTo>
                      <a:pt x="1" y="361"/>
                      <a:pt x="39" y="556"/>
                      <a:pt x="253" y="692"/>
                    </a:cubicBezTo>
                    <a:cubicBezTo>
                      <a:pt x="390" y="779"/>
                      <a:pt x="574" y="823"/>
                      <a:pt x="759" y="823"/>
                    </a:cubicBezTo>
                    <a:cubicBezTo>
                      <a:pt x="944" y="823"/>
                      <a:pt x="1129" y="779"/>
                      <a:pt x="1265" y="692"/>
                    </a:cubicBezTo>
                    <a:cubicBezTo>
                      <a:pt x="1518" y="536"/>
                      <a:pt x="1518" y="283"/>
                      <a:pt x="1265" y="108"/>
                    </a:cubicBezTo>
                    <a:cubicBezTo>
                      <a:pt x="1128" y="34"/>
                      <a:pt x="957" y="1"/>
                      <a:pt x="7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1"/>
              <p:cNvSpPr/>
              <p:nvPr/>
            </p:nvSpPr>
            <p:spPr>
              <a:xfrm>
                <a:off x="2191800" y="1994150"/>
                <a:ext cx="38950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824" extrusionOk="0">
                    <a:moveTo>
                      <a:pt x="816" y="1"/>
                    </a:moveTo>
                    <a:cubicBezTo>
                      <a:pt x="675" y="1"/>
                      <a:pt x="534" y="25"/>
                      <a:pt x="409" y="69"/>
                    </a:cubicBezTo>
                    <a:cubicBezTo>
                      <a:pt x="351" y="89"/>
                      <a:pt x="312" y="89"/>
                      <a:pt x="254" y="108"/>
                    </a:cubicBezTo>
                    <a:cubicBezTo>
                      <a:pt x="215" y="147"/>
                      <a:pt x="176" y="167"/>
                      <a:pt x="156" y="186"/>
                    </a:cubicBezTo>
                    <a:cubicBezTo>
                      <a:pt x="1" y="361"/>
                      <a:pt x="40" y="556"/>
                      <a:pt x="254" y="692"/>
                    </a:cubicBezTo>
                    <a:cubicBezTo>
                      <a:pt x="390" y="780"/>
                      <a:pt x="575" y="823"/>
                      <a:pt x="760" y="823"/>
                    </a:cubicBezTo>
                    <a:cubicBezTo>
                      <a:pt x="944" y="823"/>
                      <a:pt x="1129" y="780"/>
                      <a:pt x="1265" y="692"/>
                    </a:cubicBezTo>
                    <a:cubicBezTo>
                      <a:pt x="1557" y="556"/>
                      <a:pt x="1557" y="283"/>
                      <a:pt x="1285" y="108"/>
                    </a:cubicBezTo>
                    <a:cubicBezTo>
                      <a:pt x="1148" y="35"/>
                      <a:pt x="982" y="1"/>
                      <a:pt x="8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1"/>
              <p:cNvSpPr/>
              <p:nvPr/>
            </p:nvSpPr>
            <p:spPr>
              <a:xfrm>
                <a:off x="2220025" y="1977675"/>
                <a:ext cx="389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26" extrusionOk="0">
                    <a:moveTo>
                      <a:pt x="811" y="0"/>
                    </a:moveTo>
                    <a:cubicBezTo>
                      <a:pt x="674" y="0"/>
                      <a:pt x="540" y="24"/>
                      <a:pt x="428" y="67"/>
                    </a:cubicBezTo>
                    <a:cubicBezTo>
                      <a:pt x="370" y="86"/>
                      <a:pt x="331" y="86"/>
                      <a:pt x="273" y="125"/>
                    </a:cubicBezTo>
                    <a:cubicBezTo>
                      <a:pt x="214" y="145"/>
                      <a:pt x="195" y="164"/>
                      <a:pt x="175" y="184"/>
                    </a:cubicBezTo>
                    <a:cubicBezTo>
                      <a:pt x="0" y="359"/>
                      <a:pt x="59" y="553"/>
                      <a:pt x="273" y="709"/>
                    </a:cubicBezTo>
                    <a:cubicBezTo>
                      <a:pt x="409" y="787"/>
                      <a:pt x="589" y="826"/>
                      <a:pt x="769" y="826"/>
                    </a:cubicBezTo>
                    <a:cubicBezTo>
                      <a:pt x="949" y="826"/>
                      <a:pt x="1129" y="787"/>
                      <a:pt x="1265" y="709"/>
                    </a:cubicBezTo>
                    <a:cubicBezTo>
                      <a:pt x="1557" y="534"/>
                      <a:pt x="1557" y="262"/>
                      <a:pt x="1304" y="125"/>
                    </a:cubicBezTo>
                    <a:cubicBezTo>
                      <a:pt x="1162" y="38"/>
                      <a:pt x="985" y="0"/>
                      <a:pt x="8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1"/>
              <p:cNvSpPr/>
              <p:nvPr/>
            </p:nvSpPr>
            <p:spPr>
              <a:xfrm>
                <a:off x="2248725" y="1961125"/>
                <a:ext cx="39400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41" extrusionOk="0">
                    <a:moveTo>
                      <a:pt x="806" y="1"/>
                    </a:moveTo>
                    <a:cubicBezTo>
                      <a:pt x="668" y="1"/>
                      <a:pt x="529" y="25"/>
                      <a:pt x="409" y="67"/>
                    </a:cubicBezTo>
                    <a:cubicBezTo>
                      <a:pt x="370" y="106"/>
                      <a:pt x="311" y="106"/>
                      <a:pt x="272" y="126"/>
                    </a:cubicBezTo>
                    <a:cubicBezTo>
                      <a:pt x="214" y="145"/>
                      <a:pt x="195" y="165"/>
                      <a:pt x="175" y="204"/>
                    </a:cubicBezTo>
                    <a:cubicBezTo>
                      <a:pt x="0" y="359"/>
                      <a:pt x="39" y="554"/>
                      <a:pt x="272" y="710"/>
                    </a:cubicBezTo>
                    <a:cubicBezTo>
                      <a:pt x="399" y="797"/>
                      <a:pt x="579" y="841"/>
                      <a:pt x="761" y="841"/>
                    </a:cubicBezTo>
                    <a:cubicBezTo>
                      <a:pt x="944" y="841"/>
                      <a:pt x="1128" y="797"/>
                      <a:pt x="1265" y="710"/>
                    </a:cubicBezTo>
                    <a:cubicBezTo>
                      <a:pt x="1537" y="534"/>
                      <a:pt x="1576" y="262"/>
                      <a:pt x="1284" y="126"/>
                    </a:cubicBezTo>
                    <a:cubicBezTo>
                      <a:pt x="1154" y="39"/>
                      <a:pt x="981" y="1"/>
                      <a:pt x="8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1"/>
              <p:cNvSpPr/>
              <p:nvPr/>
            </p:nvSpPr>
            <p:spPr>
              <a:xfrm>
                <a:off x="2277900" y="1944100"/>
                <a:ext cx="38450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841" extrusionOk="0">
                    <a:moveTo>
                      <a:pt x="787" y="1"/>
                    </a:moveTo>
                    <a:cubicBezTo>
                      <a:pt x="649" y="1"/>
                      <a:pt x="510" y="25"/>
                      <a:pt x="389" y="68"/>
                    </a:cubicBezTo>
                    <a:cubicBezTo>
                      <a:pt x="331" y="106"/>
                      <a:pt x="292" y="106"/>
                      <a:pt x="234" y="126"/>
                    </a:cubicBezTo>
                    <a:lnTo>
                      <a:pt x="175" y="184"/>
                    </a:lnTo>
                    <a:cubicBezTo>
                      <a:pt x="0" y="359"/>
                      <a:pt x="59" y="554"/>
                      <a:pt x="273" y="710"/>
                    </a:cubicBezTo>
                    <a:cubicBezTo>
                      <a:pt x="409" y="797"/>
                      <a:pt x="589" y="841"/>
                      <a:pt x="769" y="841"/>
                    </a:cubicBezTo>
                    <a:cubicBezTo>
                      <a:pt x="949" y="841"/>
                      <a:pt x="1129" y="797"/>
                      <a:pt x="1265" y="710"/>
                    </a:cubicBezTo>
                    <a:cubicBezTo>
                      <a:pt x="1537" y="534"/>
                      <a:pt x="1537" y="301"/>
                      <a:pt x="1265" y="126"/>
                    </a:cubicBezTo>
                    <a:cubicBezTo>
                      <a:pt x="1135" y="39"/>
                      <a:pt x="962" y="1"/>
                      <a:pt x="7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1"/>
              <p:cNvSpPr/>
              <p:nvPr/>
            </p:nvSpPr>
            <p:spPr>
              <a:xfrm>
                <a:off x="2173825" y="184897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56" y="254"/>
                    </a:moveTo>
                    <a:cubicBezTo>
                      <a:pt x="1012" y="254"/>
                      <a:pt x="1167" y="273"/>
                      <a:pt x="1303" y="351"/>
                    </a:cubicBezTo>
                    <a:cubicBezTo>
                      <a:pt x="1381" y="390"/>
                      <a:pt x="1440" y="468"/>
                      <a:pt x="1440" y="546"/>
                    </a:cubicBezTo>
                    <a:cubicBezTo>
                      <a:pt x="1440" y="624"/>
                      <a:pt x="1401" y="662"/>
                      <a:pt x="1303" y="740"/>
                    </a:cubicBezTo>
                    <a:cubicBezTo>
                      <a:pt x="1177" y="818"/>
                      <a:pt x="1012" y="857"/>
                      <a:pt x="849" y="857"/>
                    </a:cubicBezTo>
                    <a:cubicBezTo>
                      <a:pt x="686" y="857"/>
                      <a:pt x="525" y="818"/>
                      <a:pt x="409" y="740"/>
                    </a:cubicBezTo>
                    <a:cubicBezTo>
                      <a:pt x="331" y="701"/>
                      <a:pt x="272" y="624"/>
                      <a:pt x="272" y="546"/>
                    </a:cubicBezTo>
                    <a:cubicBezTo>
                      <a:pt x="272" y="468"/>
                      <a:pt x="311" y="429"/>
                      <a:pt x="409" y="351"/>
                    </a:cubicBezTo>
                    <a:cubicBezTo>
                      <a:pt x="545" y="273"/>
                      <a:pt x="700" y="254"/>
                      <a:pt x="856" y="254"/>
                    </a:cubicBezTo>
                    <a:close/>
                    <a:moveTo>
                      <a:pt x="837" y="1"/>
                    </a:moveTo>
                    <a:cubicBezTo>
                      <a:pt x="657" y="1"/>
                      <a:pt x="477" y="34"/>
                      <a:pt x="331" y="98"/>
                    </a:cubicBezTo>
                    <a:cubicBezTo>
                      <a:pt x="292" y="98"/>
                      <a:pt x="272" y="137"/>
                      <a:pt x="253" y="137"/>
                    </a:cubicBezTo>
                    <a:cubicBezTo>
                      <a:pt x="233" y="176"/>
                      <a:pt x="175" y="234"/>
                      <a:pt x="117" y="254"/>
                    </a:cubicBezTo>
                    <a:cubicBezTo>
                      <a:pt x="58" y="332"/>
                      <a:pt x="0" y="429"/>
                      <a:pt x="0" y="526"/>
                    </a:cubicBezTo>
                    <a:cubicBezTo>
                      <a:pt x="0" y="662"/>
                      <a:pt x="97" y="818"/>
                      <a:pt x="272" y="915"/>
                    </a:cubicBezTo>
                    <a:cubicBezTo>
                      <a:pt x="447" y="1013"/>
                      <a:pt x="642" y="1052"/>
                      <a:pt x="837" y="1052"/>
                    </a:cubicBezTo>
                    <a:cubicBezTo>
                      <a:pt x="1031" y="1052"/>
                      <a:pt x="1245" y="1013"/>
                      <a:pt x="1401" y="915"/>
                    </a:cubicBezTo>
                    <a:cubicBezTo>
                      <a:pt x="1556" y="818"/>
                      <a:pt x="1654" y="662"/>
                      <a:pt x="1654" y="526"/>
                    </a:cubicBezTo>
                    <a:cubicBezTo>
                      <a:pt x="1654" y="371"/>
                      <a:pt x="1556" y="234"/>
                      <a:pt x="1401" y="137"/>
                    </a:cubicBezTo>
                    <a:cubicBezTo>
                      <a:pt x="1246" y="44"/>
                      <a:pt x="1041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1"/>
              <p:cNvSpPr/>
              <p:nvPr/>
            </p:nvSpPr>
            <p:spPr>
              <a:xfrm>
                <a:off x="2345500" y="1914150"/>
                <a:ext cx="23850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072" extrusionOk="0">
                    <a:moveTo>
                      <a:pt x="954" y="1"/>
                    </a:moveTo>
                    <a:cubicBezTo>
                      <a:pt x="720" y="1"/>
                      <a:pt x="506" y="40"/>
                      <a:pt x="331" y="137"/>
                    </a:cubicBezTo>
                    <a:cubicBezTo>
                      <a:pt x="312" y="137"/>
                      <a:pt x="292" y="157"/>
                      <a:pt x="273" y="157"/>
                    </a:cubicBezTo>
                    <a:cubicBezTo>
                      <a:pt x="195" y="176"/>
                      <a:pt x="137" y="234"/>
                      <a:pt x="117" y="273"/>
                    </a:cubicBezTo>
                    <a:cubicBezTo>
                      <a:pt x="40" y="351"/>
                      <a:pt x="1" y="448"/>
                      <a:pt x="1" y="546"/>
                    </a:cubicBezTo>
                    <a:cubicBezTo>
                      <a:pt x="1" y="682"/>
                      <a:pt x="98" y="838"/>
                      <a:pt x="273" y="935"/>
                    </a:cubicBezTo>
                    <a:cubicBezTo>
                      <a:pt x="429" y="1032"/>
                      <a:pt x="623" y="1071"/>
                      <a:pt x="818" y="1071"/>
                    </a:cubicBezTo>
                    <a:lnTo>
                      <a:pt x="954" y="1071"/>
                    </a:lnTo>
                    <a:lnTo>
                      <a:pt x="954" y="838"/>
                    </a:lnTo>
                    <a:cubicBezTo>
                      <a:pt x="910" y="842"/>
                      <a:pt x="864" y="844"/>
                      <a:pt x="818" y="844"/>
                    </a:cubicBezTo>
                    <a:cubicBezTo>
                      <a:pt x="659" y="844"/>
                      <a:pt x="495" y="816"/>
                      <a:pt x="390" y="740"/>
                    </a:cubicBezTo>
                    <a:cubicBezTo>
                      <a:pt x="292" y="682"/>
                      <a:pt x="234" y="624"/>
                      <a:pt x="234" y="546"/>
                    </a:cubicBezTo>
                    <a:cubicBezTo>
                      <a:pt x="234" y="468"/>
                      <a:pt x="292" y="429"/>
                      <a:pt x="390" y="351"/>
                    </a:cubicBezTo>
                    <a:cubicBezTo>
                      <a:pt x="506" y="273"/>
                      <a:pt x="682" y="254"/>
                      <a:pt x="818" y="254"/>
                    </a:cubicBezTo>
                    <a:lnTo>
                      <a:pt x="954" y="254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1"/>
              <p:cNvSpPr/>
              <p:nvPr/>
            </p:nvSpPr>
            <p:spPr>
              <a:xfrm>
                <a:off x="697175" y="1784300"/>
                <a:ext cx="165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071" extrusionOk="0">
                    <a:moveTo>
                      <a:pt x="1" y="1"/>
                    </a:moveTo>
                    <a:lnTo>
                      <a:pt x="1" y="234"/>
                    </a:lnTo>
                    <a:cubicBezTo>
                      <a:pt x="98" y="273"/>
                      <a:pt x="195" y="292"/>
                      <a:pt x="273" y="331"/>
                    </a:cubicBezTo>
                    <a:cubicBezTo>
                      <a:pt x="370" y="390"/>
                      <a:pt x="409" y="467"/>
                      <a:pt x="409" y="526"/>
                    </a:cubicBezTo>
                    <a:cubicBezTo>
                      <a:pt x="409" y="604"/>
                      <a:pt x="370" y="662"/>
                      <a:pt x="273" y="720"/>
                    </a:cubicBezTo>
                    <a:cubicBezTo>
                      <a:pt x="195" y="779"/>
                      <a:pt x="98" y="798"/>
                      <a:pt x="1" y="818"/>
                    </a:cubicBezTo>
                    <a:lnTo>
                      <a:pt x="1" y="1071"/>
                    </a:lnTo>
                    <a:cubicBezTo>
                      <a:pt x="156" y="1032"/>
                      <a:pt x="273" y="1012"/>
                      <a:pt x="390" y="954"/>
                    </a:cubicBezTo>
                    <a:cubicBezTo>
                      <a:pt x="565" y="818"/>
                      <a:pt x="662" y="681"/>
                      <a:pt x="662" y="526"/>
                    </a:cubicBezTo>
                    <a:cubicBezTo>
                      <a:pt x="662" y="429"/>
                      <a:pt x="604" y="331"/>
                      <a:pt x="545" y="234"/>
                    </a:cubicBezTo>
                    <a:cubicBezTo>
                      <a:pt x="487" y="195"/>
                      <a:pt x="448" y="176"/>
                      <a:pt x="390" y="117"/>
                    </a:cubicBezTo>
                    <a:cubicBezTo>
                      <a:pt x="370" y="98"/>
                      <a:pt x="351" y="98"/>
                      <a:pt x="312" y="98"/>
                    </a:cubicBezTo>
                    <a:cubicBezTo>
                      <a:pt x="215" y="39"/>
                      <a:pt x="117" y="2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1"/>
              <p:cNvSpPr/>
              <p:nvPr/>
            </p:nvSpPr>
            <p:spPr>
              <a:xfrm>
                <a:off x="894150" y="1688775"/>
                <a:ext cx="413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98" extrusionOk="0">
                    <a:moveTo>
                      <a:pt x="838" y="261"/>
                    </a:moveTo>
                    <a:cubicBezTo>
                      <a:pt x="993" y="261"/>
                      <a:pt x="1149" y="300"/>
                      <a:pt x="1266" y="359"/>
                    </a:cubicBezTo>
                    <a:cubicBezTo>
                      <a:pt x="1363" y="417"/>
                      <a:pt x="1402" y="495"/>
                      <a:pt x="1402" y="553"/>
                    </a:cubicBezTo>
                    <a:cubicBezTo>
                      <a:pt x="1402" y="631"/>
                      <a:pt x="1363" y="689"/>
                      <a:pt x="1266" y="748"/>
                    </a:cubicBezTo>
                    <a:cubicBezTo>
                      <a:pt x="1139" y="825"/>
                      <a:pt x="974" y="864"/>
                      <a:pt x="813" y="864"/>
                    </a:cubicBezTo>
                    <a:cubicBezTo>
                      <a:pt x="653" y="864"/>
                      <a:pt x="497" y="825"/>
                      <a:pt x="390" y="748"/>
                    </a:cubicBezTo>
                    <a:cubicBezTo>
                      <a:pt x="293" y="709"/>
                      <a:pt x="254" y="631"/>
                      <a:pt x="254" y="553"/>
                    </a:cubicBezTo>
                    <a:cubicBezTo>
                      <a:pt x="254" y="495"/>
                      <a:pt x="293" y="417"/>
                      <a:pt x="390" y="359"/>
                    </a:cubicBezTo>
                    <a:cubicBezTo>
                      <a:pt x="507" y="300"/>
                      <a:pt x="682" y="261"/>
                      <a:pt x="838" y="261"/>
                    </a:cubicBezTo>
                    <a:close/>
                    <a:moveTo>
                      <a:pt x="833" y="0"/>
                    </a:moveTo>
                    <a:cubicBezTo>
                      <a:pt x="631" y="0"/>
                      <a:pt x="432" y="49"/>
                      <a:pt x="273" y="145"/>
                    </a:cubicBezTo>
                    <a:cubicBezTo>
                      <a:pt x="98" y="242"/>
                      <a:pt x="1" y="397"/>
                      <a:pt x="1" y="534"/>
                    </a:cubicBezTo>
                    <a:cubicBezTo>
                      <a:pt x="1" y="709"/>
                      <a:pt x="98" y="825"/>
                      <a:pt x="273" y="942"/>
                    </a:cubicBezTo>
                    <a:cubicBezTo>
                      <a:pt x="448" y="1039"/>
                      <a:pt x="643" y="1098"/>
                      <a:pt x="838" y="1098"/>
                    </a:cubicBezTo>
                    <a:cubicBezTo>
                      <a:pt x="1013" y="1098"/>
                      <a:pt x="1246" y="1039"/>
                      <a:pt x="1382" y="942"/>
                    </a:cubicBezTo>
                    <a:cubicBezTo>
                      <a:pt x="1557" y="845"/>
                      <a:pt x="1655" y="709"/>
                      <a:pt x="1655" y="553"/>
                    </a:cubicBezTo>
                    <a:cubicBezTo>
                      <a:pt x="1655" y="456"/>
                      <a:pt x="1596" y="359"/>
                      <a:pt x="1538" y="261"/>
                    </a:cubicBezTo>
                    <a:cubicBezTo>
                      <a:pt x="1480" y="222"/>
                      <a:pt x="1441" y="203"/>
                      <a:pt x="1382" y="145"/>
                    </a:cubicBezTo>
                    <a:cubicBezTo>
                      <a:pt x="1363" y="125"/>
                      <a:pt x="1343" y="125"/>
                      <a:pt x="1324" y="106"/>
                    </a:cubicBezTo>
                    <a:cubicBezTo>
                      <a:pt x="1173" y="35"/>
                      <a:pt x="1002" y="0"/>
                      <a:pt x="8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1"/>
              <p:cNvSpPr/>
              <p:nvPr/>
            </p:nvSpPr>
            <p:spPr>
              <a:xfrm>
                <a:off x="849425" y="15820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37" y="232"/>
                    </a:moveTo>
                    <a:cubicBezTo>
                      <a:pt x="1012" y="232"/>
                      <a:pt x="1167" y="251"/>
                      <a:pt x="1284" y="329"/>
                    </a:cubicBezTo>
                    <a:cubicBezTo>
                      <a:pt x="1381" y="368"/>
                      <a:pt x="1420" y="446"/>
                      <a:pt x="1420" y="524"/>
                    </a:cubicBezTo>
                    <a:cubicBezTo>
                      <a:pt x="1420" y="601"/>
                      <a:pt x="1381" y="640"/>
                      <a:pt x="1284" y="718"/>
                    </a:cubicBezTo>
                    <a:cubicBezTo>
                      <a:pt x="1158" y="796"/>
                      <a:pt x="992" y="835"/>
                      <a:pt x="832" y="835"/>
                    </a:cubicBezTo>
                    <a:cubicBezTo>
                      <a:pt x="671" y="835"/>
                      <a:pt x="516" y="796"/>
                      <a:pt x="409" y="718"/>
                    </a:cubicBezTo>
                    <a:cubicBezTo>
                      <a:pt x="311" y="679"/>
                      <a:pt x="253" y="601"/>
                      <a:pt x="253" y="524"/>
                    </a:cubicBezTo>
                    <a:cubicBezTo>
                      <a:pt x="253" y="446"/>
                      <a:pt x="311" y="407"/>
                      <a:pt x="409" y="329"/>
                    </a:cubicBezTo>
                    <a:cubicBezTo>
                      <a:pt x="525" y="251"/>
                      <a:pt x="701" y="232"/>
                      <a:pt x="837" y="232"/>
                    </a:cubicBezTo>
                    <a:close/>
                    <a:moveTo>
                      <a:pt x="812" y="1"/>
                    </a:moveTo>
                    <a:cubicBezTo>
                      <a:pt x="619" y="1"/>
                      <a:pt x="423" y="44"/>
                      <a:pt x="253" y="134"/>
                    </a:cubicBezTo>
                    <a:cubicBezTo>
                      <a:pt x="97" y="232"/>
                      <a:pt x="0" y="387"/>
                      <a:pt x="0" y="524"/>
                    </a:cubicBezTo>
                    <a:cubicBezTo>
                      <a:pt x="0" y="679"/>
                      <a:pt x="97" y="815"/>
                      <a:pt x="253" y="913"/>
                    </a:cubicBezTo>
                    <a:cubicBezTo>
                      <a:pt x="428" y="1010"/>
                      <a:pt x="623" y="1049"/>
                      <a:pt x="817" y="1049"/>
                    </a:cubicBezTo>
                    <a:cubicBezTo>
                      <a:pt x="1012" y="1049"/>
                      <a:pt x="1226" y="1010"/>
                      <a:pt x="1381" y="913"/>
                    </a:cubicBezTo>
                    <a:cubicBezTo>
                      <a:pt x="1557" y="815"/>
                      <a:pt x="1654" y="679"/>
                      <a:pt x="1654" y="524"/>
                    </a:cubicBezTo>
                    <a:cubicBezTo>
                      <a:pt x="1654" y="426"/>
                      <a:pt x="1595" y="329"/>
                      <a:pt x="1518" y="251"/>
                    </a:cubicBezTo>
                    <a:cubicBezTo>
                      <a:pt x="1498" y="212"/>
                      <a:pt x="1459" y="154"/>
                      <a:pt x="1401" y="134"/>
                    </a:cubicBezTo>
                    <a:cubicBezTo>
                      <a:pt x="1381" y="115"/>
                      <a:pt x="1343" y="115"/>
                      <a:pt x="1323" y="115"/>
                    </a:cubicBezTo>
                    <a:cubicBezTo>
                      <a:pt x="1172" y="39"/>
                      <a:pt x="993" y="1"/>
                      <a:pt x="8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1"/>
              <p:cNvSpPr/>
              <p:nvPr/>
            </p:nvSpPr>
            <p:spPr>
              <a:xfrm>
                <a:off x="854775" y="151235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817" y="217"/>
                    </a:moveTo>
                    <a:cubicBezTo>
                      <a:pt x="992" y="217"/>
                      <a:pt x="1129" y="237"/>
                      <a:pt x="1265" y="314"/>
                    </a:cubicBezTo>
                    <a:cubicBezTo>
                      <a:pt x="1362" y="373"/>
                      <a:pt x="1401" y="431"/>
                      <a:pt x="1401" y="509"/>
                    </a:cubicBezTo>
                    <a:cubicBezTo>
                      <a:pt x="1401" y="587"/>
                      <a:pt x="1362" y="665"/>
                      <a:pt x="1265" y="704"/>
                    </a:cubicBezTo>
                    <a:cubicBezTo>
                      <a:pt x="1138" y="781"/>
                      <a:pt x="973" y="820"/>
                      <a:pt x="812" y="820"/>
                    </a:cubicBezTo>
                    <a:cubicBezTo>
                      <a:pt x="652" y="820"/>
                      <a:pt x="496" y="781"/>
                      <a:pt x="389" y="704"/>
                    </a:cubicBezTo>
                    <a:cubicBezTo>
                      <a:pt x="292" y="665"/>
                      <a:pt x="234" y="587"/>
                      <a:pt x="234" y="509"/>
                    </a:cubicBezTo>
                    <a:cubicBezTo>
                      <a:pt x="234" y="431"/>
                      <a:pt x="292" y="392"/>
                      <a:pt x="389" y="314"/>
                    </a:cubicBezTo>
                    <a:cubicBezTo>
                      <a:pt x="506" y="237"/>
                      <a:pt x="681" y="217"/>
                      <a:pt x="817" y="217"/>
                    </a:cubicBezTo>
                    <a:close/>
                    <a:moveTo>
                      <a:pt x="800" y="1"/>
                    </a:moveTo>
                    <a:cubicBezTo>
                      <a:pt x="601" y="1"/>
                      <a:pt x="404" y="39"/>
                      <a:pt x="253" y="120"/>
                    </a:cubicBezTo>
                    <a:cubicBezTo>
                      <a:pt x="97" y="217"/>
                      <a:pt x="0" y="373"/>
                      <a:pt x="0" y="509"/>
                    </a:cubicBezTo>
                    <a:cubicBezTo>
                      <a:pt x="0" y="665"/>
                      <a:pt x="97" y="801"/>
                      <a:pt x="253" y="898"/>
                    </a:cubicBezTo>
                    <a:cubicBezTo>
                      <a:pt x="428" y="995"/>
                      <a:pt x="623" y="1054"/>
                      <a:pt x="817" y="1054"/>
                    </a:cubicBezTo>
                    <a:cubicBezTo>
                      <a:pt x="1012" y="1054"/>
                      <a:pt x="1245" y="995"/>
                      <a:pt x="1381" y="898"/>
                    </a:cubicBezTo>
                    <a:cubicBezTo>
                      <a:pt x="1557" y="801"/>
                      <a:pt x="1654" y="665"/>
                      <a:pt x="1654" y="509"/>
                    </a:cubicBezTo>
                    <a:cubicBezTo>
                      <a:pt x="1654" y="412"/>
                      <a:pt x="1595" y="314"/>
                      <a:pt x="1518" y="256"/>
                    </a:cubicBezTo>
                    <a:cubicBezTo>
                      <a:pt x="1498" y="198"/>
                      <a:pt x="1459" y="159"/>
                      <a:pt x="1381" y="120"/>
                    </a:cubicBezTo>
                    <a:cubicBezTo>
                      <a:pt x="1362" y="120"/>
                      <a:pt x="1362" y="100"/>
                      <a:pt x="1323" y="100"/>
                    </a:cubicBezTo>
                    <a:cubicBezTo>
                      <a:pt x="1173" y="35"/>
                      <a:pt x="986" y="1"/>
                      <a:pt x="8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1"/>
              <p:cNvSpPr/>
              <p:nvPr/>
            </p:nvSpPr>
            <p:spPr>
              <a:xfrm>
                <a:off x="697175" y="1574425"/>
                <a:ext cx="3457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1046" extrusionOk="0">
                    <a:moveTo>
                      <a:pt x="535" y="0"/>
                    </a:moveTo>
                    <a:cubicBezTo>
                      <a:pt x="344" y="0"/>
                      <a:pt x="156" y="44"/>
                      <a:pt x="1" y="127"/>
                    </a:cubicBezTo>
                    <a:lnTo>
                      <a:pt x="1" y="419"/>
                    </a:lnTo>
                    <a:lnTo>
                      <a:pt x="98" y="322"/>
                    </a:lnTo>
                    <a:cubicBezTo>
                      <a:pt x="215" y="244"/>
                      <a:pt x="390" y="224"/>
                      <a:pt x="526" y="224"/>
                    </a:cubicBezTo>
                    <a:cubicBezTo>
                      <a:pt x="701" y="224"/>
                      <a:pt x="857" y="244"/>
                      <a:pt x="973" y="322"/>
                    </a:cubicBezTo>
                    <a:cubicBezTo>
                      <a:pt x="1071" y="361"/>
                      <a:pt x="1110" y="438"/>
                      <a:pt x="1110" y="516"/>
                    </a:cubicBezTo>
                    <a:cubicBezTo>
                      <a:pt x="1110" y="594"/>
                      <a:pt x="1071" y="633"/>
                      <a:pt x="973" y="711"/>
                    </a:cubicBezTo>
                    <a:cubicBezTo>
                      <a:pt x="847" y="779"/>
                      <a:pt x="682" y="813"/>
                      <a:pt x="521" y="813"/>
                    </a:cubicBezTo>
                    <a:cubicBezTo>
                      <a:pt x="361" y="813"/>
                      <a:pt x="205" y="779"/>
                      <a:pt x="98" y="711"/>
                    </a:cubicBezTo>
                    <a:cubicBezTo>
                      <a:pt x="40" y="691"/>
                      <a:pt x="20" y="652"/>
                      <a:pt x="1" y="613"/>
                    </a:cubicBezTo>
                    <a:lnTo>
                      <a:pt x="1" y="905"/>
                    </a:lnTo>
                    <a:cubicBezTo>
                      <a:pt x="137" y="1003"/>
                      <a:pt x="331" y="1022"/>
                      <a:pt x="565" y="1022"/>
                    </a:cubicBezTo>
                    <a:cubicBezTo>
                      <a:pt x="618" y="1038"/>
                      <a:pt x="672" y="1045"/>
                      <a:pt x="725" y="1045"/>
                    </a:cubicBezTo>
                    <a:cubicBezTo>
                      <a:pt x="865" y="1045"/>
                      <a:pt x="1002" y="995"/>
                      <a:pt x="1129" y="925"/>
                    </a:cubicBezTo>
                    <a:cubicBezTo>
                      <a:pt x="1285" y="828"/>
                      <a:pt x="1382" y="691"/>
                      <a:pt x="1382" y="536"/>
                    </a:cubicBezTo>
                    <a:cubicBezTo>
                      <a:pt x="1382" y="438"/>
                      <a:pt x="1343" y="341"/>
                      <a:pt x="1265" y="244"/>
                    </a:cubicBezTo>
                    <a:cubicBezTo>
                      <a:pt x="1226" y="205"/>
                      <a:pt x="1187" y="166"/>
                      <a:pt x="1129" y="147"/>
                    </a:cubicBezTo>
                    <a:cubicBezTo>
                      <a:pt x="1090" y="127"/>
                      <a:pt x="1071" y="127"/>
                      <a:pt x="1032" y="108"/>
                    </a:cubicBezTo>
                    <a:cubicBezTo>
                      <a:pt x="877" y="35"/>
                      <a:pt x="705" y="0"/>
                      <a:pt x="5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1"/>
              <p:cNvSpPr/>
              <p:nvPr/>
            </p:nvSpPr>
            <p:spPr>
              <a:xfrm>
                <a:off x="697175" y="1662225"/>
                <a:ext cx="49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682" extrusionOk="0">
                    <a:moveTo>
                      <a:pt x="1" y="0"/>
                    </a:moveTo>
                    <a:lnTo>
                      <a:pt x="1" y="681"/>
                    </a:lnTo>
                    <a:cubicBezTo>
                      <a:pt x="117" y="584"/>
                      <a:pt x="195" y="487"/>
                      <a:pt x="195" y="331"/>
                    </a:cubicBezTo>
                    <a:cubicBezTo>
                      <a:pt x="195" y="234"/>
                      <a:pt x="137" y="136"/>
                      <a:pt x="79" y="5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1"/>
              <p:cNvSpPr/>
              <p:nvPr/>
            </p:nvSpPr>
            <p:spPr>
              <a:xfrm>
                <a:off x="972475" y="170987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37" y="215"/>
                    </a:moveTo>
                    <a:cubicBezTo>
                      <a:pt x="1012" y="215"/>
                      <a:pt x="1148" y="254"/>
                      <a:pt x="1265" y="312"/>
                    </a:cubicBezTo>
                    <a:cubicBezTo>
                      <a:pt x="1362" y="371"/>
                      <a:pt x="1420" y="448"/>
                      <a:pt x="1420" y="526"/>
                    </a:cubicBezTo>
                    <a:cubicBezTo>
                      <a:pt x="1420" y="585"/>
                      <a:pt x="1362" y="662"/>
                      <a:pt x="1265" y="721"/>
                    </a:cubicBezTo>
                    <a:cubicBezTo>
                      <a:pt x="1148" y="789"/>
                      <a:pt x="988" y="823"/>
                      <a:pt x="827" y="823"/>
                    </a:cubicBezTo>
                    <a:cubicBezTo>
                      <a:pt x="667" y="823"/>
                      <a:pt x="506" y="789"/>
                      <a:pt x="389" y="721"/>
                    </a:cubicBezTo>
                    <a:cubicBezTo>
                      <a:pt x="292" y="662"/>
                      <a:pt x="253" y="585"/>
                      <a:pt x="253" y="526"/>
                    </a:cubicBezTo>
                    <a:cubicBezTo>
                      <a:pt x="253" y="448"/>
                      <a:pt x="292" y="390"/>
                      <a:pt x="389" y="312"/>
                    </a:cubicBezTo>
                    <a:cubicBezTo>
                      <a:pt x="526" y="254"/>
                      <a:pt x="681" y="215"/>
                      <a:pt x="837" y="215"/>
                    </a:cubicBezTo>
                    <a:close/>
                    <a:moveTo>
                      <a:pt x="837" y="0"/>
                    </a:moveTo>
                    <a:cubicBezTo>
                      <a:pt x="632" y="0"/>
                      <a:pt x="428" y="44"/>
                      <a:pt x="273" y="137"/>
                    </a:cubicBezTo>
                    <a:cubicBezTo>
                      <a:pt x="98" y="234"/>
                      <a:pt x="0" y="371"/>
                      <a:pt x="0" y="526"/>
                    </a:cubicBezTo>
                    <a:cubicBezTo>
                      <a:pt x="0" y="662"/>
                      <a:pt x="98" y="799"/>
                      <a:pt x="273" y="915"/>
                    </a:cubicBezTo>
                    <a:cubicBezTo>
                      <a:pt x="448" y="1013"/>
                      <a:pt x="642" y="1051"/>
                      <a:pt x="837" y="1051"/>
                    </a:cubicBezTo>
                    <a:cubicBezTo>
                      <a:pt x="1031" y="1051"/>
                      <a:pt x="1245" y="1013"/>
                      <a:pt x="1382" y="915"/>
                    </a:cubicBezTo>
                    <a:cubicBezTo>
                      <a:pt x="1557" y="799"/>
                      <a:pt x="1654" y="662"/>
                      <a:pt x="1654" y="526"/>
                    </a:cubicBezTo>
                    <a:cubicBezTo>
                      <a:pt x="1654" y="429"/>
                      <a:pt x="1615" y="312"/>
                      <a:pt x="1537" y="254"/>
                    </a:cubicBezTo>
                    <a:cubicBezTo>
                      <a:pt x="1518" y="234"/>
                      <a:pt x="1459" y="176"/>
                      <a:pt x="1401" y="137"/>
                    </a:cubicBezTo>
                    <a:cubicBezTo>
                      <a:pt x="1362" y="137"/>
                      <a:pt x="1343" y="98"/>
                      <a:pt x="1343" y="98"/>
                    </a:cubicBezTo>
                    <a:cubicBezTo>
                      <a:pt x="1197" y="34"/>
                      <a:pt x="1017" y="0"/>
                      <a:pt x="8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1"/>
              <p:cNvSpPr/>
              <p:nvPr/>
            </p:nvSpPr>
            <p:spPr>
              <a:xfrm>
                <a:off x="838225" y="188740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34"/>
                    </a:moveTo>
                    <a:cubicBezTo>
                      <a:pt x="993" y="234"/>
                      <a:pt x="1149" y="254"/>
                      <a:pt x="1265" y="312"/>
                    </a:cubicBezTo>
                    <a:cubicBezTo>
                      <a:pt x="1363" y="371"/>
                      <a:pt x="1421" y="448"/>
                      <a:pt x="1421" y="507"/>
                    </a:cubicBezTo>
                    <a:cubicBezTo>
                      <a:pt x="1421" y="585"/>
                      <a:pt x="1363" y="662"/>
                      <a:pt x="1265" y="721"/>
                    </a:cubicBezTo>
                    <a:cubicBezTo>
                      <a:pt x="1149" y="789"/>
                      <a:pt x="983" y="823"/>
                      <a:pt x="820" y="823"/>
                    </a:cubicBezTo>
                    <a:cubicBezTo>
                      <a:pt x="657" y="823"/>
                      <a:pt x="497" y="789"/>
                      <a:pt x="390" y="721"/>
                    </a:cubicBezTo>
                    <a:cubicBezTo>
                      <a:pt x="292" y="662"/>
                      <a:pt x="254" y="585"/>
                      <a:pt x="254" y="507"/>
                    </a:cubicBezTo>
                    <a:cubicBezTo>
                      <a:pt x="254" y="448"/>
                      <a:pt x="292" y="390"/>
                      <a:pt x="390" y="312"/>
                    </a:cubicBezTo>
                    <a:cubicBezTo>
                      <a:pt x="507" y="254"/>
                      <a:pt x="682" y="234"/>
                      <a:pt x="837" y="234"/>
                    </a:cubicBezTo>
                    <a:close/>
                    <a:moveTo>
                      <a:pt x="837" y="1"/>
                    </a:moveTo>
                    <a:cubicBezTo>
                      <a:pt x="633" y="1"/>
                      <a:pt x="428" y="44"/>
                      <a:pt x="273" y="137"/>
                    </a:cubicBezTo>
                    <a:cubicBezTo>
                      <a:pt x="98" y="234"/>
                      <a:pt x="1" y="371"/>
                      <a:pt x="1" y="526"/>
                    </a:cubicBezTo>
                    <a:cubicBezTo>
                      <a:pt x="1" y="662"/>
                      <a:pt x="98" y="818"/>
                      <a:pt x="273" y="915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382" y="915"/>
                    </a:cubicBezTo>
                    <a:cubicBezTo>
                      <a:pt x="1557" y="818"/>
                      <a:pt x="1654" y="662"/>
                      <a:pt x="1654" y="526"/>
                    </a:cubicBezTo>
                    <a:cubicBezTo>
                      <a:pt x="1654" y="429"/>
                      <a:pt x="1615" y="332"/>
                      <a:pt x="1538" y="254"/>
                    </a:cubicBezTo>
                    <a:cubicBezTo>
                      <a:pt x="1479" y="196"/>
                      <a:pt x="1440" y="176"/>
                      <a:pt x="1382" y="137"/>
                    </a:cubicBezTo>
                    <a:cubicBezTo>
                      <a:pt x="1363" y="137"/>
                      <a:pt x="1343" y="98"/>
                      <a:pt x="1343" y="98"/>
                    </a:cubicBezTo>
                    <a:cubicBezTo>
                      <a:pt x="1197" y="34"/>
                      <a:pt x="1017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1"/>
              <p:cNvSpPr/>
              <p:nvPr/>
            </p:nvSpPr>
            <p:spPr>
              <a:xfrm>
                <a:off x="1004075" y="1825225"/>
                <a:ext cx="4137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8" extrusionOk="0">
                    <a:moveTo>
                      <a:pt x="837" y="231"/>
                    </a:moveTo>
                    <a:cubicBezTo>
                      <a:pt x="1012" y="231"/>
                      <a:pt x="1149" y="251"/>
                      <a:pt x="1265" y="328"/>
                    </a:cubicBezTo>
                    <a:cubicBezTo>
                      <a:pt x="1363" y="367"/>
                      <a:pt x="1421" y="445"/>
                      <a:pt x="1421" y="523"/>
                    </a:cubicBezTo>
                    <a:cubicBezTo>
                      <a:pt x="1421" y="562"/>
                      <a:pt x="1363" y="640"/>
                      <a:pt x="1265" y="718"/>
                    </a:cubicBezTo>
                    <a:cubicBezTo>
                      <a:pt x="1149" y="795"/>
                      <a:pt x="988" y="834"/>
                      <a:pt x="828" y="834"/>
                    </a:cubicBezTo>
                    <a:cubicBezTo>
                      <a:pt x="667" y="834"/>
                      <a:pt x="507" y="795"/>
                      <a:pt x="390" y="718"/>
                    </a:cubicBezTo>
                    <a:cubicBezTo>
                      <a:pt x="293" y="679"/>
                      <a:pt x="254" y="601"/>
                      <a:pt x="254" y="523"/>
                    </a:cubicBezTo>
                    <a:cubicBezTo>
                      <a:pt x="254" y="445"/>
                      <a:pt x="293" y="406"/>
                      <a:pt x="390" y="328"/>
                    </a:cubicBezTo>
                    <a:cubicBezTo>
                      <a:pt x="526" y="251"/>
                      <a:pt x="682" y="231"/>
                      <a:pt x="837" y="231"/>
                    </a:cubicBezTo>
                    <a:close/>
                    <a:moveTo>
                      <a:pt x="808" y="0"/>
                    </a:moveTo>
                    <a:cubicBezTo>
                      <a:pt x="615" y="0"/>
                      <a:pt x="423" y="44"/>
                      <a:pt x="273" y="134"/>
                    </a:cubicBezTo>
                    <a:cubicBezTo>
                      <a:pt x="98" y="231"/>
                      <a:pt x="1" y="387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48" y="1009"/>
                      <a:pt x="643" y="1068"/>
                      <a:pt x="837" y="1068"/>
                    </a:cubicBezTo>
                    <a:cubicBezTo>
                      <a:pt x="1032" y="1068"/>
                      <a:pt x="1246" y="1009"/>
                      <a:pt x="1402" y="912"/>
                    </a:cubicBezTo>
                    <a:cubicBezTo>
                      <a:pt x="1557" y="815"/>
                      <a:pt x="1654" y="679"/>
                      <a:pt x="1654" y="523"/>
                    </a:cubicBezTo>
                    <a:cubicBezTo>
                      <a:pt x="1654" y="426"/>
                      <a:pt x="1616" y="328"/>
                      <a:pt x="1538" y="251"/>
                    </a:cubicBezTo>
                    <a:cubicBezTo>
                      <a:pt x="1499" y="212"/>
                      <a:pt x="1460" y="153"/>
                      <a:pt x="1402" y="134"/>
                    </a:cubicBezTo>
                    <a:cubicBezTo>
                      <a:pt x="1363" y="114"/>
                      <a:pt x="1343" y="114"/>
                      <a:pt x="1324" y="114"/>
                    </a:cubicBezTo>
                    <a:cubicBezTo>
                      <a:pt x="1173" y="39"/>
                      <a:pt x="990" y="0"/>
                      <a:pt x="8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1"/>
              <p:cNvSpPr/>
              <p:nvPr/>
            </p:nvSpPr>
            <p:spPr>
              <a:xfrm>
                <a:off x="1129575" y="17858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56" y="231"/>
                    </a:moveTo>
                    <a:cubicBezTo>
                      <a:pt x="1012" y="231"/>
                      <a:pt x="1167" y="251"/>
                      <a:pt x="1284" y="329"/>
                    </a:cubicBezTo>
                    <a:cubicBezTo>
                      <a:pt x="1382" y="368"/>
                      <a:pt x="1440" y="445"/>
                      <a:pt x="1440" y="523"/>
                    </a:cubicBezTo>
                    <a:cubicBezTo>
                      <a:pt x="1440" y="601"/>
                      <a:pt x="1382" y="659"/>
                      <a:pt x="1284" y="718"/>
                    </a:cubicBezTo>
                    <a:cubicBezTo>
                      <a:pt x="1167" y="786"/>
                      <a:pt x="1002" y="820"/>
                      <a:pt x="839" y="820"/>
                    </a:cubicBezTo>
                    <a:cubicBezTo>
                      <a:pt x="676" y="820"/>
                      <a:pt x="516" y="786"/>
                      <a:pt x="409" y="718"/>
                    </a:cubicBezTo>
                    <a:cubicBezTo>
                      <a:pt x="311" y="659"/>
                      <a:pt x="273" y="601"/>
                      <a:pt x="273" y="523"/>
                    </a:cubicBezTo>
                    <a:cubicBezTo>
                      <a:pt x="273" y="445"/>
                      <a:pt x="311" y="406"/>
                      <a:pt x="409" y="329"/>
                    </a:cubicBezTo>
                    <a:cubicBezTo>
                      <a:pt x="525" y="251"/>
                      <a:pt x="701" y="231"/>
                      <a:pt x="856" y="231"/>
                    </a:cubicBezTo>
                    <a:close/>
                    <a:moveTo>
                      <a:pt x="817" y="0"/>
                    </a:moveTo>
                    <a:cubicBezTo>
                      <a:pt x="624" y="0"/>
                      <a:pt x="433" y="44"/>
                      <a:pt x="273" y="134"/>
                    </a:cubicBezTo>
                    <a:cubicBezTo>
                      <a:pt x="97" y="231"/>
                      <a:pt x="0" y="368"/>
                      <a:pt x="0" y="523"/>
                    </a:cubicBezTo>
                    <a:cubicBezTo>
                      <a:pt x="0" y="659"/>
                      <a:pt x="97" y="815"/>
                      <a:pt x="273" y="912"/>
                    </a:cubicBezTo>
                    <a:cubicBezTo>
                      <a:pt x="428" y="1010"/>
                      <a:pt x="623" y="1048"/>
                      <a:pt x="817" y="1048"/>
                    </a:cubicBezTo>
                    <a:cubicBezTo>
                      <a:pt x="1012" y="1048"/>
                      <a:pt x="1245" y="1010"/>
                      <a:pt x="1382" y="912"/>
                    </a:cubicBezTo>
                    <a:cubicBezTo>
                      <a:pt x="1557" y="815"/>
                      <a:pt x="1654" y="659"/>
                      <a:pt x="1654" y="523"/>
                    </a:cubicBezTo>
                    <a:cubicBezTo>
                      <a:pt x="1654" y="426"/>
                      <a:pt x="1596" y="329"/>
                      <a:pt x="1537" y="251"/>
                    </a:cubicBezTo>
                    <a:cubicBezTo>
                      <a:pt x="1498" y="212"/>
                      <a:pt x="1459" y="154"/>
                      <a:pt x="1401" y="134"/>
                    </a:cubicBezTo>
                    <a:cubicBezTo>
                      <a:pt x="1382" y="115"/>
                      <a:pt x="1362" y="115"/>
                      <a:pt x="1343" y="115"/>
                    </a:cubicBezTo>
                    <a:cubicBezTo>
                      <a:pt x="1182" y="39"/>
                      <a:pt x="999" y="0"/>
                      <a:pt x="8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1"/>
              <p:cNvSpPr/>
              <p:nvPr/>
            </p:nvSpPr>
            <p:spPr>
              <a:xfrm>
                <a:off x="1223925" y="1796325"/>
                <a:ext cx="4185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76" extrusionOk="0">
                    <a:moveTo>
                      <a:pt x="837" y="239"/>
                    </a:moveTo>
                    <a:cubicBezTo>
                      <a:pt x="1012" y="239"/>
                      <a:pt x="1168" y="278"/>
                      <a:pt x="1284" y="337"/>
                    </a:cubicBezTo>
                    <a:cubicBezTo>
                      <a:pt x="1284" y="337"/>
                      <a:pt x="1304" y="337"/>
                      <a:pt x="1304" y="376"/>
                    </a:cubicBezTo>
                    <a:cubicBezTo>
                      <a:pt x="1382" y="414"/>
                      <a:pt x="1421" y="492"/>
                      <a:pt x="1421" y="531"/>
                    </a:cubicBezTo>
                    <a:cubicBezTo>
                      <a:pt x="1421" y="609"/>
                      <a:pt x="1382" y="667"/>
                      <a:pt x="1284" y="726"/>
                    </a:cubicBezTo>
                    <a:cubicBezTo>
                      <a:pt x="1158" y="804"/>
                      <a:pt x="993" y="842"/>
                      <a:pt x="832" y="842"/>
                    </a:cubicBezTo>
                    <a:cubicBezTo>
                      <a:pt x="672" y="842"/>
                      <a:pt x="516" y="804"/>
                      <a:pt x="409" y="726"/>
                    </a:cubicBezTo>
                    <a:cubicBezTo>
                      <a:pt x="312" y="687"/>
                      <a:pt x="253" y="609"/>
                      <a:pt x="253" y="531"/>
                    </a:cubicBezTo>
                    <a:cubicBezTo>
                      <a:pt x="253" y="473"/>
                      <a:pt x="312" y="414"/>
                      <a:pt x="409" y="337"/>
                    </a:cubicBezTo>
                    <a:cubicBezTo>
                      <a:pt x="526" y="259"/>
                      <a:pt x="701" y="239"/>
                      <a:pt x="837" y="239"/>
                    </a:cubicBezTo>
                    <a:close/>
                    <a:moveTo>
                      <a:pt x="840" y="1"/>
                    </a:moveTo>
                    <a:cubicBezTo>
                      <a:pt x="635" y="1"/>
                      <a:pt x="428" y="50"/>
                      <a:pt x="253" y="142"/>
                    </a:cubicBezTo>
                    <a:cubicBezTo>
                      <a:pt x="98" y="239"/>
                      <a:pt x="0" y="395"/>
                      <a:pt x="0" y="531"/>
                    </a:cubicBezTo>
                    <a:cubicBezTo>
                      <a:pt x="20" y="687"/>
                      <a:pt x="117" y="823"/>
                      <a:pt x="292" y="920"/>
                    </a:cubicBezTo>
                    <a:cubicBezTo>
                      <a:pt x="448" y="1018"/>
                      <a:pt x="642" y="1076"/>
                      <a:pt x="837" y="1076"/>
                    </a:cubicBezTo>
                    <a:cubicBezTo>
                      <a:pt x="1032" y="1076"/>
                      <a:pt x="1265" y="1018"/>
                      <a:pt x="1401" y="920"/>
                    </a:cubicBezTo>
                    <a:cubicBezTo>
                      <a:pt x="1576" y="823"/>
                      <a:pt x="1674" y="687"/>
                      <a:pt x="1674" y="531"/>
                    </a:cubicBezTo>
                    <a:cubicBezTo>
                      <a:pt x="1674" y="434"/>
                      <a:pt x="1615" y="376"/>
                      <a:pt x="1576" y="298"/>
                    </a:cubicBezTo>
                    <a:cubicBezTo>
                      <a:pt x="1518" y="239"/>
                      <a:pt x="1479" y="200"/>
                      <a:pt x="1401" y="142"/>
                    </a:cubicBezTo>
                    <a:cubicBezTo>
                      <a:pt x="1401" y="142"/>
                      <a:pt x="1382" y="142"/>
                      <a:pt x="1362" y="123"/>
                    </a:cubicBezTo>
                    <a:cubicBezTo>
                      <a:pt x="1206" y="40"/>
                      <a:pt x="1024" y="1"/>
                      <a:pt x="8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1"/>
              <p:cNvSpPr/>
              <p:nvPr/>
            </p:nvSpPr>
            <p:spPr>
              <a:xfrm>
                <a:off x="1308075" y="178230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837" y="217"/>
                    </a:moveTo>
                    <a:cubicBezTo>
                      <a:pt x="1012" y="217"/>
                      <a:pt x="1148" y="236"/>
                      <a:pt x="1265" y="314"/>
                    </a:cubicBezTo>
                    <a:cubicBezTo>
                      <a:pt x="1362" y="372"/>
                      <a:pt x="1420" y="431"/>
                      <a:pt x="1420" y="509"/>
                    </a:cubicBezTo>
                    <a:cubicBezTo>
                      <a:pt x="1420" y="586"/>
                      <a:pt x="1362" y="664"/>
                      <a:pt x="1265" y="703"/>
                    </a:cubicBezTo>
                    <a:cubicBezTo>
                      <a:pt x="1148" y="781"/>
                      <a:pt x="988" y="820"/>
                      <a:pt x="827" y="820"/>
                    </a:cubicBezTo>
                    <a:cubicBezTo>
                      <a:pt x="667" y="820"/>
                      <a:pt x="506" y="781"/>
                      <a:pt x="389" y="703"/>
                    </a:cubicBezTo>
                    <a:cubicBezTo>
                      <a:pt x="292" y="664"/>
                      <a:pt x="253" y="586"/>
                      <a:pt x="253" y="509"/>
                    </a:cubicBezTo>
                    <a:cubicBezTo>
                      <a:pt x="253" y="431"/>
                      <a:pt x="292" y="392"/>
                      <a:pt x="389" y="314"/>
                    </a:cubicBezTo>
                    <a:cubicBezTo>
                      <a:pt x="525" y="236"/>
                      <a:pt x="681" y="217"/>
                      <a:pt x="837" y="217"/>
                    </a:cubicBezTo>
                    <a:close/>
                    <a:moveTo>
                      <a:pt x="819" y="0"/>
                    </a:moveTo>
                    <a:cubicBezTo>
                      <a:pt x="621" y="0"/>
                      <a:pt x="423" y="39"/>
                      <a:pt x="273" y="119"/>
                    </a:cubicBezTo>
                    <a:cubicBezTo>
                      <a:pt x="97" y="217"/>
                      <a:pt x="0" y="372"/>
                      <a:pt x="0" y="509"/>
                    </a:cubicBezTo>
                    <a:cubicBezTo>
                      <a:pt x="0" y="664"/>
                      <a:pt x="97" y="800"/>
                      <a:pt x="273" y="898"/>
                    </a:cubicBezTo>
                    <a:cubicBezTo>
                      <a:pt x="448" y="995"/>
                      <a:pt x="642" y="1053"/>
                      <a:pt x="837" y="1053"/>
                    </a:cubicBezTo>
                    <a:cubicBezTo>
                      <a:pt x="1031" y="1053"/>
                      <a:pt x="1245" y="995"/>
                      <a:pt x="1401" y="898"/>
                    </a:cubicBezTo>
                    <a:cubicBezTo>
                      <a:pt x="1557" y="800"/>
                      <a:pt x="1654" y="664"/>
                      <a:pt x="1654" y="509"/>
                    </a:cubicBezTo>
                    <a:cubicBezTo>
                      <a:pt x="1654" y="411"/>
                      <a:pt x="1615" y="314"/>
                      <a:pt x="1537" y="256"/>
                    </a:cubicBezTo>
                    <a:cubicBezTo>
                      <a:pt x="1518" y="197"/>
                      <a:pt x="1459" y="178"/>
                      <a:pt x="1381" y="119"/>
                    </a:cubicBezTo>
                    <a:cubicBezTo>
                      <a:pt x="1362" y="119"/>
                      <a:pt x="1343" y="100"/>
                      <a:pt x="1343" y="100"/>
                    </a:cubicBezTo>
                    <a:cubicBezTo>
                      <a:pt x="1192" y="34"/>
                      <a:pt x="1005" y="0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1"/>
              <p:cNvSpPr/>
              <p:nvPr/>
            </p:nvSpPr>
            <p:spPr>
              <a:xfrm>
                <a:off x="1058550" y="1692650"/>
                <a:ext cx="40875" cy="2650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60" extrusionOk="0">
                    <a:moveTo>
                      <a:pt x="837" y="223"/>
                    </a:moveTo>
                    <a:cubicBezTo>
                      <a:pt x="1012" y="223"/>
                      <a:pt x="1168" y="262"/>
                      <a:pt x="1285" y="320"/>
                    </a:cubicBezTo>
                    <a:cubicBezTo>
                      <a:pt x="1382" y="379"/>
                      <a:pt x="1421" y="456"/>
                      <a:pt x="1421" y="515"/>
                    </a:cubicBezTo>
                    <a:cubicBezTo>
                      <a:pt x="1421" y="593"/>
                      <a:pt x="1382" y="670"/>
                      <a:pt x="1285" y="729"/>
                    </a:cubicBezTo>
                    <a:cubicBezTo>
                      <a:pt x="1158" y="797"/>
                      <a:pt x="993" y="831"/>
                      <a:pt x="832" y="831"/>
                    </a:cubicBezTo>
                    <a:cubicBezTo>
                      <a:pt x="672" y="831"/>
                      <a:pt x="516" y="797"/>
                      <a:pt x="409" y="729"/>
                    </a:cubicBezTo>
                    <a:cubicBezTo>
                      <a:pt x="312" y="670"/>
                      <a:pt x="254" y="593"/>
                      <a:pt x="254" y="515"/>
                    </a:cubicBezTo>
                    <a:cubicBezTo>
                      <a:pt x="254" y="456"/>
                      <a:pt x="312" y="398"/>
                      <a:pt x="409" y="320"/>
                    </a:cubicBezTo>
                    <a:cubicBezTo>
                      <a:pt x="526" y="262"/>
                      <a:pt x="701" y="223"/>
                      <a:pt x="837" y="223"/>
                    </a:cubicBezTo>
                    <a:close/>
                    <a:moveTo>
                      <a:pt x="859" y="1"/>
                    </a:moveTo>
                    <a:cubicBezTo>
                      <a:pt x="648" y="1"/>
                      <a:pt x="434" y="50"/>
                      <a:pt x="254" y="145"/>
                    </a:cubicBezTo>
                    <a:cubicBezTo>
                      <a:pt x="98" y="242"/>
                      <a:pt x="1" y="379"/>
                      <a:pt x="1" y="534"/>
                    </a:cubicBezTo>
                    <a:cubicBezTo>
                      <a:pt x="1" y="670"/>
                      <a:pt x="98" y="826"/>
                      <a:pt x="254" y="923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1012" y="1060"/>
                      <a:pt x="1226" y="1021"/>
                      <a:pt x="1382" y="923"/>
                    </a:cubicBezTo>
                    <a:cubicBezTo>
                      <a:pt x="1557" y="826"/>
                      <a:pt x="1635" y="670"/>
                      <a:pt x="1635" y="534"/>
                    </a:cubicBezTo>
                    <a:cubicBezTo>
                      <a:pt x="1635" y="437"/>
                      <a:pt x="1596" y="359"/>
                      <a:pt x="1538" y="262"/>
                    </a:cubicBezTo>
                    <a:cubicBezTo>
                      <a:pt x="1518" y="242"/>
                      <a:pt x="1479" y="184"/>
                      <a:pt x="1402" y="145"/>
                    </a:cubicBezTo>
                    <a:cubicBezTo>
                      <a:pt x="1382" y="145"/>
                      <a:pt x="1382" y="106"/>
                      <a:pt x="1363" y="106"/>
                    </a:cubicBezTo>
                    <a:cubicBezTo>
                      <a:pt x="1212" y="35"/>
                      <a:pt x="1037" y="1"/>
                      <a:pt x="8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1"/>
              <p:cNvSpPr/>
              <p:nvPr/>
            </p:nvSpPr>
            <p:spPr>
              <a:xfrm>
                <a:off x="795925" y="1779000"/>
                <a:ext cx="41850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9" extrusionOk="0">
                    <a:moveTo>
                      <a:pt x="837" y="232"/>
                    </a:moveTo>
                    <a:cubicBezTo>
                      <a:pt x="1012" y="232"/>
                      <a:pt x="1148" y="251"/>
                      <a:pt x="1284" y="329"/>
                    </a:cubicBezTo>
                    <a:cubicBezTo>
                      <a:pt x="1381" y="388"/>
                      <a:pt x="1420" y="446"/>
                      <a:pt x="1420" y="524"/>
                    </a:cubicBezTo>
                    <a:cubicBezTo>
                      <a:pt x="1420" y="602"/>
                      <a:pt x="1381" y="641"/>
                      <a:pt x="1284" y="718"/>
                    </a:cubicBezTo>
                    <a:cubicBezTo>
                      <a:pt x="1158" y="796"/>
                      <a:pt x="992" y="835"/>
                      <a:pt x="832" y="835"/>
                    </a:cubicBezTo>
                    <a:cubicBezTo>
                      <a:pt x="671" y="835"/>
                      <a:pt x="516" y="796"/>
                      <a:pt x="409" y="718"/>
                    </a:cubicBezTo>
                    <a:cubicBezTo>
                      <a:pt x="311" y="679"/>
                      <a:pt x="253" y="602"/>
                      <a:pt x="253" y="524"/>
                    </a:cubicBezTo>
                    <a:cubicBezTo>
                      <a:pt x="253" y="446"/>
                      <a:pt x="311" y="407"/>
                      <a:pt x="409" y="329"/>
                    </a:cubicBezTo>
                    <a:cubicBezTo>
                      <a:pt x="525" y="251"/>
                      <a:pt x="700" y="232"/>
                      <a:pt x="837" y="232"/>
                    </a:cubicBezTo>
                    <a:close/>
                    <a:moveTo>
                      <a:pt x="809" y="1"/>
                    </a:moveTo>
                    <a:cubicBezTo>
                      <a:pt x="619" y="1"/>
                      <a:pt x="432" y="45"/>
                      <a:pt x="292" y="135"/>
                    </a:cubicBezTo>
                    <a:cubicBezTo>
                      <a:pt x="117" y="232"/>
                      <a:pt x="20" y="388"/>
                      <a:pt x="20" y="524"/>
                    </a:cubicBezTo>
                    <a:cubicBezTo>
                      <a:pt x="0" y="679"/>
                      <a:pt x="97" y="816"/>
                      <a:pt x="292" y="913"/>
                    </a:cubicBezTo>
                    <a:cubicBezTo>
                      <a:pt x="448" y="1010"/>
                      <a:pt x="642" y="1069"/>
                      <a:pt x="837" y="1069"/>
                    </a:cubicBezTo>
                    <a:cubicBezTo>
                      <a:pt x="1031" y="1069"/>
                      <a:pt x="1265" y="1010"/>
                      <a:pt x="1401" y="913"/>
                    </a:cubicBezTo>
                    <a:cubicBezTo>
                      <a:pt x="1576" y="816"/>
                      <a:pt x="1673" y="679"/>
                      <a:pt x="1673" y="524"/>
                    </a:cubicBezTo>
                    <a:cubicBezTo>
                      <a:pt x="1673" y="427"/>
                      <a:pt x="1615" y="329"/>
                      <a:pt x="1537" y="251"/>
                    </a:cubicBezTo>
                    <a:cubicBezTo>
                      <a:pt x="1498" y="213"/>
                      <a:pt x="1459" y="193"/>
                      <a:pt x="1401" y="135"/>
                    </a:cubicBezTo>
                    <a:cubicBezTo>
                      <a:pt x="1381" y="115"/>
                      <a:pt x="1342" y="115"/>
                      <a:pt x="1323" y="115"/>
                    </a:cubicBezTo>
                    <a:cubicBezTo>
                      <a:pt x="1172" y="40"/>
                      <a:pt x="989" y="1"/>
                      <a:pt x="8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1"/>
              <p:cNvSpPr/>
              <p:nvPr/>
            </p:nvSpPr>
            <p:spPr>
              <a:xfrm>
                <a:off x="707875" y="19292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35"/>
                    </a:moveTo>
                    <a:cubicBezTo>
                      <a:pt x="1012" y="235"/>
                      <a:pt x="1149" y="254"/>
                      <a:pt x="1265" y="332"/>
                    </a:cubicBezTo>
                    <a:cubicBezTo>
                      <a:pt x="1363" y="371"/>
                      <a:pt x="1421" y="449"/>
                      <a:pt x="1421" y="526"/>
                    </a:cubicBezTo>
                    <a:cubicBezTo>
                      <a:pt x="1421" y="604"/>
                      <a:pt x="1382" y="643"/>
                      <a:pt x="1285" y="721"/>
                    </a:cubicBezTo>
                    <a:cubicBezTo>
                      <a:pt x="1158" y="789"/>
                      <a:pt x="993" y="823"/>
                      <a:pt x="832" y="823"/>
                    </a:cubicBezTo>
                    <a:cubicBezTo>
                      <a:pt x="672" y="823"/>
                      <a:pt x="516" y="789"/>
                      <a:pt x="409" y="721"/>
                    </a:cubicBezTo>
                    <a:cubicBezTo>
                      <a:pt x="312" y="663"/>
                      <a:pt x="254" y="604"/>
                      <a:pt x="254" y="526"/>
                    </a:cubicBezTo>
                    <a:cubicBezTo>
                      <a:pt x="254" y="449"/>
                      <a:pt x="312" y="410"/>
                      <a:pt x="409" y="332"/>
                    </a:cubicBezTo>
                    <a:cubicBezTo>
                      <a:pt x="526" y="254"/>
                      <a:pt x="701" y="235"/>
                      <a:pt x="837" y="235"/>
                    </a:cubicBezTo>
                    <a:close/>
                    <a:moveTo>
                      <a:pt x="837" y="1"/>
                    </a:moveTo>
                    <a:cubicBezTo>
                      <a:pt x="633" y="1"/>
                      <a:pt x="428" y="44"/>
                      <a:pt x="273" y="137"/>
                    </a:cubicBezTo>
                    <a:cubicBezTo>
                      <a:pt x="98" y="235"/>
                      <a:pt x="1" y="371"/>
                      <a:pt x="1" y="526"/>
                    </a:cubicBezTo>
                    <a:cubicBezTo>
                      <a:pt x="1" y="663"/>
                      <a:pt x="98" y="818"/>
                      <a:pt x="273" y="915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402" y="915"/>
                    </a:cubicBezTo>
                    <a:cubicBezTo>
                      <a:pt x="1577" y="818"/>
                      <a:pt x="1654" y="663"/>
                      <a:pt x="1654" y="526"/>
                    </a:cubicBezTo>
                    <a:cubicBezTo>
                      <a:pt x="1654" y="429"/>
                      <a:pt x="1616" y="332"/>
                      <a:pt x="1538" y="254"/>
                    </a:cubicBezTo>
                    <a:cubicBezTo>
                      <a:pt x="1518" y="215"/>
                      <a:pt x="1479" y="157"/>
                      <a:pt x="1402" y="137"/>
                    </a:cubicBezTo>
                    <a:cubicBezTo>
                      <a:pt x="1382" y="137"/>
                      <a:pt x="1343" y="98"/>
                      <a:pt x="1343" y="98"/>
                    </a:cubicBezTo>
                    <a:cubicBezTo>
                      <a:pt x="1197" y="35"/>
                      <a:pt x="1017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1"/>
              <p:cNvSpPr/>
              <p:nvPr/>
            </p:nvSpPr>
            <p:spPr>
              <a:xfrm>
                <a:off x="2094525" y="17366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54"/>
                    </a:moveTo>
                    <a:cubicBezTo>
                      <a:pt x="1013" y="254"/>
                      <a:pt x="1168" y="273"/>
                      <a:pt x="1285" y="351"/>
                    </a:cubicBezTo>
                    <a:cubicBezTo>
                      <a:pt x="1382" y="390"/>
                      <a:pt x="1421" y="468"/>
                      <a:pt x="1421" y="546"/>
                    </a:cubicBezTo>
                    <a:cubicBezTo>
                      <a:pt x="1421" y="623"/>
                      <a:pt x="1382" y="662"/>
                      <a:pt x="1285" y="740"/>
                    </a:cubicBezTo>
                    <a:cubicBezTo>
                      <a:pt x="1158" y="808"/>
                      <a:pt x="993" y="842"/>
                      <a:pt x="833" y="842"/>
                    </a:cubicBezTo>
                    <a:cubicBezTo>
                      <a:pt x="672" y="842"/>
                      <a:pt x="516" y="808"/>
                      <a:pt x="409" y="740"/>
                    </a:cubicBezTo>
                    <a:cubicBezTo>
                      <a:pt x="312" y="682"/>
                      <a:pt x="254" y="623"/>
                      <a:pt x="254" y="546"/>
                    </a:cubicBezTo>
                    <a:cubicBezTo>
                      <a:pt x="254" y="468"/>
                      <a:pt x="312" y="429"/>
                      <a:pt x="409" y="351"/>
                    </a:cubicBezTo>
                    <a:cubicBezTo>
                      <a:pt x="526" y="273"/>
                      <a:pt x="701" y="254"/>
                      <a:pt x="837" y="254"/>
                    </a:cubicBezTo>
                    <a:close/>
                    <a:moveTo>
                      <a:pt x="818" y="0"/>
                    </a:moveTo>
                    <a:cubicBezTo>
                      <a:pt x="638" y="0"/>
                      <a:pt x="458" y="34"/>
                      <a:pt x="312" y="98"/>
                    </a:cubicBezTo>
                    <a:cubicBezTo>
                      <a:pt x="293" y="98"/>
                      <a:pt x="254" y="137"/>
                      <a:pt x="234" y="137"/>
                    </a:cubicBezTo>
                    <a:cubicBezTo>
                      <a:pt x="215" y="176"/>
                      <a:pt x="156" y="234"/>
                      <a:pt x="118" y="254"/>
                    </a:cubicBezTo>
                    <a:cubicBezTo>
                      <a:pt x="40" y="332"/>
                      <a:pt x="1" y="429"/>
                      <a:pt x="1" y="526"/>
                    </a:cubicBezTo>
                    <a:cubicBezTo>
                      <a:pt x="1" y="662"/>
                      <a:pt x="98" y="818"/>
                      <a:pt x="254" y="915"/>
                    </a:cubicBezTo>
                    <a:cubicBezTo>
                      <a:pt x="429" y="1013"/>
                      <a:pt x="623" y="1051"/>
                      <a:pt x="818" y="1051"/>
                    </a:cubicBezTo>
                    <a:cubicBezTo>
                      <a:pt x="1013" y="1051"/>
                      <a:pt x="1227" y="1013"/>
                      <a:pt x="1382" y="915"/>
                    </a:cubicBezTo>
                    <a:cubicBezTo>
                      <a:pt x="1557" y="818"/>
                      <a:pt x="1655" y="662"/>
                      <a:pt x="1655" y="526"/>
                    </a:cubicBezTo>
                    <a:cubicBezTo>
                      <a:pt x="1655" y="371"/>
                      <a:pt x="1557" y="234"/>
                      <a:pt x="1382" y="137"/>
                    </a:cubicBezTo>
                    <a:cubicBezTo>
                      <a:pt x="1227" y="44"/>
                      <a:pt x="1023" y="0"/>
                      <a:pt x="8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1"/>
              <p:cNvSpPr/>
              <p:nvPr/>
            </p:nvSpPr>
            <p:spPr>
              <a:xfrm>
                <a:off x="829475" y="11430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04"/>
                    </a:moveTo>
                    <a:cubicBezTo>
                      <a:pt x="1012" y="204"/>
                      <a:pt x="1148" y="224"/>
                      <a:pt x="1265" y="302"/>
                    </a:cubicBezTo>
                    <a:cubicBezTo>
                      <a:pt x="1362" y="360"/>
                      <a:pt x="1421" y="418"/>
                      <a:pt x="1421" y="496"/>
                    </a:cubicBezTo>
                    <a:cubicBezTo>
                      <a:pt x="1421" y="574"/>
                      <a:pt x="1362" y="613"/>
                      <a:pt x="1265" y="691"/>
                    </a:cubicBezTo>
                    <a:cubicBezTo>
                      <a:pt x="1148" y="769"/>
                      <a:pt x="993" y="807"/>
                      <a:pt x="837" y="807"/>
                    </a:cubicBezTo>
                    <a:cubicBezTo>
                      <a:pt x="681" y="807"/>
                      <a:pt x="526" y="769"/>
                      <a:pt x="409" y="691"/>
                    </a:cubicBezTo>
                    <a:cubicBezTo>
                      <a:pt x="312" y="652"/>
                      <a:pt x="253" y="574"/>
                      <a:pt x="253" y="496"/>
                    </a:cubicBezTo>
                    <a:cubicBezTo>
                      <a:pt x="253" y="418"/>
                      <a:pt x="312" y="379"/>
                      <a:pt x="409" y="302"/>
                    </a:cubicBezTo>
                    <a:cubicBezTo>
                      <a:pt x="526" y="224"/>
                      <a:pt x="701" y="204"/>
                      <a:pt x="837" y="204"/>
                    </a:cubicBezTo>
                    <a:close/>
                    <a:moveTo>
                      <a:pt x="844" y="0"/>
                    </a:moveTo>
                    <a:cubicBezTo>
                      <a:pt x="642" y="0"/>
                      <a:pt x="43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71"/>
                      <a:pt x="98" y="807"/>
                      <a:pt x="273" y="924"/>
                    </a:cubicBezTo>
                    <a:cubicBezTo>
                      <a:pt x="448" y="1021"/>
                      <a:pt x="642" y="1060"/>
                      <a:pt x="837" y="1060"/>
                    </a:cubicBezTo>
                    <a:cubicBezTo>
                      <a:pt x="1012" y="1060"/>
                      <a:pt x="1168" y="1041"/>
                      <a:pt x="1323" y="963"/>
                    </a:cubicBezTo>
                    <a:cubicBezTo>
                      <a:pt x="1343" y="944"/>
                      <a:pt x="1362" y="944"/>
                      <a:pt x="1401" y="924"/>
                    </a:cubicBezTo>
                    <a:cubicBezTo>
                      <a:pt x="1440" y="885"/>
                      <a:pt x="1499" y="846"/>
                      <a:pt x="1537" y="80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46" y="49"/>
                      <a:pt x="1046" y="0"/>
                      <a:pt x="8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1"/>
              <p:cNvSpPr/>
              <p:nvPr/>
            </p:nvSpPr>
            <p:spPr>
              <a:xfrm>
                <a:off x="745325" y="1062750"/>
                <a:ext cx="413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2" extrusionOk="0">
                    <a:moveTo>
                      <a:pt x="798" y="225"/>
                    </a:moveTo>
                    <a:cubicBezTo>
                      <a:pt x="974" y="225"/>
                      <a:pt x="1110" y="264"/>
                      <a:pt x="1226" y="322"/>
                    </a:cubicBezTo>
                    <a:cubicBezTo>
                      <a:pt x="1324" y="380"/>
                      <a:pt x="1382" y="458"/>
                      <a:pt x="1382" y="517"/>
                    </a:cubicBezTo>
                    <a:cubicBezTo>
                      <a:pt x="1382" y="594"/>
                      <a:pt x="1324" y="653"/>
                      <a:pt x="1226" y="731"/>
                    </a:cubicBezTo>
                    <a:cubicBezTo>
                      <a:pt x="1119" y="799"/>
                      <a:pt x="964" y="833"/>
                      <a:pt x="806" y="833"/>
                    </a:cubicBezTo>
                    <a:cubicBezTo>
                      <a:pt x="648" y="833"/>
                      <a:pt x="487" y="799"/>
                      <a:pt x="370" y="731"/>
                    </a:cubicBezTo>
                    <a:cubicBezTo>
                      <a:pt x="273" y="672"/>
                      <a:pt x="215" y="594"/>
                      <a:pt x="215" y="517"/>
                    </a:cubicBezTo>
                    <a:cubicBezTo>
                      <a:pt x="215" y="458"/>
                      <a:pt x="273" y="400"/>
                      <a:pt x="370" y="322"/>
                    </a:cubicBezTo>
                    <a:cubicBezTo>
                      <a:pt x="487" y="264"/>
                      <a:pt x="662" y="225"/>
                      <a:pt x="798" y="225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50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72"/>
                      <a:pt x="98" y="828"/>
                      <a:pt x="273" y="925"/>
                    </a:cubicBezTo>
                    <a:cubicBezTo>
                      <a:pt x="429" y="1022"/>
                      <a:pt x="623" y="1061"/>
                      <a:pt x="818" y="1061"/>
                    </a:cubicBezTo>
                    <a:cubicBezTo>
                      <a:pt x="993" y="1061"/>
                      <a:pt x="1168" y="1042"/>
                      <a:pt x="1304" y="964"/>
                    </a:cubicBezTo>
                    <a:cubicBezTo>
                      <a:pt x="1343" y="964"/>
                      <a:pt x="1363" y="964"/>
                      <a:pt x="1382" y="945"/>
                    </a:cubicBezTo>
                    <a:cubicBezTo>
                      <a:pt x="1440" y="925"/>
                      <a:pt x="1479" y="867"/>
                      <a:pt x="1538" y="828"/>
                    </a:cubicBezTo>
                    <a:cubicBezTo>
                      <a:pt x="1596" y="750"/>
                      <a:pt x="1654" y="653"/>
                      <a:pt x="1654" y="536"/>
                    </a:cubicBezTo>
                    <a:cubicBezTo>
                      <a:pt x="1654" y="38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1"/>
              <p:cNvSpPr/>
              <p:nvPr/>
            </p:nvSpPr>
            <p:spPr>
              <a:xfrm>
                <a:off x="825100" y="10778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7" y="243"/>
                    </a:moveTo>
                    <a:cubicBezTo>
                      <a:pt x="993" y="243"/>
                      <a:pt x="1129" y="263"/>
                      <a:pt x="1265" y="341"/>
                    </a:cubicBezTo>
                    <a:cubicBezTo>
                      <a:pt x="1343" y="379"/>
                      <a:pt x="1401" y="457"/>
                      <a:pt x="1401" y="535"/>
                    </a:cubicBezTo>
                    <a:cubicBezTo>
                      <a:pt x="1401" y="613"/>
                      <a:pt x="1343" y="652"/>
                      <a:pt x="1265" y="730"/>
                    </a:cubicBezTo>
                    <a:cubicBezTo>
                      <a:pt x="1139" y="798"/>
                      <a:pt x="978" y="832"/>
                      <a:pt x="820" y="832"/>
                    </a:cubicBezTo>
                    <a:cubicBezTo>
                      <a:pt x="662" y="832"/>
                      <a:pt x="506" y="798"/>
                      <a:pt x="389" y="730"/>
                    </a:cubicBezTo>
                    <a:cubicBezTo>
                      <a:pt x="292" y="671"/>
                      <a:pt x="234" y="613"/>
                      <a:pt x="234" y="535"/>
                    </a:cubicBezTo>
                    <a:cubicBezTo>
                      <a:pt x="234" y="457"/>
                      <a:pt x="292" y="399"/>
                      <a:pt x="389" y="341"/>
                    </a:cubicBezTo>
                    <a:cubicBezTo>
                      <a:pt x="506" y="263"/>
                      <a:pt x="681" y="243"/>
                      <a:pt x="817" y="24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71"/>
                      <a:pt x="98" y="827"/>
                      <a:pt x="253" y="924"/>
                    </a:cubicBezTo>
                    <a:cubicBezTo>
                      <a:pt x="428" y="1021"/>
                      <a:pt x="623" y="1060"/>
                      <a:pt x="817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cubicBezTo>
                      <a:pt x="1323" y="963"/>
                      <a:pt x="1362" y="944"/>
                      <a:pt x="1382" y="944"/>
                    </a:cubicBezTo>
                    <a:cubicBezTo>
                      <a:pt x="1421" y="924"/>
                      <a:pt x="1479" y="866"/>
                      <a:pt x="1518" y="827"/>
                    </a:cubicBezTo>
                    <a:cubicBezTo>
                      <a:pt x="1596" y="749"/>
                      <a:pt x="1654" y="652"/>
                      <a:pt x="1654" y="555"/>
                    </a:cubicBezTo>
                    <a:cubicBezTo>
                      <a:pt x="1654" y="379"/>
                      <a:pt x="1557" y="263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1"/>
              <p:cNvSpPr/>
              <p:nvPr/>
            </p:nvSpPr>
            <p:spPr>
              <a:xfrm>
                <a:off x="987050" y="1141075"/>
                <a:ext cx="42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061" extrusionOk="0">
                    <a:moveTo>
                      <a:pt x="837" y="243"/>
                    </a:moveTo>
                    <a:cubicBezTo>
                      <a:pt x="1013" y="243"/>
                      <a:pt x="1149" y="263"/>
                      <a:pt x="1265" y="341"/>
                    </a:cubicBezTo>
                    <a:cubicBezTo>
                      <a:pt x="1363" y="380"/>
                      <a:pt x="1421" y="457"/>
                      <a:pt x="1421" y="535"/>
                    </a:cubicBezTo>
                    <a:cubicBezTo>
                      <a:pt x="1421" y="613"/>
                      <a:pt x="1363" y="652"/>
                      <a:pt x="1265" y="730"/>
                    </a:cubicBezTo>
                    <a:cubicBezTo>
                      <a:pt x="1158" y="798"/>
                      <a:pt x="1003" y="832"/>
                      <a:pt x="842" y="832"/>
                    </a:cubicBezTo>
                    <a:cubicBezTo>
                      <a:pt x="682" y="832"/>
                      <a:pt x="516" y="798"/>
                      <a:pt x="390" y="730"/>
                    </a:cubicBezTo>
                    <a:cubicBezTo>
                      <a:pt x="293" y="671"/>
                      <a:pt x="254" y="613"/>
                      <a:pt x="254" y="535"/>
                    </a:cubicBezTo>
                    <a:cubicBezTo>
                      <a:pt x="254" y="457"/>
                      <a:pt x="293" y="399"/>
                      <a:pt x="390" y="341"/>
                    </a:cubicBezTo>
                    <a:cubicBezTo>
                      <a:pt x="526" y="263"/>
                      <a:pt x="682" y="243"/>
                      <a:pt x="837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80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1013" y="1061"/>
                      <a:pt x="1168" y="1022"/>
                      <a:pt x="1343" y="963"/>
                    </a:cubicBezTo>
                    <a:cubicBezTo>
                      <a:pt x="1363" y="963"/>
                      <a:pt x="1402" y="944"/>
                      <a:pt x="1421" y="944"/>
                    </a:cubicBezTo>
                    <a:cubicBezTo>
                      <a:pt x="1499" y="924"/>
                      <a:pt x="1538" y="866"/>
                      <a:pt x="1557" y="827"/>
                    </a:cubicBezTo>
                    <a:cubicBezTo>
                      <a:pt x="1635" y="749"/>
                      <a:pt x="1693" y="652"/>
                      <a:pt x="1693" y="555"/>
                    </a:cubicBezTo>
                    <a:cubicBezTo>
                      <a:pt x="1693" y="380"/>
                      <a:pt x="1596" y="243"/>
                      <a:pt x="1402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1"/>
              <p:cNvSpPr/>
              <p:nvPr/>
            </p:nvSpPr>
            <p:spPr>
              <a:xfrm>
                <a:off x="731725" y="96207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17" y="244"/>
                    </a:moveTo>
                    <a:cubicBezTo>
                      <a:pt x="973" y="244"/>
                      <a:pt x="1128" y="263"/>
                      <a:pt x="1245" y="341"/>
                    </a:cubicBezTo>
                    <a:cubicBezTo>
                      <a:pt x="1342" y="400"/>
                      <a:pt x="1401" y="477"/>
                      <a:pt x="1401" y="536"/>
                    </a:cubicBezTo>
                    <a:cubicBezTo>
                      <a:pt x="1401" y="614"/>
                      <a:pt x="1342" y="672"/>
                      <a:pt x="1245" y="730"/>
                    </a:cubicBezTo>
                    <a:cubicBezTo>
                      <a:pt x="1128" y="808"/>
                      <a:pt x="973" y="847"/>
                      <a:pt x="815" y="847"/>
                    </a:cubicBezTo>
                    <a:cubicBezTo>
                      <a:pt x="657" y="847"/>
                      <a:pt x="496" y="808"/>
                      <a:pt x="370" y="730"/>
                    </a:cubicBezTo>
                    <a:cubicBezTo>
                      <a:pt x="272" y="691"/>
                      <a:pt x="233" y="614"/>
                      <a:pt x="233" y="536"/>
                    </a:cubicBezTo>
                    <a:cubicBezTo>
                      <a:pt x="233" y="477"/>
                      <a:pt x="272" y="419"/>
                      <a:pt x="370" y="341"/>
                    </a:cubicBezTo>
                    <a:cubicBezTo>
                      <a:pt x="486" y="283"/>
                      <a:pt x="662" y="244"/>
                      <a:pt x="817" y="244"/>
                    </a:cubicBezTo>
                    <a:close/>
                    <a:moveTo>
                      <a:pt x="829" y="1"/>
                    </a:moveTo>
                    <a:cubicBezTo>
                      <a:pt x="627" y="1"/>
                      <a:pt x="428" y="49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91"/>
                      <a:pt x="97" y="828"/>
                      <a:pt x="272" y="925"/>
                    </a:cubicBezTo>
                    <a:cubicBezTo>
                      <a:pt x="448" y="1022"/>
                      <a:pt x="642" y="1081"/>
                      <a:pt x="837" y="1081"/>
                    </a:cubicBezTo>
                    <a:cubicBezTo>
                      <a:pt x="1012" y="1081"/>
                      <a:pt x="1187" y="1022"/>
                      <a:pt x="1342" y="983"/>
                    </a:cubicBezTo>
                    <a:cubicBezTo>
                      <a:pt x="1362" y="983"/>
                      <a:pt x="1401" y="964"/>
                      <a:pt x="1401" y="964"/>
                    </a:cubicBezTo>
                    <a:lnTo>
                      <a:pt x="1537" y="808"/>
                    </a:lnTo>
                    <a:cubicBezTo>
                      <a:pt x="1615" y="730"/>
                      <a:pt x="1654" y="633"/>
                      <a:pt x="1654" y="536"/>
                    </a:cubicBezTo>
                    <a:cubicBezTo>
                      <a:pt x="1654" y="400"/>
                      <a:pt x="1556" y="244"/>
                      <a:pt x="1401" y="147"/>
                    </a:cubicBezTo>
                    <a:cubicBezTo>
                      <a:pt x="1235" y="49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1"/>
              <p:cNvSpPr/>
              <p:nvPr/>
            </p:nvSpPr>
            <p:spPr>
              <a:xfrm>
                <a:off x="973925" y="10710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798" y="244"/>
                    </a:moveTo>
                    <a:cubicBezTo>
                      <a:pt x="973" y="244"/>
                      <a:pt x="1110" y="263"/>
                      <a:pt x="1246" y="341"/>
                    </a:cubicBezTo>
                    <a:cubicBezTo>
                      <a:pt x="1343" y="380"/>
                      <a:pt x="1382" y="458"/>
                      <a:pt x="1382" y="536"/>
                    </a:cubicBezTo>
                    <a:cubicBezTo>
                      <a:pt x="1382" y="614"/>
                      <a:pt x="1324" y="652"/>
                      <a:pt x="1246" y="730"/>
                    </a:cubicBezTo>
                    <a:cubicBezTo>
                      <a:pt x="1129" y="808"/>
                      <a:pt x="968" y="847"/>
                      <a:pt x="808" y="847"/>
                    </a:cubicBezTo>
                    <a:cubicBezTo>
                      <a:pt x="647" y="847"/>
                      <a:pt x="487" y="808"/>
                      <a:pt x="370" y="730"/>
                    </a:cubicBezTo>
                    <a:cubicBezTo>
                      <a:pt x="273" y="691"/>
                      <a:pt x="215" y="614"/>
                      <a:pt x="215" y="536"/>
                    </a:cubicBezTo>
                    <a:cubicBezTo>
                      <a:pt x="215" y="458"/>
                      <a:pt x="273" y="419"/>
                      <a:pt x="370" y="341"/>
                    </a:cubicBezTo>
                    <a:cubicBezTo>
                      <a:pt x="487" y="263"/>
                      <a:pt x="662" y="244"/>
                      <a:pt x="798" y="244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91"/>
                      <a:pt x="98" y="828"/>
                      <a:pt x="273" y="925"/>
                    </a:cubicBezTo>
                    <a:cubicBezTo>
                      <a:pt x="429" y="1022"/>
                      <a:pt x="623" y="1080"/>
                      <a:pt x="818" y="1080"/>
                    </a:cubicBezTo>
                    <a:cubicBezTo>
                      <a:pt x="993" y="1080"/>
                      <a:pt x="1187" y="1022"/>
                      <a:pt x="1343" y="944"/>
                    </a:cubicBezTo>
                    <a:cubicBezTo>
                      <a:pt x="1362" y="944"/>
                      <a:pt x="1362" y="925"/>
                      <a:pt x="1382" y="925"/>
                    </a:cubicBezTo>
                    <a:cubicBezTo>
                      <a:pt x="1440" y="905"/>
                      <a:pt x="1479" y="847"/>
                      <a:pt x="1538" y="808"/>
                    </a:cubicBez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1"/>
              <p:cNvSpPr/>
              <p:nvPr/>
            </p:nvSpPr>
            <p:spPr>
              <a:xfrm>
                <a:off x="1016250" y="100197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37" y="243"/>
                    </a:moveTo>
                    <a:cubicBezTo>
                      <a:pt x="1012" y="243"/>
                      <a:pt x="1148" y="263"/>
                      <a:pt x="1265" y="341"/>
                    </a:cubicBezTo>
                    <a:cubicBezTo>
                      <a:pt x="1362" y="379"/>
                      <a:pt x="1420" y="457"/>
                      <a:pt x="1420" y="535"/>
                    </a:cubicBezTo>
                    <a:cubicBezTo>
                      <a:pt x="1420" y="593"/>
                      <a:pt x="1362" y="652"/>
                      <a:pt x="1265" y="730"/>
                    </a:cubicBezTo>
                    <a:cubicBezTo>
                      <a:pt x="1148" y="798"/>
                      <a:pt x="992" y="832"/>
                      <a:pt x="834" y="832"/>
                    </a:cubicBezTo>
                    <a:cubicBezTo>
                      <a:pt x="676" y="832"/>
                      <a:pt x="516" y="798"/>
                      <a:pt x="389" y="730"/>
                    </a:cubicBezTo>
                    <a:cubicBezTo>
                      <a:pt x="292" y="671"/>
                      <a:pt x="253" y="593"/>
                      <a:pt x="253" y="535"/>
                    </a:cubicBezTo>
                    <a:cubicBezTo>
                      <a:pt x="253" y="457"/>
                      <a:pt x="292" y="399"/>
                      <a:pt x="389" y="341"/>
                    </a:cubicBezTo>
                    <a:cubicBezTo>
                      <a:pt x="525" y="263"/>
                      <a:pt x="681" y="243"/>
                      <a:pt x="837" y="243"/>
                    </a:cubicBezTo>
                    <a:close/>
                    <a:moveTo>
                      <a:pt x="829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7" y="243"/>
                      <a:pt x="0" y="379"/>
                      <a:pt x="0" y="535"/>
                    </a:cubicBezTo>
                    <a:cubicBezTo>
                      <a:pt x="0" y="671"/>
                      <a:pt x="97" y="827"/>
                      <a:pt x="273" y="924"/>
                    </a:cubicBezTo>
                    <a:cubicBezTo>
                      <a:pt x="448" y="1021"/>
                      <a:pt x="642" y="1060"/>
                      <a:pt x="837" y="1060"/>
                    </a:cubicBezTo>
                    <a:cubicBezTo>
                      <a:pt x="1012" y="1060"/>
                      <a:pt x="1167" y="1041"/>
                      <a:pt x="1323" y="963"/>
                    </a:cubicBezTo>
                    <a:cubicBezTo>
                      <a:pt x="1343" y="944"/>
                      <a:pt x="1401" y="944"/>
                      <a:pt x="1420" y="924"/>
                    </a:cubicBezTo>
                    <a:cubicBezTo>
                      <a:pt x="1459" y="885"/>
                      <a:pt x="1498" y="866"/>
                      <a:pt x="1537" y="827"/>
                    </a:cubicBezTo>
                    <a:cubicBezTo>
                      <a:pt x="1615" y="749"/>
                      <a:pt x="1654" y="613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1"/>
              <p:cNvSpPr/>
              <p:nvPr/>
            </p:nvSpPr>
            <p:spPr>
              <a:xfrm>
                <a:off x="989500" y="89302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37" y="224"/>
                    </a:moveTo>
                    <a:cubicBezTo>
                      <a:pt x="973" y="224"/>
                      <a:pt x="1148" y="243"/>
                      <a:pt x="1265" y="321"/>
                    </a:cubicBezTo>
                    <a:cubicBezTo>
                      <a:pt x="1362" y="360"/>
                      <a:pt x="1420" y="438"/>
                      <a:pt x="1420" y="516"/>
                    </a:cubicBezTo>
                    <a:cubicBezTo>
                      <a:pt x="1420" y="574"/>
                      <a:pt x="1362" y="632"/>
                      <a:pt x="1265" y="710"/>
                    </a:cubicBezTo>
                    <a:cubicBezTo>
                      <a:pt x="1158" y="778"/>
                      <a:pt x="1002" y="812"/>
                      <a:pt x="842" y="812"/>
                    </a:cubicBezTo>
                    <a:cubicBezTo>
                      <a:pt x="681" y="812"/>
                      <a:pt x="516" y="778"/>
                      <a:pt x="389" y="710"/>
                    </a:cubicBezTo>
                    <a:cubicBezTo>
                      <a:pt x="292" y="652"/>
                      <a:pt x="253" y="574"/>
                      <a:pt x="253" y="516"/>
                    </a:cubicBezTo>
                    <a:cubicBezTo>
                      <a:pt x="253" y="438"/>
                      <a:pt x="292" y="380"/>
                      <a:pt x="389" y="321"/>
                    </a:cubicBezTo>
                    <a:cubicBezTo>
                      <a:pt x="525" y="243"/>
                      <a:pt x="681" y="224"/>
                      <a:pt x="837" y="224"/>
                    </a:cubicBezTo>
                    <a:close/>
                    <a:moveTo>
                      <a:pt x="829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71"/>
                      <a:pt x="97" y="827"/>
                      <a:pt x="273" y="924"/>
                    </a:cubicBezTo>
                    <a:cubicBezTo>
                      <a:pt x="448" y="1022"/>
                      <a:pt x="642" y="1060"/>
                      <a:pt x="837" y="1060"/>
                    </a:cubicBezTo>
                    <a:cubicBezTo>
                      <a:pt x="973" y="1060"/>
                      <a:pt x="1129" y="1041"/>
                      <a:pt x="1265" y="1002"/>
                    </a:cubicBezTo>
                    <a:cubicBezTo>
                      <a:pt x="1323" y="963"/>
                      <a:pt x="1362" y="944"/>
                      <a:pt x="1401" y="924"/>
                    </a:cubicBezTo>
                    <a:cubicBezTo>
                      <a:pt x="1459" y="905"/>
                      <a:pt x="1498" y="866"/>
                      <a:pt x="1518" y="846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80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1"/>
              <p:cNvSpPr/>
              <p:nvPr/>
            </p:nvSpPr>
            <p:spPr>
              <a:xfrm>
                <a:off x="1071700" y="90955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798" y="244"/>
                    </a:moveTo>
                    <a:cubicBezTo>
                      <a:pt x="973" y="244"/>
                      <a:pt x="1109" y="263"/>
                      <a:pt x="1245" y="341"/>
                    </a:cubicBezTo>
                    <a:cubicBezTo>
                      <a:pt x="1342" y="380"/>
                      <a:pt x="1381" y="458"/>
                      <a:pt x="1381" y="536"/>
                    </a:cubicBezTo>
                    <a:cubicBezTo>
                      <a:pt x="1381" y="594"/>
                      <a:pt x="1342" y="652"/>
                      <a:pt x="1245" y="730"/>
                    </a:cubicBezTo>
                    <a:cubicBezTo>
                      <a:pt x="1138" y="789"/>
                      <a:pt x="978" y="818"/>
                      <a:pt x="815" y="818"/>
                    </a:cubicBezTo>
                    <a:cubicBezTo>
                      <a:pt x="652" y="818"/>
                      <a:pt x="486" y="789"/>
                      <a:pt x="370" y="730"/>
                    </a:cubicBezTo>
                    <a:cubicBezTo>
                      <a:pt x="272" y="672"/>
                      <a:pt x="214" y="594"/>
                      <a:pt x="214" y="536"/>
                    </a:cubicBezTo>
                    <a:cubicBezTo>
                      <a:pt x="214" y="458"/>
                      <a:pt x="272" y="399"/>
                      <a:pt x="370" y="341"/>
                    </a:cubicBezTo>
                    <a:cubicBezTo>
                      <a:pt x="486" y="263"/>
                      <a:pt x="662" y="244"/>
                      <a:pt x="798" y="244"/>
                    </a:cubicBezTo>
                    <a:close/>
                    <a:moveTo>
                      <a:pt x="827" y="1"/>
                    </a:moveTo>
                    <a:cubicBezTo>
                      <a:pt x="627" y="1"/>
                      <a:pt x="428" y="49"/>
                      <a:pt x="272" y="147"/>
                    </a:cubicBezTo>
                    <a:cubicBezTo>
                      <a:pt x="97" y="244"/>
                      <a:pt x="0" y="380"/>
                      <a:pt x="0" y="536"/>
                    </a:cubicBezTo>
                    <a:cubicBezTo>
                      <a:pt x="0" y="672"/>
                      <a:pt x="97" y="827"/>
                      <a:pt x="272" y="905"/>
                    </a:cubicBezTo>
                    <a:cubicBezTo>
                      <a:pt x="448" y="1022"/>
                      <a:pt x="642" y="1061"/>
                      <a:pt x="837" y="1061"/>
                    </a:cubicBezTo>
                    <a:cubicBezTo>
                      <a:pt x="992" y="1061"/>
                      <a:pt x="1167" y="1041"/>
                      <a:pt x="1284" y="964"/>
                    </a:cubicBezTo>
                    <a:cubicBezTo>
                      <a:pt x="1323" y="944"/>
                      <a:pt x="1362" y="944"/>
                      <a:pt x="1381" y="905"/>
                    </a:cubicBezTo>
                    <a:cubicBezTo>
                      <a:pt x="1440" y="886"/>
                      <a:pt x="1459" y="866"/>
                      <a:pt x="1518" y="827"/>
                    </a:cubicBezTo>
                    <a:cubicBezTo>
                      <a:pt x="1615" y="730"/>
                      <a:pt x="1654" y="633"/>
                      <a:pt x="1654" y="536"/>
                    </a:cubicBezTo>
                    <a:cubicBezTo>
                      <a:pt x="1654" y="380"/>
                      <a:pt x="1556" y="244"/>
                      <a:pt x="1381" y="147"/>
                    </a:cubicBezTo>
                    <a:cubicBezTo>
                      <a:pt x="1226" y="49"/>
                      <a:pt x="1026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1"/>
              <p:cNvSpPr/>
              <p:nvPr/>
            </p:nvSpPr>
            <p:spPr>
              <a:xfrm>
                <a:off x="939875" y="8030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24"/>
                    </a:moveTo>
                    <a:cubicBezTo>
                      <a:pt x="974" y="224"/>
                      <a:pt x="1129" y="243"/>
                      <a:pt x="1265" y="321"/>
                    </a:cubicBezTo>
                    <a:cubicBezTo>
                      <a:pt x="1363" y="360"/>
                      <a:pt x="1402" y="438"/>
                      <a:pt x="1402" y="516"/>
                    </a:cubicBezTo>
                    <a:cubicBezTo>
                      <a:pt x="1402" y="574"/>
                      <a:pt x="1363" y="632"/>
                      <a:pt x="1265" y="710"/>
                    </a:cubicBezTo>
                    <a:cubicBezTo>
                      <a:pt x="1158" y="778"/>
                      <a:pt x="998" y="812"/>
                      <a:pt x="835" y="812"/>
                    </a:cubicBezTo>
                    <a:cubicBezTo>
                      <a:pt x="672" y="812"/>
                      <a:pt x="507" y="778"/>
                      <a:pt x="390" y="710"/>
                    </a:cubicBezTo>
                    <a:cubicBezTo>
                      <a:pt x="293" y="652"/>
                      <a:pt x="234" y="574"/>
                      <a:pt x="234" y="516"/>
                    </a:cubicBezTo>
                    <a:cubicBezTo>
                      <a:pt x="234" y="438"/>
                      <a:pt x="293" y="379"/>
                      <a:pt x="390" y="321"/>
                    </a:cubicBezTo>
                    <a:cubicBezTo>
                      <a:pt x="507" y="243"/>
                      <a:pt x="682" y="224"/>
                      <a:pt x="818" y="22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79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cubicBezTo>
                      <a:pt x="1343" y="944"/>
                      <a:pt x="1363" y="944"/>
                      <a:pt x="1382" y="924"/>
                    </a:cubicBezTo>
                    <a:cubicBezTo>
                      <a:pt x="1460" y="905"/>
                      <a:pt x="1499" y="846"/>
                      <a:pt x="1538" y="827"/>
                    </a:cubicBezTo>
                    <a:cubicBezTo>
                      <a:pt x="1596" y="749"/>
                      <a:pt x="1654" y="652"/>
                      <a:pt x="1654" y="535"/>
                    </a:cubicBezTo>
                    <a:cubicBezTo>
                      <a:pt x="1654" y="37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1"/>
              <p:cNvSpPr/>
              <p:nvPr/>
            </p:nvSpPr>
            <p:spPr>
              <a:xfrm>
                <a:off x="1066825" y="8448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43"/>
                    </a:moveTo>
                    <a:cubicBezTo>
                      <a:pt x="993" y="243"/>
                      <a:pt x="1148" y="263"/>
                      <a:pt x="1265" y="341"/>
                    </a:cubicBezTo>
                    <a:cubicBezTo>
                      <a:pt x="1362" y="399"/>
                      <a:pt x="1421" y="457"/>
                      <a:pt x="1421" y="535"/>
                    </a:cubicBezTo>
                    <a:cubicBezTo>
                      <a:pt x="1421" y="613"/>
                      <a:pt x="1362" y="652"/>
                      <a:pt x="1265" y="730"/>
                    </a:cubicBezTo>
                    <a:cubicBezTo>
                      <a:pt x="1158" y="808"/>
                      <a:pt x="1002" y="846"/>
                      <a:pt x="842" y="846"/>
                    </a:cubicBezTo>
                    <a:cubicBezTo>
                      <a:pt x="681" y="846"/>
                      <a:pt x="516" y="808"/>
                      <a:pt x="390" y="730"/>
                    </a:cubicBezTo>
                    <a:cubicBezTo>
                      <a:pt x="292" y="691"/>
                      <a:pt x="253" y="613"/>
                      <a:pt x="253" y="535"/>
                    </a:cubicBezTo>
                    <a:cubicBezTo>
                      <a:pt x="253" y="457"/>
                      <a:pt x="292" y="418"/>
                      <a:pt x="390" y="341"/>
                    </a:cubicBezTo>
                    <a:cubicBezTo>
                      <a:pt x="506" y="263"/>
                      <a:pt x="681" y="243"/>
                      <a:pt x="837" y="243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91"/>
                      <a:pt x="98" y="827"/>
                      <a:pt x="273" y="924"/>
                    </a:cubicBezTo>
                    <a:cubicBezTo>
                      <a:pt x="448" y="1022"/>
                      <a:pt x="643" y="1060"/>
                      <a:pt x="837" y="1060"/>
                    </a:cubicBezTo>
                    <a:cubicBezTo>
                      <a:pt x="993" y="1060"/>
                      <a:pt x="1168" y="1041"/>
                      <a:pt x="1323" y="963"/>
                    </a:cubicBezTo>
                    <a:cubicBezTo>
                      <a:pt x="1343" y="944"/>
                      <a:pt x="1362" y="944"/>
                      <a:pt x="1382" y="924"/>
                    </a:cubicBezTo>
                    <a:cubicBezTo>
                      <a:pt x="1460" y="924"/>
                      <a:pt x="1518" y="885"/>
                      <a:pt x="1537" y="82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9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1"/>
              <p:cNvSpPr/>
              <p:nvPr/>
            </p:nvSpPr>
            <p:spPr>
              <a:xfrm>
                <a:off x="829000" y="67610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17" y="205"/>
                    </a:moveTo>
                    <a:cubicBezTo>
                      <a:pt x="973" y="205"/>
                      <a:pt x="1128" y="243"/>
                      <a:pt x="1245" y="302"/>
                    </a:cubicBezTo>
                    <a:cubicBezTo>
                      <a:pt x="1342" y="360"/>
                      <a:pt x="1401" y="438"/>
                      <a:pt x="1401" y="496"/>
                    </a:cubicBezTo>
                    <a:cubicBezTo>
                      <a:pt x="1401" y="574"/>
                      <a:pt x="1342" y="633"/>
                      <a:pt x="1245" y="691"/>
                    </a:cubicBezTo>
                    <a:cubicBezTo>
                      <a:pt x="1138" y="769"/>
                      <a:pt x="983" y="808"/>
                      <a:pt x="822" y="808"/>
                    </a:cubicBezTo>
                    <a:cubicBezTo>
                      <a:pt x="661" y="808"/>
                      <a:pt x="496" y="769"/>
                      <a:pt x="370" y="691"/>
                    </a:cubicBezTo>
                    <a:cubicBezTo>
                      <a:pt x="272" y="652"/>
                      <a:pt x="233" y="574"/>
                      <a:pt x="233" y="496"/>
                    </a:cubicBezTo>
                    <a:cubicBezTo>
                      <a:pt x="233" y="438"/>
                      <a:pt x="272" y="380"/>
                      <a:pt x="370" y="302"/>
                    </a:cubicBezTo>
                    <a:cubicBezTo>
                      <a:pt x="486" y="243"/>
                      <a:pt x="661" y="205"/>
                      <a:pt x="817" y="205"/>
                    </a:cubicBezTo>
                    <a:close/>
                    <a:moveTo>
                      <a:pt x="829" y="0"/>
                    </a:moveTo>
                    <a:cubicBezTo>
                      <a:pt x="627" y="0"/>
                      <a:pt x="428" y="49"/>
                      <a:pt x="272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71"/>
                      <a:pt x="97" y="827"/>
                      <a:pt x="272" y="924"/>
                    </a:cubicBezTo>
                    <a:cubicBezTo>
                      <a:pt x="447" y="1022"/>
                      <a:pt x="642" y="1061"/>
                      <a:pt x="837" y="1061"/>
                    </a:cubicBezTo>
                    <a:cubicBezTo>
                      <a:pt x="973" y="1061"/>
                      <a:pt x="1148" y="1041"/>
                      <a:pt x="1265" y="983"/>
                    </a:cubicBezTo>
                    <a:cubicBezTo>
                      <a:pt x="1323" y="963"/>
                      <a:pt x="1342" y="963"/>
                      <a:pt x="1381" y="944"/>
                    </a:cubicBezTo>
                    <a:cubicBezTo>
                      <a:pt x="1440" y="885"/>
                      <a:pt x="1459" y="866"/>
                      <a:pt x="1518" y="84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80"/>
                      <a:pt x="1556" y="243"/>
                      <a:pt x="1401" y="146"/>
                    </a:cubicBezTo>
                    <a:cubicBezTo>
                      <a:pt x="1235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1"/>
              <p:cNvSpPr/>
              <p:nvPr/>
            </p:nvSpPr>
            <p:spPr>
              <a:xfrm>
                <a:off x="1183550" y="103650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44"/>
                    </a:moveTo>
                    <a:cubicBezTo>
                      <a:pt x="993" y="244"/>
                      <a:pt x="1149" y="263"/>
                      <a:pt x="1265" y="341"/>
                    </a:cubicBezTo>
                    <a:cubicBezTo>
                      <a:pt x="1363" y="380"/>
                      <a:pt x="1401" y="458"/>
                      <a:pt x="1401" y="535"/>
                    </a:cubicBezTo>
                    <a:cubicBezTo>
                      <a:pt x="1401" y="613"/>
                      <a:pt x="1363" y="652"/>
                      <a:pt x="1265" y="730"/>
                    </a:cubicBezTo>
                    <a:cubicBezTo>
                      <a:pt x="1139" y="798"/>
                      <a:pt x="973" y="832"/>
                      <a:pt x="813" y="832"/>
                    </a:cubicBezTo>
                    <a:cubicBezTo>
                      <a:pt x="652" y="832"/>
                      <a:pt x="497" y="798"/>
                      <a:pt x="390" y="730"/>
                    </a:cubicBezTo>
                    <a:cubicBezTo>
                      <a:pt x="293" y="672"/>
                      <a:pt x="254" y="613"/>
                      <a:pt x="254" y="535"/>
                    </a:cubicBezTo>
                    <a:cubicBezTo>
                      <a:pt x="254" y="458"/>
                      <a:pt x="293" y="419"/>
                      <a:pt x="390" y="341"/>
                    </a:cubicBezTo>
                    <a:cubicBezTo>
                      <a:pt x="507" y="263"/>
                      <a:pt x="682" y="244"/>
                      <a:pt x="837" y="24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72"/>
                      <a:pt x="98" y="827"/>
                      <a:pt x="273" y="925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993" y="1061"/>
                      <a:pt x="1149" y="1041"/>
                      <a:pt x="1285" y="963"/>
                    </a:cubicBezTo>
                    <a:cubicBezTo>
                      <a:pt x="1324" y="944"/>
                      <a:pt x="1363" y="944"/>
                      <a:pt x="1382" y="925"/>
                    </a:cubicBezTo>
                    <a:cubicBezTo>
                      <a:pt x="1440" y="905"/>
                      <a:pt x="1479" y="847"/>
                      <a:pt x="1518" y="827"/>
                    </a:cubicBezTo>
                    <a:cubicBezTo>
                      <a:pt x="1615" y="730"/>
                      <a:pt x="1654" y="633"/>
                      <a:pt x="1654" y="535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1"/>
              <p:cNvSpPr/>
              <p:nvPr/>
            </p:nvSpPr>
            <p:spPr>
              <a:xfrm>
                <a:off x="1110600" y="1025300"/>
                <a:ext cx="41375" cy="27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101" extrusionOk="0">
                    <a:moveTo>
                      <a:pt x="837" y="283"/>
                    </a:moveTo>
                    <a:cubicBezTo>
                      <a:pt x="993" y="283"/>
                      <a:pt x="1148" y="303"/>
                      <a:pt x="1265" y="380"/>
                    </a:cubicBezTo>
                    <a:cubicBezTo>
                      <a:pt x="1362" y="419"/>
                      <a:pt x="1401" y="497"/>
                      <a:pt x="1401" y="575"/>
                    </a:cubicBezTo>
                    <a:cubicBezTo>
                      <a:pt x="1401" y="633"/>
                      <a:pt x="1362" y="692"/>
                      <a:pt x="1265" y="769"/>
                    </a:cubicBezTo>
                    <a:cubicBezTo>
                      <a:pt x="1139" y="838"/>
                      <a:pt x="973" y="872"/>
                      <a:pt x="813" y="872"/>
                    </a:cubicBezTo>
                    <a:cubicBezTo>
                      <a:pt x="652" y="872"/>
                      <a:pt x="497" y="838"/>
                      <a:pt x="390" y="769"/>
                    </a:cubicBezTo>
                    <a:cubicBezTo>
                      <a:pt x="292" y="711"/>
                      <a:pt x="253" y="633"/>
                      <a:pt x="253" y="575"/>
                    </a:cubicBezTo>
                    <a:cubicBezTo>
                      <a:pt x="253" y="497"/>
                      <a:pt x="312" y="439"/>
                      <a:pt x="390" y="380"/>
                    </a:cubicBezTo>
                    <a:cubicBezTo>
                      <a:pt x="506" y="303"/>
                      <a:pt x="681" y="283"/>
                      <a:pt x="837" y="283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50"/>
                      <a:pt x="273" y="147"/>
                    </a:cubicBezTo>
                    <a:cubicBezTo>
                      <a:pt x="98" y="244"/>
                      <a:pt x="0" y="400"/>
                      <a:pt x="0" y="536"/>
                    </a:cubicBezTo>
                    <a:cubicBezTo>
                      <a:pt x="0" y="711"/>
                      <a:pt x="98" y="867"/>
                      <a:pt x="273" y="964"/>
                    </a:cubicBezTo>
                    <a:cubicBezTo>
                      <a:pt x="448" y="1061"/>
                      <a:pt x="642" y="1100"/>
                      <a:pt x="837" y="1100"/>
                    </a:cubicBezTo>
                    <a:cubicBezTo>
                      <a:pt x="993" y="1100"/>
                      <a:pt x="1168" y="1081"/>
                      <a:pt x="1323" y="1003"/>
                    </a:cubicBezTo>
                    <a:cubicBezTo>
                      <a:pt x="1343" y="1003"/>
                      <a:pt x="1362" y="983"/>
                      <a:pt x="1382" y="964"/>
                    </a:cubicBezTo>
                    <a:cubicBezTo>
                      <a:pt x="1440" y="925"/>
                      <a:pt x="1479" y="886"/>
                      <a:pt x="1537" y="828"/>
                    </a:cubicBezTo>
                    <a:cubicBezTo>
                      <a:pt x="1596" y="769"/>
                      <a:pt x="1654" y="67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1"/>
              <p:cNvSpPr/>
              <p:nvPr/>
            </p:nvSpPr>
            <p:spPr>
              <a:xfrm>
                <a:off x="894150" y="995150"/>
                <a:ext cx="41375" cy="260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42" extrusionOk="0">
                    <a:moveTo>
                      <a:pt x="838" y="224"/>
                    </a:moveTo>
                    <a:cubicBezTo>
                      <a:pt x="993" y="224"/>
                      <a:pt x="1149" y="244"/>
                      <a:pt x="1266" y="322"/>
                    </a:cubicBezTo>
                    <a:cubicBezTo>
                      <a:pt x="1363" y="361"/>
                      <a:pt x="1402" y="438"/>
                      <a:pt x="1402" y="516"/>
                    </a:cubicBezTo>
                    <a:cubicBezTo>
                      <a:pt x="1402" y="575"/>
                      <a:pt x="1363" y="633"/>
                      <a:pt x="1266" y="711"/>
                    </a:cubicBezTo>
                    <a:cubicBezTo>
                      <a:pt x="1139" y="779"/>
                      <a:pt x="974" y="813"/>
                      <a:pt x="813" y="813"/>
                    </a:cubicBezTo>
                    <a:cubicBezTo>
                      <a:pt x="653" y="813"/>
                      <a:pt x="497" y="779"/>
                      <a:pt x="390" y="711"/>
                    </a:cubicBezTo>
                    <a:cubicBezTo>
                      <a:pt x="293" y="652"/>
                      <a:pt x="254" y="575"/>
                      <a:pt x="254" y="516"/>
                    </a:cubicBezTo>
                    <a:cubicBezTo>
                      <a:pt x="254" y="438"/>
                      <a:pt x="293" y="361"/>
                      <a:pt x="390" y="322"/>
                    </a:cubicBezTo>
                    <a:cubicBezTo>
                      <a:pt x="507" y="244"/>
                      <a:pt x="682" y="224"/>
                      <a:pt x="838" y="224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52"/>
                      <a:pt x="98" y="808"/>
                      <a:pt x="273" y="886"/>
                    </a:cubicBezTo>
                    <a:cubicBezTo>
                      <a:pt x="448" y="1003"/>
                      <a:pt x="643" y="1042"/>
                      <a:pt x="838" y="1042"/>
                    </a:cubicBezTo>
                    <a:cubicBezTo>
                      <a:pt x="993" y="1042"/>
                      <a:pt x="1168" y="1022"/>
                      <a:pt x="1324" y="944"/>
                    </a:cubicBezTo>
                    <a:cubicBezTo>
                      <a:pt x="1343" y="944"/>
                      <a:pt x="1363" y="925"/>
                      <a:pt x="1382" y="925"/>
                    </a:cubicBezTo>
                    <a:cubicBezTo>
                      <a:pt x="1441" y="886"/>
                      <a:pt x="1480" y="847"/>
                      <a:pt x="1538" y="789"/>
                    </a:cubicBezTo>
                    <a:cubicBezTo>
                      <a:pt x="1596" y="730"/>
                      <a:pt x="1655" y="633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1"/>
              <p:cNvSpPr/>
              <p:nvPr/>
            </p:nvSpPr>
            <p:spPr>
              <a:xfrm>
                <a:off x="2246775" y="1758500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936" y="249"/>
                    </a:moveTo>
                    <a:cubicBezTo>
                      <a:pt x="1065" y="249"/>
                      <a:pt x="1191" y="287"/>
                      <a:pt x="1304" y="352"/>
                    </a:cubicBezTo>
                    <a:cubicBezTo>
                      <a:pt x="1382" y="390"/>
                      <a:pt x="1440" y="468"/>
                      <a:pt x="1440" y="546"/>
                    </a:cubicBezTo>
                    <a:cubicBezTo>
                      <a:pt x="1440" y="624"/>
                      <a:pt x="1401" y="663"/>
                      <a:pt x="1304" y="741"/>
                    </a:cubicBezTo>
                    <a:cubicBezTo>
                      <a:pt x="1177" y="809"/>
                      <a:pt x="1012" y="843"/>
                      <a:pt x="849" y="843"/>
                    </a:cubicBezTo>
                    <a:cubicBezTo>
                      <a:pt x="686" y="843"/>
                      <a:pt x="526" y="809"/>
                      <a:pt x="409" y="741"/>
                    </a:cubicBezTo>
                    <a:cubicBezTo>
                      <a:pt x="331" y="682"/>
                      <a:pt x="273" y="624"/>
                      <a:pt x="273" y="546"/>
                    </a:cubicBezTo>
                    <a:cubicBezTo>
                      <a:pt x="273" y="468"/>
                      <a:pt x="312" y="429"/>
                      <a:pt x="409" y="352"/>
                    </a:cubicBezTo>
                    <a:cubicBezTo>
                      <a:pt x="545" y="274"/>
                      <a:pt x="701" y="254"/>
                      <a:pt x="856" y="254"/>
                    </a:cubicBezTo>
                    <a:cubicBezTo>
                      <a:pt x="883" y="251"/>
                      <a:pt x="910" y="249"/>
                      <a:pt x="936" y="249"/>
                    </a:cubicBezTo>
                    <a:close/>
                    <a:moveTo>
                      <a:pt x="837" y="1"/>
                    </a:moveTo>
                    <a:cubicBezTo>
                      <a:pt x="657" y="1"/>
                      <a:pt x="477" y="35"/>
                      <a:pt x="331" y="99"/>
                    </a:cubicBezTo>
                    <a:cubicBezTo>
                      <a:pt x="292" y="99"/>
                      <a:pt x="273" y="138"/>
                      <a:pt x="253" y="138"/>
                    </a:cubicBezTo>
                    <a:lnTo>
                      <a:pt x="117" y="254"/>
                    </a:lnTo>
                    <a:cubicBezTo>
                      <a:pt x="59" y="332"/>
                      <a:pt x="0" y="429"/>
                      <a:pt x="0" y="527"/>
                    </a:cubicBezTo>
                    <a:cubicBezTo>
                      <a:pt x="0" y="663"/>
                      <a:pt x="98" y="799"/>
                      <a:pt x="273" y="916"/>
                    </a:cubicBezTo>
                    <a:cubicBezTo>
                      <a:pt x="448" y="1013"/>
                      <a:pt x="642" y="1052"/>
                      <a:pt x="837" y="1052"/>
                    </a:cubicBezTo>
                    <a:cubicBezTo>
                      <a:pt x="1031" y="1052"/>
                      <a:pt x="1245" y="1013"/>
                      <a:pt x="1401" y="916"/>
                    </a:cubicBezTo>
                    <a:cubicBezTo>
                      <a:pt x="1557" y="799"/>
                      <a:pt x="1654" y="663"/>
                      <a:pt x="1654" y="527"/>
                    </a:cubicBezTo>
                    <a:cubicBezTo>
                      <a:pt x="1654" y="371"/>
                      <a:pt x="1557" y="235"/>
                      <a:pt x="1401" y="138"/>
                    </a:cubicBezTo>
                    <a:cubicBezTo>
                      <a:pt x="1246" y="45"/>
                      <a:pt x="1041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1"/>
              <p:cNvSpPr/>
              <p:nvPr/>
            </p:nvSpPr>
            <p:spPr>
              <a:xfrm>
                <a:off x="2131975" y="165880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18" y="235"/>
                    </a:moveTo>
                    <a:cubicBezTo>
                      <a:pt x="993" y="235"/>
                      <a:pt x="1149" y="254"/>
                      <a:pt x="1265" y="332"/>
                    </a:cubicBezTo>
                    <a:cubicBezTo>
                      <a:pt x="1363" y="371"/>
                      <a:pt x="1421" y="449"/>
                      <a:pt x="1421" y="526"/>
                    </a:cubicBezTo>
                    <a:cubicBezTo>
                      <a:pt x="1421" y="585"/>
                      <a:pt x="1363" y="643"/>
                      <a:pt x="1265" y="721"/>
                    </a:cubicBezTo>
                    <a:cubicBezTo>
                      <a:pt x="1149" y="789"/>
                      <a:pt x="983" y="823"/>
                      <a:pt x="820" y="823"/>
                    </a:cubicBezTo>
                    <a:cubicBezTo>
                      <a:pt x="657" y="823"/>
                      <a:pt x="497" y="789"/>
                      <a:pt x="390" y="721"/>
                    </a:cubicBezTo>
                    <a:cubicBezTo>
                      <a:pt x="293" y="663"/>
                      <a:pt x="234" y="585"/>
                      <a:pt x="234" y="526"/>
                    </a:cubicBezTo>
                    <a:cubicBezTo>
                      <a:pt x="234" y="449"/>
                      <a:pt x="293" y="390"/>
                      <a:pt x="390" y="332"/>
                    </a:cubicBezTo>
                    <a:cubicBezTo>
                      <a:pt x="507" y="273"/>
                      <a:pt x="682" y="235"/>
                      <a:pt x="818" y="235"/>
                    </a:cubicBezTo>
                    <a:close/>
                    <a:moveTo>
                      <a:pt x="826" y="1"/>
                    </a:moveTo>
                    <a:cubicBezTo>
                      <a:pt x="648" y="1"/>
                      <a:pt x="467" y="35"/>
                      <a:pt x="312" y="98"/>
                    </a:cubicBezTo>
                    <a:cubicBezTo>
                      <a:pt x="293" y="98"/>
                      <a:pt x="273" y="137"/>
                      <a:pt x="254" y="137"/>
                    </a:cubicBezTo>
                    <a:lnTo>
                      <a:pt x="118" y="254"/>
                    </a:lnTo>
                    <a:cubicBezTo>
                      <a:pt x="59" y="332"/>
                      <a:pt x="1" y="410"/>
                      <a:pt x="1" y="526"/>
                    </a:cubicBezTo>
                    <a:cubicBezTo>
                      <a:pt x="1" y="663"/>
                      <a:pt x="98" y="799"/>
                      <a:pt x="273" y="896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382" y="896"/>
                    </a:cubicBezTo>
                    <a:cubicBezTo>
                      <a:pt x="1557" y="799"/>
                      <a:pt x="1655" y="663"/>
                      <a:pt x="1655" y="526"/>
                    </a:cubicBezTo>
                    <a:cubicBezTo>
                      <a:pt x="1655" y="371"/>
                      <a:pt x="1557" y="235"/>
                      <a:pt x="1382" y="137"/>
                    </a:cubicBezTo>
                    <a:cubicBezTo>
                      <a:pt x="1227" y="44"/>
                      <a:pt x="1028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1"/>
              <p:cNvSpPr/>
              <p:nvPr/>
            </p:nvSpPr>
            <p:spPr>
              <a:xfrm>
                <a:off x="2352300" y="1751225"/>
                <a:ext cx="170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682" h="1071" extrusionOk="0">
                    <a:moveTo>
                      <a:pt x="682" y="1"/>
                    </a:moveTo>
                    <a:cubicBezTo>
                      <a:pt x="546" y="20"/>
                      <a:pt x="429" y="59"/>
                      <a:pt x="312" y="98"/>
                    </a:cubicBezTo>
                    <a:cubicBezTo>
                      <a:pt x="312" y="156"/>
                      <a:pt x="273" y="176"/>
                      <a:pt x="254" y="176"/>
                    </a:cubicBezTo>
                    <a:cubicBezTo>
                      <a:pt x="196" y="195"/>
                      <a:pt x="137" y="253"/>
                      <a:pt x="118" y="292"/>
                    </a:cubicBezTo>
                    <a:cubicBezTo>
                      <a:pt x="40" y="370"/>
                      <a:pt x="1" y="467"/>
                      <a:pt x="1" y="565"/>
                    </a:cubicBezTo>
                    <a:cubicBezTo>
                      <a:pt x="1" y="720"/>
                      <a:pt x="79" y="857"/>
                      <a:pt x="254" y="954"/>
                    </a:cubicBezTo>
                    <a:cubicBezTo>
                      <a:pt x="390" y="1032"/>
                      <a:pt x="526" y="1071"/>
                      <a:pt x="682" y="1071"/>
                    </a:cubicBezTo>
                    <a:lnTo>
                      <a:pt x="682" y="837"/>
                    </a:lnTo>
                    <a:cubicBezTo>
                      <a:pt x="546" y="818"/>
                      <a:pt x="448" y="779"/>
                      <a:pt x="390" y="740"/>
                    </a:cubicBezTo>
                    <a:cubicBezTo>
                      <a:pt x="293" y="681"/>
                      <a:pt x="234" y="604"/>
                      <a:pt x="234" y="545"/>
                    </a:cubicBezTo>
                    <a:cubicBezTo>
                      <a:pt x="234" y="467"/>
                      <a:pt x="273" y="409"/>
                      <a:pt x="390" y="351"/>
                    </a:cubicBezTo>
                    <a:cubicBezTo>
                      <a:pt x="448" y="292"/>
                      <a:pt x="585" y="273"/>
                      <a:pt x="682" y="253"/>
                    </a:cubicBezTo>
                    <a:lnTo>
                      <a:pt x="68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1"/>
              <p:cNvSpPr/>
              <p:nvPr/>
            </p:nvSpPr>
            <p:spPr>
              <a:xfrm>
                <a:off x="2362525" y="1694325"/>
                <a:ext cx="6825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818" extrusionOk="0">
                    <a:moveTo>
                      <a:pt x="273" y="0"/>
                    </a:moveTo>
                    <a:cubicBezTo>
                      <a:pt x="195" y="78"/>
                      <a:pt x="137" y="117"/>
                      <a:pt x="117" y="175"/>
                    </a:cubicBezTo>
                    <a:cubicBezTo>
                      <a:pt x="39" y="234"/>
                      <a:pt x="1" y="331"/>
                      <a:pt x="1" y="428"/>
                    </a:cubicBezTo>
                    <a:cubicBezTo>
                      <a:pt x="1" y="584"/>
                      <a:pt x="98" y="720"/>
                      <a:pt x="273" y="817"/>
                    </a:cubicBezTo>
                    <a:lnTo>
                      <a:pt x="273" y="506"/>
                    </a:lnTo>
                    <a:cubicBezTo>
                      <a:pt x="234" y="487"/>
                      <a:pt x="234" y="428"/>
                      <a:pt x="234" y="409"/>
                    </a:cubicBezTo>
                    <a:cubicBezTo>
                      <a:pt x="234" y="389"/>
                      <a:pt x="273" y="331"/>
                      <a:pt x="273" y="312"/>
                    </a:cubicBez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1"/>
              <p:cNvSpPr/>
              <p:nvPr/>
            </p:nvSpPr>
            <p:spPr>
              <a:xfrm>
                <a:off x="2255025" y="120430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44"/>
                    </a:moveTo>
                    <a:cubicBezTo>
                      <a:pt x="993" y="244"/>
                      <a:pt x="1129" y="263"/>
                      <a:pt x="1266" y="341"/>
                    </a:cubicBezTo>
                    <a:cubicBezTo>
                      <a:pt x="1363" y="380"/>
                      <a:pt x="1402" y="458"/>
                      <a:pt x="1402" y="535"/>
                    </a:cubicBezTo>
                    <a:cubicBezTo>
                      <a:pt x="1402" y="613"/>
                      <a:pt x="1363" y="652"/>
                      <a:pt x="1266" y="730"/>
                    </a:cubicBezTo>
                    <a:cubicBezTo>
                      <a:pt x="1139" y="798"/>
                      <a:pt x="974" y="832"/>
                      <a:pt x="813" y="832"/>
                    </a:cubicBezTo>
                    <a:cubicBezTo>
                      <a:pt x="653" y="832"/>
                      <a:pt x="497" y="798"/>
                      <a:pt x="390" y="730"/>
                    </a:cubicBezTo>
                    <a:cubicBezTo>
                      <a:pt x="293" y="672"/>
                      <a:pt x="234" y="613"/>
                      <a:pt x="234" y="535"/>
                    </a:cubicBezTo>
                    <a:cubicBezTo>
                      <a:pt x="234" y="458"/>
                      <a:pt x="273" y="380"/>
                      <a:pt x="390" y="341"/>
                    </a:cubicBezTo>
                    <a:cubicBezTo>
                      <a:pt x="507" y="263"/>
                      <a:pt x="682" y="244"/>
                      <a:pt x="818" y="244"/>
                    </a:cubicBezTo>
                    <a:close/>
                    <a:moveTo>
                      <a:pt x="825" y="0"/>
                    </a:moveTo>
                    <a:cubicBezTo>
                      <a:pt x="624" y="0"/>
                      <a:pt x="419" y="49"/>
                      <a:pt x="254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33"/>
                      <a:pt x="40" y="730"/>
                      <a:pt x="79" y="788"/>
                    </a:cubicBezTo>
                    <a:cubicBezTo>
                      <a:pt x="137" y="827"/>
                      <a:pt x="196" y="866"/>
                      <a:pt x="254" y="925"/>
                    </a:cubicBezTo>
                    <a:cubicBezTo>
                      <a:pt x="293" y="925"/>
                      <a:pt x="293" y="944"/>
                      <a:pt x="312" y="944"/>
                    </a:cubicBezTo>
                    <a:cubicBezTo>
                      <a:pt x="448" y="1022"/>
                      <a:pt x="643" y="1061"/>
                      <a:pt x="818" y="1061"/>
                    </a:cubicBezTo>
                    <a:cubicBezTo>
                      <a:pt x="1013" y="1061"/>
                      <a:pt x="1227" y="1022"/>
                      <a:pt x="1382" y="925"/>
                    </a:cubicBezTo>
                    <a:cubicBezTo>
                      <a:pt x="1557" y="827"/>
                      <a:pt x="1655" y="672"/>
                      <a:pt x="1655" y="535"/>
                    </a:cubicBezTo>
                    <a:cubicBezTo>
                      <a:pt x="1655" y="380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1"/>
              <p:cNvSpPr/>
              <p:nvPr/>
            </p:nvSpPr>
            <p:spPr>
              <a:xfrm>
                <a:off x="2126150" y="10909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82"/>
                    </a:moveTo>
                    <a:cubicBezTo>
                      <a:pt x="993" y="282"/>
                      <a:pt x="1129" y="302"/>
                      <a:pt x="1265" y="380"/>
                    </a:cubicBezTo>
                    <a:cubicBezTo>
                      <a:pt x="1362" y="419"/>
                      <a:pt x="1401" y="496"/>
                      <a:pt x="1401" y="574"/>
                    </a:cubicBezTo>
                    <a:cubicBezTo>
                      <a:pt x="1401" y="633"/>
                      <a:pt x="1362" y="691"/>
                      <a:pt x="1265" y="769"/>
                    </a:cubicBezTo>
                    <a:cubicBezTo>
                      <a:pt x="1139" y="837"/>
                      <a:pt x="973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2" y="710"/>
                      <a:pt x="234" y="633"/>
                      <a:pt x="234" y="574"/>
                    </a:cubicBezTo>
                    <a:cubicBezTo>
                      <a:pt x="234" y="496"/>
                      <a:pt x="292" y="419"/>
                      <a:pt x="390" y="380"/>
                    </a:cubicBezTo>
                    <a:cubicBezTo>
                      <a:pt x="506" y="302"/>
                      <a:pt x="681" y="282"/>
                      <a:pt x="818" y="282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33"/>
                      <a:pt x="39" y="730"/>
                      <a:pt x="117" y="808"/>
                    </a:cubicBezTo>
                    <a:cubicBezTo>
                      <a:pt x="156" y="886"/>
                      <a:pt x="214" y="905"/>
                      <a:pt x="253" y="944"/>
                    </a:cubicBezTo>
                    <a:cubicBezTo>
                      <a:pt x="292" y="983"/>
                      <a:pt x="312" y="983"/>
                      <a:pt x="331" y="983"/>
                    </a:cubicBezTo>
                    <a:cubicBezTo>
                      <a:pt x="487" y="1061"/>
                      <a:pt x="642" y="1080"/>
                      <a:pt x="818" y="1080"/>
                    </a:cubicBezTo>
                    <a:cubicBezTo>
                      <a:pt x="1012" y="1080"/>
                      <a:pt x="1226" y="1022"/>
                      <a:pt x="138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1"/>
              <p:cNvSpPr/>
              <p:nvPr/>
            </p:nvSpPr>
            <p:spPr>
              <a:xfrm>
                <a:off x="2175275" y="10321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7" y="244"/>
                    </a:moveTo>
                    <a:cubicBezTo>
                      <a:pt x="993" y="244"/>
                      <a:pt x="1148" y="263"/>
                      <a:pt x="1265" y="341"/>
                    </a:cubicBezTo>
                    <a:cubicBezTo>
                      <a:pt x="1362" y="380"/>
                      <a:pt x="1401" y="458"/>
                      <a:pt x="1401" y="535"/>
                    </a:cubicBezTo>
                    <a:cubicBezTo>
                      <a:pt x="1401" y="613"/>
                      <a:pt x="1362" y="652"/>
                      <a:pt x="1265" y="730"/>
                    </a:cubicBezTo>
                    <a:cubicBezTo>
                      <a:pt x="1138" y="808"/>
                      <a:pt x="973" y="847"/>
                      <a:pt x="813" y="847"/>
                    </a:cubicBezTo>
                    <a:cubicBezTo>
                      <a:pt x="652" y="847"/>
                      <a:pt x="496" y="808"/>
                      <a:pt x="389" y="730"/>
                    </a:cubicBezTo>
                    <a:cubicBezTo>
                      <a:pt x="292" y="691"/>
                      <a:pt x="234" y="613"/>
                      <a:pt x="234" y="535"/>
                    </a:cubicBezTo>
                    <a:cubicBezTo>
                      <a:pt x="234" y="458"/>
                      <a:pt x="31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33"/>
                      <a:pt x="39" y="730"/>
                      <a:pt x="117" y="827"/>
                    </a:cubicBezTo>
                    <a:cubicBezTo>
                      <a:pt x="175" y="847"/>
                      <a:pt x="214" y="866"/>
                      <a:pt x="273" y="924"/>
                    </a:cubicBezTo>
                    <a:cubicBezTo>
                      <a:pt x="292" y="944"/>
                      <a:pt x="312" y="944"/>
                      <a:pt x="331" y="983"/>
                    </a:cubicBezTo>
                    <a:cubicBezTo>
                      <a:pt x="487" y="1041"/>
                      <a:pt x="662" y="1080"/>
                      <a:pt x="817" y="1080"/>
                    </a:cubicBezTo>
                    <a:cubicBezTo>
                      <a:pt x="1012" y="1080"/>
                      <a:pt x="1245" y="1022"/>
                      <a:pt x="138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1"/>
              <p:cNvSpPr/>
              <p:nvPr/>
            </p:nvSpPr>
            <p:spPr>
              <a:xfrm>
                <a:off x="2256500" y="9538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63"/>
                    </a:moveTo>
                    <a:cubicBezTo>
                      <a:pt x="1012" y="263"/>
                      <a:pt x="1148" y="282"/>
                      <a:pt x="1265" y="360"/>
                    </a:cubicBezTo>
                    <a:cubicBezTo>
                      <a:pt x="1362" y="418"/>
                      <a:pt x="1421" y="477"/>
                      <a:pt x="1421" y="555"/>
                    </a:cubicBezTo>
                    <a:cubicBezTo>
                      <a:pt x="1421" y="632"/>
                      <a:pt x="1362" y="671"/>
                      <a:pt x="1265" y="749"/>
                    </a:cubicBezTo>
                    <a:cubicBezTo>
                      <a:pt x="1148" y="827"/>
                      <a:pt x="988" y="866"/>
                      <a:pt x="827" y="866"/>
                    </a:cubicBezTo>
                    <a:cubicBezTo>
                      <a:pt x="667" y="866"/>
                      <a:pt x="506" y="827"/>
                      <a:pt x="389" y="749"/>
                    </a:cubicBezTo>
                    <a:cubicBezTo>
                      <a:pt x="292" y="710"/>
                      <a:pt x="253" y="632"/>
                      <a:pt x="253" y="555"/>
                    </a:cubicBezTo>
                    <a:cubicBezTo>
                      <a:pt x="253" y="477"/>
                      <a:pt x="292" y="418"/>
                      <a:pt x="389" y="360"/>
                    </a:cubicBezTo>
                    <a:cubicBezTo>
                      <a:pt x="526" y="282"/>
                      <a:pt x="681" y="263"/>
                      <a:pt x="837" y="26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32"/>
                      <a:pt x="59" y="730"/>
                      <a:pt x="137" y="827"/>
                    </a:cubicBezTo>
                    <a:cubicBezTo>
                      <a:pt x="156" y="846"/>
                      <a:pt x="195" y="905"/>
                      <a:pt x="273" y="924"/>
                    </a:cubicBezTo>
                    <a:cubicBezTo>
                      <a:pt x="292" y="944"/>
                      <a:pt x="331" y="944"/>
                      <a:pt x="351" y="963"/>
                    </a:cubicBezTo>
                    <a:cubicBezTo>
                      <a:pt x="487" y="1041"/>
                      <a:pt x="662" y="1060"/>
                      <a:pt x="837" y="1060"/>
                    </a:cubicBezTo>
                    <a:cubicBezTo>
                      <a:pt x="1031" y="1060"/>
                      <a:pt x="1245" y="1021"/>
                      <a:pt x="1401" y="924"/>
                    </a:cubicBezTo>
                    <a:cubicBezTo>
                      <a:pt x="1557" y="827"/>
                      <a:pt x="1654" y="671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1"/>
              <p:cNvSpPr/>
              <p:nvPr/>
            </p:nvSpPr>
            <p:spPr>
              <a:xfrm>
                <a:off x="2040050" y="9854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63"/>
                    </a:moveTo>
                    <a:cubicBezTo>
                      <a:pt x="1013" y="263"/>
                      <a:pt x="1149" y="283"/>
                      <a:pt x="1265" y="361"/>
                    </a:cubicBezTo>
                    <a:cubicBezTo>
                      <a:pt x="1363" y="419"/>
                      <a:pt x="1421" y="477"/>
                      <a:pt x="1421" y="555"/>
                    </a:cubicBezTo>
                    <a:cubicBezTo>
                      <a:pt x="1421" y="633"/>
                      <a:pt x="1363" y="672"/>
                      <a:pt x="1265" y="750"/>
                    </a:cubicBezTo>
                    <a:cubicBezTo>
                      <a:pt x="1149" y="827"/>
                      <a:pt x="988" y="866"/>
                      <a:pt x="828" y="866"/>
                    </a:cubicBezTo>
                    <a:cubicBezTo>
                      <a:pt x="667" y="866"/>
                      <a:pt x="507" y="827"/>
                      <a:pt x="390" y="750"/>
                    </a:cubicBezTo>
                    <a:cubicBezTo>
                      <a:pt x="293" y="711"/>
                      <a:pt x="254" y="633"/>
                      <a:pt x="254" y="555"/>
                    </a:cubicBezTo>
                    <a:cubicBezTo>
                      <a:pt x="254" y="477"/>
                      <a:pt x="293" y="419"/>
                      <a:pt x="390" y="361"/>
                    </a:cubicBezTo>
                    <a:cubicBezTo>
                      <a:pt x="526" y="283"/>
                      <a:pt x="682" y="263"/>
                      <a:pt x="837" y="263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33"/>
                      <a:pt x="59" y="750"/>
                      <a:pt x="157" y="827"/>
                    </a:cubicBezTo>
                    <a:cubicBezTo>
                      <a:pt x="176" y="866"/>
                      <a:pt x="195" y="905"/>
                      <a:pt x="273" y="925"/>
                    </a:cubicBezTo>
                    <a:cubicBezTo>
                      <a:pt x="293" y="944"/>
                      <a:pt x="351" y="944"/>
                      <a:pt x="371" y="964"/>
                    </a:cubicBezTo>
                    <a:cubicBezTo>
                      <a:pt x="526" y="1022"/>
                      <a:pt x="682" y="1061"/>
                      <a:pt x="837" y="1061"/>
                    </a:cubicBezTo>
                    <a:cubicBezTo>
                      <a:pt x="1032" y="1061"/>
                      <a:pt x="1246" y="1022"/>
                      <a:pt x="1382" y="925"/>
                    </a:cubicBezTo>
                    <a:cubicBezTo>
                      <a:pt x="1557" y="827"/>
                      <a:pt x="1655" y="672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1"/>
              <p:cNvSpPr/>
              <p:nvPr/>
            </p:nvSpPr>
            <p:spPr>
              <a:xfrm>
                <a:off x="1934025" y="10155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83"/>
                    </a:moveTo>
                    <a:cubicBezTo>
                      <a:pt x="993" y="283"/>
                      <a:pt x="1129" y="302"/>
                      <a:pt x="1265" y="380"/>
                    </a:cubicBezTo>
                    <a:cubicBezTo>
                      <a:pt x="1363" y="419"/>
                      <a:pt x="1401" y="497"/>
                      <a:pt x="1401" y="575"/>
                    </a:cubicBezTo>
                    <a:cubicBezTo>
                      <a:pt x="1401" y="633"/>
                      <a:pt x="1363" y="692"/>
                      <a:pt x="1265" y="769"/>
                    </a:cubicBezTo>
                    <a:cubicBezTo>
                      <a:pt x="1139" y="837"/>
                      <a:pt x="973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3" y="711"/>
                      <a:pt x="234" y="633"/>
                      <a:pt x="234" y="575"/>
                    </a:cubicBezTo>
                    <a:cubicBezTo>
                      <a:pt x="234" y="497"/>
                      <a:pt x="293" y="419"/>
                      <a:pt x="390" y="380"/>
                    </a:cubicBezTo>
                    <a:cubicBezTo>
                      <a:pt x="507" y="302"/>
                      <a:pt x="682" y="283"/>
                      <a:pt x="818" y="283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4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08"/>
                    </a:cubicBezTo>
                    <a:cubicBezTo>
                      <a:pt x="156" y="886"/>
                      <a:pt x="215" y="906"/>
                      <a:pt x="254" y="964"/>
                    </a:cubicBezTo>
                    <a:cubicBezTo>
                      <a:pt x="293" y="983"/>
                      <a:pt x="312" y="983"/>
                      <a:pt x="331" y="983"/>
                    </a:cubicBezTo>
                    <a:cubicBezTo>
                      <a:pt x="487" y="1061"/>
                      <a:pt x="643" y="1081"/>
                      <a:pt x="818" y="1081"/>
                    </a:cubicBezTo>
                    <a:cubicBezTo>
                      <a:pt x="1012" y="1081"/>
                      <a:pt x="1226" y="1022"/>
                      <a:pt x="1382" y="925"/>
                    </a:cubicBezTo>
                    <a:cubicBezTo>
                      <a:pt x="1557" y="828"/>
                      <a:pt x="1654" y="69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1"/>
              <p:cNvSpPr/>
              <p:nvPr/>
            </p:nvSpPr>
            <p:spPr>
              <a:xfrm>
                <a:off x="2162150" y="852150"/>
                <a:ext cx="418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81" extrusionOk="0">
                    <a:moveTo>
                      <a:pt x="837" y="244"/>
                    </a:moveTo>
                    <a:cubicBezTo>
                      <a:pt x="1012" y="244"/>
                      <a:pt x="1148" y="264"/>
                      <a:pt x="1284" y="341"/>
                    </a:cubicBezTo>
                    <a:cubicBezTo>
                      <a:pt x="1381" y="400"/>
                      <a:pt x="1420" y="458"/>
                      <a:pt x="1420" y="536"/>
                    </a:cubicBezTo>
                    <a:cubicBezTo>
                      <a:pt x="1420" y="614"/>
                      <a:pt x="1381" y="653"/>
                      <a:pt x="1284" y="731"/>
                    </a:cubicBezTo>
                    <a:cubicBezTo>
                      <a:pt x="1158" y="808"/>
                      <a:pt x="992" y="847"/>
                      <a:pt x="832" y="847"/>
                    </a:cubicBezTo>
                    <a:cubicBezTo>
                      <a:pt x="671" y="847"/>
                      <a:pt x="516" y="808"/>
                      <a:pt x="409" y="731"/>
                    </a:cubicBezTo>
                    <a:cubicBezTo>
                      <a:pt x="311" y="692"/>
                      <a:pt x="253" y="614"/>
                      <a:pt x="253" y="536"/>
                    </a:cubicBezTo>
                    <a:cubicBezTo>
                      <a:pt x="253" y="458"/>
                      <a:pt x="311" y="419"/>
                      <a:pt x="409" y="341"/>
                    </a:cubicBezTo>
                    <a:cubicBezTo>
                      <a:pt x="525" y="264"/>
                      <a:pt x="700" y="244"/>
                      <a:pt x="837" y="244"/>
                    </a:cubicBezTo>
                    <a:close/>
                    <a:moveTo>
                      <a:pt x="829" y="1"/>
                    </a:moveTo>
                    <a:cubicBezTo>
                      <a:pt x="628" y="1"/>
                      <a:pt x="428" y="50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53"/>
                      <a:pt x="58" y="750"/>
                      <a:pt x="156" y="828"/>
                    </a:cubicBezTo>
                    <a:cubicBezTo>
                      <a:pt x="175" y="886"/>
                      <a:pt x="234" y="906"/>
                      <a:pt x="272" y="925"/>
                    </a:cubicBezTo>
                    <a:cubicBezTo>
                      <a:pt x="311" y="945"/>
                      <a:pt x="350" y="945"/>
                      <a:pt x="370" y="983"/>
                    </a:cubicBezTo>
                    <a:cubicBezTo>
                      <a:pt x="525" y="1022"/>
                      <a:pt x="662" y="1081"/>
                      <a:pt x="837" y="1081"/>
                    </a:cubicBezTo>
                    <a:cubicBezTo>
                      <a:pt x="1031" y="1081"/>
                      <a:pt x="1245" y="1022"/>
                      <a:pt x="1401" y="925"/>
                    </a:cubicBezTo>
                    <a:cubicBezTo>
                      <a:pt x="1556" y="828"/>
                      <a:pt x="1673" y="692"/>
                      <a:pt x="1673" y="536"/>
                    </a:cubicBezTo>
                    <a:cubicBezTo>
                      <a:pt x="1673" y="400"/>
                      <a:pt x="1576" y="244"/>
                      <a:pt x="1401" y="147"/>
                    </a:cubicBezTo>
                    <a:cubicBezTo>
                      <a:pt x="1235" y="50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1"/>
              <p:cNvSpPr/>
              <p:nvPr/>
            </p:nvSpPr>
            <p:spPr>
              <a:xfrm>
                <a:off x="2191325" y="742725"/>
                <a:ext cx="418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81" extrusionOk="0">
                    <a:moveTo>
                      <a:pt x="837" y="263"/>
                    </a:moveTo>
                    <a:cubicBezTo>
                      <a:pt x="1012" y="263"/>
                      <a:pt x="1148" y="283"/>
                      <a:pt x="1284" y="361"/>
                    </a:cubicBezTo>
                    <a:cubicBezTo>
                      <a:pt x="1362" y="419"/>
                      <a:pt x="1421" y="497"/>
                      <a:pt x="1421" y="555"/>
                    </a:cubicBezTo>
                    <a:cubicBezTo>
                      <a:pt x="1421" y="633"/>
                      <a:pt x="1382" y="691"/>
                      <a:pt x="1284" y="750"/>
                    </a:cubicBezTo>
                    <a:cubicBezTo>
                      <a:pt x="1158" y="827"/>
                      <a:pt x="993" y="866"/>
                      <a:pt x="830" y="866"/>
                    </a:cubicBezTo>
                    <a:cubicBezTo>
                      <a:pt x="667" y="866"/>
                      <a:pt x="506" y="827"/>
                      <a:pt x="389" y="750"/>
                    </a:cubicBezTo>
                    <a:cubicBezTo>
                      <a:pt x="312" y="711"/>
                      <a:pt x="253" y="633"/>
                      <a:pt x="253" y="555"/>
                    </a:cubicBezTo>
                    <a:cubicBezTo>
                      <a:pt x="253" y="497"/>
                      <a:pt x="312" y="438"/>
                      <a:pt x="389" y="361"/>
                    </a:cubicBezTo>
                    <a:cubicBezTo>
                      <a:pt x="526" y="302"/>
                      <a:pt x="681" y="263"/>
                      <a:pt x="837" y="263"/>
                    </a:cubicBezTo>
                    <a:close/>
                    <a:moveTo>
                      <a:pt x="844" y="1"/>
                    </a:moveTo>
                    <a:cubicBezTo>
                      <a:pt x="642" y="1"/>
                      <a:pt x="438" y="49"/>
                      <a:pt x="273" y="146"/>
                    </a:cubicBezTo>
                    <a:cubicBezTo>
                      <a:pt x="117" y="244"/>
                      <a:pt x="0" y="399"/>
                      <a:pt x="0" y="536"/>
                    </a:cubicBezTo>
                    <a:cubicBezTo>
                      <a:pt x="0" y="633"/>
                      <a:pt x="59" y="730"/>
                      <a:pt x="137" y="808"/>
                    </a:cubicBezTo>
                    <a:cubicBezTo>
                      <a:pt x="156" y="886"/>
                      <a:pt x="214" y="925"/>
                      <a:pt x="273" y="944"/>
                    </a:cubicBezTo>
                    <a:cubicBezTo>
                      <a:pt x="312" y="983"/>
                      <a:pt x="331" y="983"/>
                      <a:pt x="351" y="983"/>
                    </a:cubicBezTo>
                    <a:cubicBezTo>
                      <a:pt x="506" y="1041"/>
                      <a:pt x="662" y="1080"/>
                      <a:pt x="837" y="1080"/>
                    </a:cubicBezTo>
                    <a:cubicBezTo>
                      <a:pt x="1031" y="1080"/>
                      <a:pt x="1246" y="1022"/>
                      <a:pt x="1401" y="925"/>
                    </a:cubicBezTo>
                    <a:cubicBezTo>
                      <a:pt x="1576" y="827"/>
                      <a:pt x="1674" y="691"/>
                      <a:pt x="1674" y="536"/>
                    </a:cubicBezTo>
                    <a:cubicBezTo>
                      <a:pt x="1674" y="399"/>
                      <a:pt x="1576" y="244"/>
                      <a:pt x="1401" y="146"/>
                    </a:cubicBezTo>
                    <a:cubicBezTo>
                      <a:pt x="1246" y="49"/>
                      <a:pt x="1046" y="1"/>
                      <a:pt x="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1"/>
              <p:cNvSpPr/>
              <p:nvPr/>
            </p:nvSpPr>
            <p:spPr>
              <a:xfrm>
                <a:off x="2021575" y="9032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43" y="400"/>
                      <a:pt x="1401" y="458"/>
                      <a:pt x="1401" y="536"/>
                    </a:cubicBezTo>
                    <a:cubicBezTo>
                      <a:pt x="1401" y="614"/>
                      <a:pt x="1362" y="652"/>
                      <a:pt x="1265" y="730"/>
                    </a:cubicBezTo>
                    <a:cubicBezTo>
                      <a:pt x="1139" y="798"/>
                      <a:pt x="973" y="832"/>
                      <a:pt x="813" y="832"/>
                    </a:cubicBezTo>
                    <a:cubicBezTo>
                      <a:pt x="652" y="832"/>
                      <a:pt x="497" y="798"/>
                      <a:pt x="390" y="730"/>
                    </a:cubicBezTo>
                    <a:cubicBezTo>
                      <a:pt x="292" y="672"/>
                      <a:pt x="234" y="614"/>
                      <a:pt x="234" y="536"/>
                    </a:cubicBezTo>
                    <a:cubicBezTo>
                      <a:pt x="234" y="458"/>
                      <a:pt x="312" y="400"/>
                      <a:pt x="390" y="341"/>
                    </a:cubicBezTo>
                    <a:cubicBezTo>
                      <a:pt x="506" y="263"/>
                      <a:pt x="682" y="244"/>
                      <a:pt x="818" y="244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4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28"/>
                    </a:cubicBezTo>
                    <a:cubicBezTo>
                      <a:pt x="156" y="847"/>
                      <a:pt x="215" y="905"/>
                      <a:pt x="254" y="925"/>
                    </a:cubicBezTo>
                    <a:cubicBezTo>
                      <a:pt x="292" y="944"/>
                      <a:pt x="312" y="944"/>
                      <a:pt x="331" y="983"/>
                    </a:cubicBezTo>
                    <a:cubicBezTo>
                      <a:pt x="487" y="1042"/>
                      <a:pt x="643" y="1080"/>
                      <a:pt x="818" y="1080"/>
                    </a:cubicBezTo>
                    <a:cubicBezTo>
                      <a:pt x="1012" y="1080"/>
                      <a:pt x="1226" y="1022"/>
                      <a:pt x="1382" y="925"/>
                    </a:cubicBezTo>
                    <a:cubicBezTo>
                      <a:pt x="1557" y="828"/>
                      <a:pt x="1654" y="691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1"/>
              <p:cNvSpPr/>
              <p:nvPr/>
            </p:nvSpPr>
            <p:spPr>
              <a:xfrm>
                <a:off x="1932075" y="9231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302"/>
                    </a:moveTo>
                    <a:cubicBezTo>
                      <a:pt x="993" y="302"/>
                      <a:pt x="1149" y="321"/>
                      <a:pt x="1265" y="399"/>
                    </a:cubicBezTo>
                    <a:cubicBezTo>
                      <a:pt x="1363" y="438"/>
                      <a:pt x="1402" y="516"/>
                      <a:pt x="1402" y="594"/>
                    </a:cubicBezTo>
                    <a:cubicBezTo>
                      <a:pt x="1402" y="672"/>
                      <a:pt x="1363" y="711"/>
                      <a:pt x="1265" y="788"/>
                    </a:cubicBezTo>
                    <a:cubicBezTo>
                      <a:pt x="1139" y="856"/>
                      <a:pt x="974" y="890"/>
                      <a:pt x="813" y="890"/>
                    </a:cubicBezTo>
                    <a:cubicBezTo>
                      <a:pt x="653" y="890"/>
                      <a:pt x="497" y="856"/>
                      <a:pt x="390" y="788"/>
                    </a:cubicBezTo>
                    <a:cubicBezTo>
                      <a:pt x="293" y="730"/>
                      <a:pt x="234" y="672"/>
                      <a:pt x="234" y="594"/>
                    </a:cubicBezTo>
                    <a:cubicBezTo>
                      <a:pt x="234" y="516"/>
                      <a:pt x="293" y="438"/>
                      <a:pt x="390" y="399"/>
                    </a:cubicBezTo>
                    <a:cubicBezTo>
                      <a:pt x="507" y="321"/>
                      <a:pt x="682" y="302"/>
                      <a:pt x="818" y="302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99"/>
                      <a:pt x="1" y="535"/>
                    </a:cubicBezTo>
                    <a:cubicBezTo>
                      <a:pt x="1" y="633"/>
                      <a:pt x="40" y="730"/>
                      <a:pt x="118" y="808"/>
                    </a:cubicBezTo>
                    <a:cubicBezTo>
                      <a:pt x="176" y="886"/>
                      <a:pt x="195" y="925"/>
                      <a:pt x="273" y="963"/>
                    </a:cubicBezTo>
                    <a:cubicBezTo>
                      <a:pt x="293" y="983"/>
                      <a:pt x="312" y="983"/>
                      <a:pt x="332" y="983"/>
                    </a:cubicBezTo>
                    <a:cubicBezTo>
                      <a:pt x="487" y="1041"/>
                      <a:pt x="662" y="1080"/>
                      <a:pt x="818" y="1080"/>
                    </a:cubicBezTo>
                    <a:cubicBezTo>
                      <a:pt x="1013" y="1080"/>
                      <a:pt x="1246" y="1022"/>
                      <a:pt x="1382" y="925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99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1"/>
              <p:cNvSpPr/>
              <p:nvPr/>
            </p:nvSpPr>
            <p:spPr>
              <a:xfrm>
                <a:off x="1850375" y="8779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24"/>
                    </a:moveTo>
                    <a:cubicBezTo>
                      <a:pt x="973" y="224"/>
                      <a:pt x="1129" y="263"/>
                      <a:pt x="1246" y="341"/>
                    </a:cubicBezTo>
                    <a:cubicBezTo>
                      <a:pt x="1343" y="379"/>
                      <a:pt x="1401" y="457"/>
                      <a:pt x="1401" y="535"/>
                    </a:cubicBezTo>
                    <a:cubicBezTo>
                      <a:pt x="1401" y="593"/>
                      <a:pt x="1343" y="652"/>
                      <a:pt x="1246" y="710"/>
                    </a:cubicBezTo>
                    <a:cubicBezTo>
                      <a:pt x="1129" y="788"/>
                      <a:pt x="963" y="827"/>
                      <a:pt x="801" y="827"/>
                    </a:cubicBezTo>
                    <a:cubicBezTo>
                      <a:pt x="638" y="827"/>
                      <a:pt x="477" y="788"/>
                      <a:pt x="370" y="710"/>
                    </a:cubicBezTo>
                    <a:cubicBezTo>
                      <a:pt x="273" y="671"/>
                      <a:pt x="234" y="593"/>
                      <a:pt x="234" y="535"/>
                    </a:cubicBezTo>
                    <a:cubicBezTo>
                      <a:pt x="234" y="457"/>
                      <a:pt x="273" y="399"/>
                      <a:pt x="370" y="341"/>
                    </a:cubicBezTo>
                    <a:cubicBezTo>
                      <a:pt x="487" y="263"/>
                      <a:pt x="662" y="224"/>
                      <a:pt x="818" y="224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32"/>
                      <a:pt x="59" y="730"/>
                      <a:pt x="137" y="827"/>
                    </a:cubicBezTo>
                    <a:cubicBezTo>
                      <a:pt x="156" y="866"/>
                      <a:pt x="195" y="885"/>
                      <a:pt x="253" y="924"/>
                    </a:cubicBezTo>
                    <a:cubicBezTo>
                      <a:pt x="273" y="944"/>
                      <a:pt x="292" y="944"/>
                      <a:pt x="351" y="963"/>
                    </a:cubicBezTo>
                    <a:cubicBezTo>
                      <a:pt x="487" y="1041"/>
                      <a:pt x="662" y="1060"/>
                      <a:pt x="837" y="1060"/>
                    </a:cubicBezTo>
                    <a:cubicBezTo>
                      <a:pt x="1032" y="1060"/>
                      <a:pt x="1246" y="1021"/>
                      <a:pt x="1401" y="924"/>
                    </a:cubicBezTo>
                    <a:cubicBezTo>
                      <a:pt x="1557" y="827"/>
                      <a:pt x="1654" y="671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1"/>
              <p:cNvSpPr/>
              <p:nvPr/>
            </p:nvSpPr>
            <p:spPr>
              <a:xfrm>
                <a:off x="1738500" y="911025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37" y="243"/>
                    </a:moveTo>
                    <a:cubicBezTo>
                      <a:pt x="1012" y="243"/>
                      <a:pt x="1149" y="263"/>
                      <a:pt x="1265" y="340"/>
                    </a:cubicBezTo>
                    <a:cubicBezTo>
                      <a:pt x="1363" y="399"/>
                      <a:pt x="1421" y="477"/>
                      <a:pt x="1421" y="535"/>
                    </a:cubicBezTo>
                    <a:cubicBezTo>
                      <a:pt x="1421" y="613"/>
                      <a:pt x="1363" y="671"/>
                      <a:pt x="1265" y="730"/>
                    </a:cubicBezTo>
                    <a:cubicBezTo>
                      <a:pt x="1149" y="807"/>
                      <a:pt x="988" y="846"/>
                      <a:pt x="828" y="846"/>
                    </a:cubicBezTo>
                    <a:cubicBezTo>
                      <a:pt x="667" y="846"/>
                      <a:pt x="507" y="807"/>
                      <a:pt x="390" y="730"/>
                    </a:cubicBezTo>
                    <a:cubicBezTo>
                      <a:pt x="293" y="691"/>
                      <a:pt x="254" y="613"/>
                      <a:pt x="254" y="535"/>
                    </a:cubicBezTo>
                    <a:cubicBezTo>
                      <a:pt x="254" y="477"/>
                      <a:pt x="332" y="418"/>
                      <a:pt x="390" y="340"/>
                    </a:cubicBezTo>
                    <a:cubicBezTo>
                      <a:pt x="526" y="282"/>
                      <a:pt x="682" y="243"/>
                      <a:pt x="837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32"/>
                      <a:pt x="59" y="730"/>
                      <a:pt x="137" y="827"/>
                    </a:cubicBezTo>
                    <a:cubicBezTo>
                      <a:pt x="176" y="866"/>
                      <a:pt x="234" y="905"/>
                      <a:pt x="273" y="924"/>
                    </a:cubicBezTo>
                    <a:cubicBezTo>
                      <a:pt x="293" y="963"/>
                      <a:pt x="332" y="963"/>
                      <a:pt x="351" y="982"/>
                    </a:cubicBezTo>
                    <a:cubicBezTo>
                      <a:pt x="487" y="1060"/>
                      <a:pt x="662" y="1080"/>
                      <a:pt x="837" y="1080"/>
                    </a:cubicBezTo>
                    <a:cubicBezTo>
                      <a:pt x="1032" y="1080"/>
                      <a:pt x="1246" y="1021"/>
                      <a:pt x="140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3"/>
                      <a:pt x="1402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1"/>
              <p:cNvSpPr/>
              <p:nvPr/>
            </p:nvSpPr>
            <p:spPr>
              <a:xfrm>
                <a:off x="2276450" y="1035100"/>
                <a:ext cx="4185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98" extrusionOk="0">
                    <a:moveTo>
                      <a:pt x="856" y="241"/>
                    </a:moveTo>
                    <a:cubicBezTo>
                      <a:pt x="1012" y="241"/>
                      <a:pt x="1187" y="300"/>
                      <a:pt x="1303" y="339"/>
                    </a:cubicBezTo>
                    <a:cubicBezTo>
                      <a:pt x="1401" y="397"/>
                      <a:pt x="1440" y="475"/>
                      <a:pt x="1440" y="533"/>
                    </a:cubicBezTo>
                    <a:cubicBezTo>
                      <a:pt x="1440" y="611"/>
                      <a:pt x="1401" y="669"/>
                      <a:pt x="1303" y="728"/>
                    </a:cubicBezTo>
                    <a:cubicBezTo>
                      <a:pt x="1177" y="805"/>
                      <a:pt x="1012" y="844"/>
                      <a:pt x="851" y="844"/>
                    </a:cubicBezTo>
                    <a:cubicBezTo>
                      <a:pt x="691" y="844"/>
                      <a:pt x="535" y="805"/>
                      <a:pt x="428" y="728"/>
                    </a:cubicBezTo>
                    <a:cubicBezTo>
                      <a:pt x="331" y="689"/>
                      <a:pt x="272" y="611"/>
                      <a:pt x="272" y="533"/>
                    </a:cubicBezTo>
                    <a:cubicBezTo>
                      <a:pt x="272" y="475"/>
                      <a:pt x="331" y="416"/>
                      <a:pt x="428" y="339"/>
                    </a:cubicBezTo>
                    <a:cubicBezTo>
                      <a:pt x="545" y="261"/>
                      <a:pt x="720" y="241"/>
                      <a:pt x="856" y="241"/>
                    </a:cubicBezTo>
                    <a:close/>
                    <a:moveTo>
                      <a:pt x="829" y="0"/>
                    </a:moveTo>
                    <a:cubicBezTo>
                      <a:pt x="632" y="0"/>
                      <a:pt x="434" y="49"/>
                      <a:pt x="272" y="144"/>
                    </a:cubicBezTo>
                    <a:cubicBezTo>
                      <a:pt x="117" y="241"/>
                      <a:pt x="0" y="397"/>
                      <a:pt x="0" y="533"/>
                    </a:cubicBezTo>
                    <a:cubicBezTo>
                      <a:pt x="0" y="630"/>
                      <a:pt x="58" y="728"/>
                      <a:pt x="136" y="825"/>
                    </a:cubicBezTo>
                    <a:cubicBezTo>
                      <a:pt x="175" y="883"/>
                      <a:pt x="233" y="903"/>
                      <a:pt x="272" y="942"/>
                    </a:cubicBezTo>
                    <a:cubicBezTo>
                      <a:pt x="311" y="981"/>
                      <a:pt x="331" y="981"/>
                      <a:pt x="350" y="1000"/>
                    </a:cubicBezTo>
                    <a:cubicBezTo>
                      <a:pt x="506" y="1078"/>
                      <a:pt x="661" y="1097"/>
                      <a:pt x="837" y="1097"/>
                    </a:cubicBezTo>
                    <a:cubicBezTo>
                      <a:pt x="1031" y="1097"/>
                      <a:pt x="1245" y="1039"/>
                      <a:pt x="1401" y="942"/>
                    </a:cubicBezTo>
                    <a:cubicBezTo>
                      <a:pt x="1576" y="844"/>
                      <a:pt x="1673" y="708"/>
                      <a:pt x="1673" y="553"/>
                    </a:cubicBezTo>
                    <a:cubicBezTo>
                      <a:pt x="1673" y="416"/>
                      <a:pt x="1576" y="261"/>
                      <a:pt x="1401" y="163"/>
                    </a:cubicBezTo>
                    <a:cubicBezTo>
                      <a:pt x="1241" y="54"/>
                      <a:pt x="1036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1"/>
              <p:cNvSpPr/>
              <p:nvPr/>
            </p:nvSpPr>
            <p:spPr>
              <a:xfrm>
                <a:off x="862050" y="462325"/>
                <a:ext cx="345350" cy="197500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7900" extrusionOk="0">
                    <a:moveTo>
                      <a:pt x="1" y="1"/>
                    </a:moveTo>
                    <a:lnTo>
                      <a:pt x="12141" y="7005"/>
                    </a:lnTo>
                    <a:lnTo>
                      <a:pt x="13639" y="7880"/>
                    </a:lnTo>
                    <a:cubicBezTo>
                      <a:pt x="13658" y="7880"/>
                      <a:pt x="13697" y="7900"/>
                      <a:pt x="13697" y="7900"/>
                    </a:cubicBezTo>
                    <a:cubicBezTo>
                      <a:pt x="13736" y="7900"/>
                      <a:pt x="13756" y="7880"/>
                      <a:pt x="13795" y="7861"/>
                    </a:cubicBezTo>
                    <a:cubicBezTo>
                      <a:pt x="13814" y="7802"/>
                      <a:pt x="13814" y="7744"/>
                      <a:pt x="13736" y="7685"/>
                    </a:cubicBezTo>
                    <a:lnTo>
                      <a:pt x="12355" y="6888"/>
                    </a:lnTo>
                    <a:lnTo>
                      <a:pt x="4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1"/>
              <p:cNvSpPr/>
              <p:nvPr/>
            </p:nvSpPr>
            <p:spPr>
              <a:xfrm>
                <a:off x="2138800" y="671475"/>
                <a:ext cx="2305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9222" h="254" extrusionOk="0">
                    <a:moveTo>
                      <a:pt x="117" y="0"/>
                    </a:moveTo>
                    <a:cubicBezTo>
                      <a:pt x="59" y="0"/>
                      <a:pt x="0" y="59"/>
                      <a:pt x="0" y="137"/>
                    </a:cubicBezTo>
                    <a:cubicBezTo>
                      <a:pt x="0" y="195"/>
                      <a:pt x="39" y="253"/>
                      <a:pt x="117" y="253"/>
                    </a:cubicBezTo>
                    <a:lnTo>
                      <a:pt x="9222" y="253"/>
                    </a:lnTo>
                    <a:lnTo>
                      <a:pt x="92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1"/>
              <p:cNvSpPr/>
              <p:nvPr/>
            </p:nvSpPr>
            <p:spPr>
              <a:xfrm>
                <a:off x="1131514" y="2433822"/>
                <a:ext cx="219375" cy="125775"/>
              </a:xfrm>
              <a:custGeom>
                <a:avLst/>
                <a:gdLst/>
                <a:ahLst/>
                <a:cxnLst/>
                <a:rect l="l" t="t" r="r" b="b"/>
                <a:pathLst>
                  <a:path w="8775" h="5031" extrusionOk="0">
                    <a:moveTo>
                      <a:pt x="136" y="0"/>
                    </a:moveTo>
                    <a:cubicBezTo>
                      <a:pt x="97" y="0"/>
                      <a:pt x="59" y="17"/>
                      <a:pt x="20" y="69"/>
                    </a:cubicBezTo>
                    <a:cubicBezTo>
                      <a:pt x="0" y="108"/>
                      <a:pt x="0" y="186"/>
                      <a:pt x="78" y="244"/>
                    </a:cubicBezTo>
                    <a:lnTo>
                      <a:pt x="292" y="361"/>
                    </a:lnTo>
                    <a:lnTo>
                      <a:pt x="3872" y="2423"/>
                    </a:lnTo>
                    <a:lnTo>
                      <a:pt x="4572" y="2832"/>
                    </a:lnTo>
                    <a:lnTo>
                      <a:pt x="8152" y="4914"/>
                    </a:lnTo>
                    <a:lnTo>
                      <a:pt x="8346" y="5030"/>
                    </a:lnTo>
                    <a:lnTo>
                      <a:pt x="8755" y="5030"/>
                    </a:lnTo>
                    <a:cubicBezTo>
                      <a:pt x="8774" y="4952"/>
                      <a:pt x="8755" y="4933"/>
                      <a:pt x="8735" y="4933"/>
                    </a:cubicBezTo>
                    <a:lnTo>
                      <a:pt x="8444" y="4758"/>
                    </a:lnTo>
                    <a:lnTo>
                      <a:pt x="4844" y="2696"/>
                    </a:lnTo>
                    <a:lnTo>
                      <a:pt x="4125" y="2287"/>
                    </a:lnTo>
                    <a:lnTo>
                      <a:pt x="525" y="205"/>
                    </a:lnTo>
                    <a:lnTo>
                      <a:pt x="195" y="11"/>
                    </a:lnTo>
                    <a:cubicBezTo>
                      <a:pt x="175" y="4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1"/>
              <p:cNvSpPr/>
              <p:nvPr/>
            </p:nvSpPr>
            <p:spPr>
              <a:xfrm>
                <a:off x="1627625" y="646675"/>
                <a:ext cx="5850" cy="20090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036" extrusionOk="0">
                    <a:moveTo>
                      <a:pt x="117" y="0"/>
                    </a:moveTo>
                    <a:cubicBezTo>
                      <a:pt x="39" y="0"/>
                      <a:pt x="0" y="59"/>
                      <a:pt x="0" y="117"/>
                    </a:cubicBezTo>
                    <a:lnTo>
                      <a:pt x="0" y="253"/>
                    </a:lnTo>
                    <a:lnTo>
                      <a:pt x="0" y="7860"/>
                    </a:lnTo>
                    <a:lnTo>
                      <a:pt x="0" y="7899"/>
                    </a:lnTo>
                    <a:cubicBezTo>
                      <a:pt x="0" y="7977"/>
                      <a:pt x="39" y="8035"/>
                      <a:pt x="117" y="8035"/>
                    </a:cubicBezTo>
                    <a:cubicBezTo>
                      <a:pt x="195" y="8035"/>
                      <a:pt x="234" y="7977"/>
                      <a:pt x="234" y="7899"/>
                    </a:cubicBezTo>
                    <a:lnTo>
                      <a:pt x="234" y="7860"/>
                    </a:lnTo>
                    <a:lnTo>
                      <a:pt x="234" y="195"/>
                    </a:lnTo>
                    <a:lnTo>
                      <a:pt x="234" y="117"/>
                    </a:lnTo>
                    <a:cubicBezTo>
                      <a:pt x="234" y="59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1"/>
              <p:cNvSpPr/>
              <p:nvPr/>
            </p:nvSpPr>
            <p:spPr>
              <a:xfrm>
                <a:off x="1655350" y="779450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56" y="214"/>
                    </a:moveTo>
                    <a:cubicBezTo>
                      <a:pt x="1031" y="214"/>
                      <a:pt x="1167" y="234"/>
                      <a:pt x="1284" y="312"/>
                    </a:cubicBezTo>
                    <a:cubicBezTo>
                      <a:pt x="1381" y="351"/>
                      <a:pt x="1440" y="428"/>
                      <a:pt x="1440" y="506"/>
                    </a:cubicBezTo>
                    <a:cubicBezTo>
                      <a:pt x="1440" y="584"/>
                      <a:pt x="1381" y="623"/>
                      <a:pt x="1284" y="701"/>
                    </a:cubicBezTo>
                    <a:cubicBezTo>
                      <a:pt x="1167" y="769"/>
                      <a:pt x="1007" y="803"/>
                      <a:pt x="846" y="803"/>
                    </a:cubicBezTo>
                    <a:cubicBezTo>
                      <a:pt x="686" y="803"/>
                      <a:pt x="525" y="769"/>
                      <a:pt x="409" y="701"/>
                    </a:cubicBezTo>
                    <a:cubicBezTo>
                      <a:pt x="311" y="642"/>
                      <a:pt x="272" y="584"/>
                      <a:pt x="272" y="506"/>
                    </a:cubicBezTo>
                    <a:cubicBezTo>
                      <a:pt x="272" y="428"/>
                      <a:pt x="311" y="390"/>
                      <a:pt x="409" y="312"/>
                    </a:cubicBezTo>
                    <a:cubicBezTo>
                      <a:pt x="545" y="234"/>
                      <a:pt x="700" y="214"/>
                      <a:pt x="856" y="214"/>
                    </a:cubicBezTo>
                    <a:close/>
                    <a:moveTo>
                      <a:pt x="700" y="0"/>
                    </a:moveTo>
                    <a:cubicBezTo>
                      <a:pt x="545" y="20"/>
                      <a:pt x="389" y="39"/>
                      <a:pt x="272" y="117"/>
                    </a:cubicBezTo>
                    <a:cubicBezTo>
                      <a:pt x="97" y="214"/>
                      <a:pt x="0" y="351"/>
                      <a:pt x="0" y="506"/>
                    </a:cubicBezTo>
                    <a:cubicBezTo>
                      <a:pt x="0" y="642"/>
                      <a:pt x="97" y="798"/>
                      <a:pt x="272" y="895"/>
                    </a:cubicBezTo>
                    <a:cubicBezTo>
                      <a:pt x="428" y="993"/>
                      <a:pt x="642" y="1032"/>
                      <a:pt x="837" y="1032"/>
                    </a:cubicBezTo>
                    <a:cubicBezTo>
                      <a:pt x="1031" y="1032"/>
                      <a:pt x="1245" y="993"/>
                      <a:pt x="1381" y="895"/>
                    </a:cubicBezTo>
                    <a:cubicBezTo>
                      <a:pt x="1556" y="798"/>
                      <a:pt x="1654" y="642"/>
                      <a:pt x="1654" y="506"/>
                    </a:cubicBezTo>
                    <a:cubicBezTo>
                      <a:pt x="1654" y="351"/>
                      <a:pt x="1556" y="214"/>
                      <a:pt x="1381" y="117"/>
                    </a:cubicBezTo>
                    <a:cubicBezTo>
                      <a:pt x="1265" y="39"/>
                      <a:pt x="1089" y="0"/>
                      <a:pt x="953" y="0"/>
                    </a:cubicBezTo>
                    <a:lnTo>
                      <a:pt x="953" y="39"/>
                    </a:lnTo>
                    <a:cubicBezTo>
                      <a:pt x="953" y="98"/>
                      <a:pt x="895" y="156"/>
                      <a:pt x="837" y="156"/>
                    </a:cubicBezTo>
                    <a:cubicBezTo>
                      <a:pt x="759" y="156"/>
                      <a:pt x="700" y="117"/>
                      <a:pt x="700" y="39"/>
                    </a:cubicBez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1"/>
              <p:cNvSpPr/>
              <p:nvPr/>
            </p:nvSpPr>
            <p:spPr>
              <a:xfrm>
                <a:off x="1672850" y="619925"/>
                <a:ext cx="6350" cy="1629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6518" extrusionOk="0">
                    <a:moveTo>
                      <a:pt x="137" y="0"/>
                    </a:moveTo>
                    <a:cubicBezTo>
                      <a:pt x="59" y="0"/>
                      <a:pt x="0" y="59"/>
                      <a:pt x="0" y="117"/>
                    </a:cubicBezTo>
                    <a:lnTo>
                      <a:pt x="0" y="350"/>
                    </a:lnTo>
                    <a:lnTo>
                      <a:pt x="0" y="6343"/>
                    </a:lnTo>
                    <a:lnTo>
                      <a:pt x="0" y="6401"/>
                    </a:lnTo>
                    <a:cubicBezTo>
                      <a:pt x="0" y="6479"/>
                      <a:pt x="59" y="6518"/>
                      <a:pt x="137" y="6518"/>
                    </a:cubicBezTo>
                    <a:cubicBezTo>
                      <a:pt x="195" y="6518"/>
                      <a:pt x="253" y="6479"/>
                      <a:pt x="253" y="6401"/>
                    </a:cubicBezTo>
                    <a:lnTo>
                      <a:pt x="253" y="6343"/>
                    </a:lnTo>
                    <a:lnTo>
                      <a:pt x="253" y="195"/>
                    </a:lnTo>
                    <a:lnTo>
                      <a:pt x="253" y="117"/>
                    </a:lnTo>
                    <a:cubicBezTo>
                      <a:pt x="253" y="78"/>
                      <a:pt x="195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1"/>
              <p:cNvSpPr/>
              <p:nvPr/>
            </p:nvSpPr>
            <p:spPr>
              <a:xfrm>
                <a:off x="1701550" y="719150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37" y="233"/>
                    </a:moveTo>
                    <a:cubicBezTo>
                      <a:pt x="992" y="233"/>
                      <a:pt x="1148" y="253"/>
                      <a:pt x="1265" y="331"/>
                    </a:cubicBezTo>
                    <a:cubicBezTo>
                      <a:pt x="1362" y="389"/>
                      <a:pt x="1420" y="467"/>
                      <a:pt x="1420" y="525"/>
                    </a:cubicBezTo>
                    <a:cubicBezTo>
                      <a:pt x="1420" y="603"/>
                      <a:pt x="1362" y="661"/>
                      <a:pt x="1265" y="720"/>
                    </a:cubicBezTo>
                    <a:cubicBezTo>
                      <a:pt x="1148" y="798"/>
                      <a:pt x="983" y="837"/>
                      <a:pt x="820" y="837"/>
                    </a:cubicBezTo>
                    <a:cubicBezTo>
                      <a:pt x="657" y="837"/>
                      <a:pt x="496" y="798"/>
                      <a:pt x="389" y="720"/>
                    </a:cubicBezTo>
                    <a:cubicBezTo>
                      <a:pt x="292" y="681"/>
                      <a:pt x="253" y="603"/>
                      <a:pt x="253" y="525"/>
                    </a:cubicBezTo>
                    <a:cubicBezTo>
                      <a:pt x="253" y="467"/>
                      <a:pt x="292" y="409"/>
                      <a:pt x="389" y="331"/>
                    </a:cubicBezTo>
                    <a:cubicBezTo>
                      <a:pt x="506" y="272"/>
                      <a:pt x="681" y="233"/>
                      <a:pt x="837" y="233"/>
                    </a:cubicBezTo>
                    <a:close/>
                    <a:moveTo>
                      <a:pt x="701" y="0"/>
                    </a:moveTo>
                    <a:cubicBezTo>
                      <a:pt x="545" y="19"/>
                      <a:pt x="389" y="39"/>
                      <a:pt x="273" y="117"/>
                    </a:cubicBezTo>
                    <a:cubicBezTo>
                      <a:pt x="98" y="214"/>
                      <a:pt x="0" y="350"/>
                      <a:pt x="0" y="506"/>
                    </a:cubicBezTo>
                    <a:cubicBezTo>
                      <a:pt x="0" y="642"/>
                      <a:pt x="98" y="798"/>
                      <a:pt x="273" y="895"/>
                    </a:cubicBezTo>
                    <a:cubicBezTo>
                      <a:pt x="428" y="992"/>
                      <a:pt x="642" y="1031"/>
                      <a:pt x="837" y="1031"/>
                    </a:cubicBezTo>
                    <a:cubicBezTo>
                      <a:pt x="1031" y="1031"/>
                      <a:pt x="1245" y="992"/>
                      <a:pt x="1382" y="895"/>
                    </a:cubicBezTo>
                    <a:cubicBezTo>
                      <a:pt x="1557" y="798"/>
                      <a:pt x="1654" y="642"/>
                      <a:pt x="1654" y="506"/>
                    </a:cubicBezTo>
                    <a:cubicBezTo>
                      <a:pt x="1654" y="350"/>
                      <a:pt x="1557" y="214"/>
                      <a:pt x="1382" y="117"/>
                    </a:cubicBezTo>
                    <a:cubicBezTo>
                      <a:pt x="1265" y="39"/>
                      <a:pt x="1090" y="0"/>
                      <a:pt x="954" y="0"/>
                    </a:cubicBezTo>
                    <a:lnTo>
                      <a:pt x="954" y="39"/>
                    </a:lnTo>
                    <a:cubicBezTo>
                      <a:pt x="954" y="117"/>
                      <a:pt x="895" y="175"/>
                      <a:pt x="837" y="175"/>
                    </a:cubicBezTo>
                    <a:cubicBezTo>
                      <a:pt x="759" y="175"/>
                      <a:pt x="701" y="117"/>
                      <a:pt x="701" y="3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1"/>
              <p:cNvSpPr/>
              <p:nvPr/>
            </p:nvSpPr>
            <p:spPr>
              <a:xfrm>
                <a:off x="1719050" y="593650"/>
                <a:ext cx="6350" cy="1299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5196" extrusionOk="0">
                    <a:moveTo>
                      <a:pt x="137" y="1"/>
                    </a:moveTo>
                    <a:cubicBezTo>
                      <a:pt x="59" y="1"/>
                      <a:pt x="1" y="59"/>
                      <a:pt x="1" y="137"/>
                    </a:cubicBezTo>
                    <a:lnTo>
                      <a:pt x="1" y="351"/>
                    </a:lnTo>
                    <a:lnTo>
                      <a:pt x="1" y="5020"/>
                    </a:lnTo>
                    <a:lnTo>
                      <a:pt x="1" y="5059"/>
                    </a:lnTo>
                    <a:cubicBezTo>
                      <a:pt x="1" y="5137"/>
                      <a:pt x="59" y="5195"/>
                      <a:pt x="137" y="5195"/>
                    </a:cubicBezTo>
                    <a:cubicBezTo>
                      <a:pt x="195" y="5195"/>
                      <a:pt x="254" y="5137"/>
                      <a:pt x="254" y="5059"/>
                    </a:cubicBezTo>
                    <a:lnTo>
                      <a:pt x="254" y="5020"/>
                    </a:lnTo>
                    <a:lnTo>
                      <a:pt x="254" y="195"/>
                    </a:lnTo>
                    <a:lnTo>
                      <a:pt x="254" y="137"/>
                    </a:lnTo>
                    <a:cubicBezTo>
                      <a:pt x="254" y="59"/>
                      <a:pt x="19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1"/>
              <p:cNvSpPr/>
              <p:nvPr/>
            </p:nvSpPr>
            <p:spPr>
              <a:xfrm>
                <a:off x="1747275" y="65492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17" y="254"/>
                    </a:moveTo>
                    <a:cubicBezTo>
                      <a:pt x="992" y="254"/>
                      <a:pt x="1148" y="273"/>
                      <a:pt x="1265" y="351"/>
                    </a:cubicBezTo>
                    <a:cubicBezTo>
                      <a:pt x="1362" y="410"/>
                      <a:pt x="1401" y="468"/>
                      <a:pt x="1401" y="546"/>
                    </a:cubicBezTo>
                    <a:cubicBezTo>
                      <a:pt x="1401" y="624"/>
                      <a:pt x="1362" y="662"/>
                      <a:pt x="1265" y="740"/>
                    </a:cubicBezTo>
                    <a:cubicBezTo>
                      <a:pt x="1138" y="808"/>
                      <a:pt x="973" y="842"/>
                      <a:pt x="812" y="842"/>
                    </a:cubicBezTo>
                    <a:cubicBezTo>
                      <a:pt x="652" y="842"/>
                      <a:pt x="496" y="808"/>
                      <a:pt x="389" y="740"/>
                    </a:cubicBezTo>
                    <a:cubicBezTo>
                      <a:pt x="292" y="682"/>
                      <a:pt x="233" y="624"/>
                      <a:pt x="233" y="546"/>
                    </a:cubicBezTo>
                    <a:cubicBezTo>
                      <a:pt x="233" y="468"/>
                      <a:pt x="292" y="429"/>
                      <a:pt x="389" y="351"/>
                    </a:cubicBezTo>
                    <a:cubicBezTo>
                      <a:pt x="506" y="273"/>
                      <a:pt x="681" y="254"/>
                      <a:pt x="817" y="254"/>
                    </a:cubicBezTo>
                    <a:close/>
                    <a:moveTo>
                      <a:pt x="700" y="1"/>
                    </a:moveTo>
                    <a:cubicBezTo>
                      <a:pt x="525" y="40"/>
                      <a:pt x="389" y="59"/>
                      <a:pt x="272" y="137"/>
                    </a:cubicBezTo>
                    <a:cubicBezTo>
                      <a:pt x="97" y="234"/>
                      <a:pt x="0" y="371"/>
                      <a:pt x="0" y="526"/>
                    </a:cubicBezTo>
                    <a:cubicBezTo>
                      <a:pt x="0" y="662"/>
                      <a:pt x="97" y="818"/>
                      <a:pt x="272" y="915"/>
                    </a:cubicBezTo>
                    <a:cubicBezTo>
                      <a:pt x="428" y="1013"/>
                      <a:pt x="623" y="1052"/>
                      <a:pt x="817" y="1052"/>
                    </a:cubicBezTo>
                    <a:cubicBezTo>
                      <a:pt x="1012" y="1052"/>
                      <a:pt x="1245" y="1013"/>
                      <a:pt x="1381" y="915"/>
                    </a:cubicBezTo>
                    <a:cubicBezTo>
                      <a:pt x="1556" y="818"/>
                      <a:pt x="1654" y="662"/>
                      <a:pt x="1654" y="526"/>
                    </a:cubicBezTo>
                    <a:cubicBezTo>
                      <a:pt x="1654" y="371"/>
                      <a:pt x="1556" y="234"/>
                      <a:pt x="1381" y="137"/>
                    </a:cubicBezTo>
                    <a:cubicBezTo>
                      <a:pt x="1265" y="59"/>
                      <a:pt x="1089" y="1"/>
                      <a:pt x="953" y="1"/>
                    </a:cubicBezTo>
                    <a:lnTo>
                      <a:pt x="953" y="59"/>
                    </a:lnTo>
                    <a:cubicBezTo>
                      <a:pt x="953" y="137"/>
                      <a:pt x="895" y="176"/>
                      <a:pt x="817" y="176"/>
                    </a:cubicBezTo>
                    <a:cubicBezTo>
                      <a:pt x="759" y="176"/>
                      <a:pt x="700" y="137"/>
                      <a:pt x="700" y="59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1"/>
              <p:cNvSpPr/>
              <p:nvPr/>
            </p:nvSpPr>
            <p:spPr>
              <a:xfrm>
                <a:off x="1764775" y="566900"/>
                <a:ext cx="6350" cy="924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698" extrusionOk="0">
                    <a:moveTo>
                      <a:pt x="117" y="1"/>
                    </a:moveTo>
                    <a:cubicBezTo>
                      <a:pt x="59" y="1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0" y="3522"/>
                    </a:lnTo>
                    <a:lnTo>
                      <a:pt x="0" y="3580"/>
                    </a:lnTo>
                    <a:cubicBezTo>
                      <a:pt x="0" y="3658"/>
                      <a:pt x="59" y="3697"/>
                      <a:pt x="117" y="3697"/>
                    </a:cubicBezTo>
                    <a:cubicBezTo>
                      <a:pt x="195" y="3697"/>
                      <a:pt x="253" y="3658"/>
                      <a:pt x="253" y="3580"/>
                    </a:cubicBezTo>
                    <a:lnTo>
                      <a:pt x="253" y="3522"/>
                    </a:lnTo>
                    <a:lnTo>
                      <a:pt x="253" y="195"/>
                    </a:lnTo>
                    <a:lnTo>
                      <a:pt x="253" y="137"/>
                    </a:lnTo>
                    <a:cubicBezTo>
                      <a:pt x="253" y="78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1"/>
              <p:cNvSpPr/>
              <p:nvPr/>
            </p:nvSpPr>
            <p:spPr>
              <a:xfrm>
                <a:off x="2282750" y="462325"/>
                <a:ext cx="19000" cy="15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60" extrusionOk="0">
                    <a:moveTo>
                      <a:pt x="1" y="1"/>
                    </a:moveTo>
                    <a:cubicBezTo>
                      <a:pt x="118" y="59"/>
                      <a:pt x="234" y="59"/>
                      <a:pt x="390" y="59"/>
                    </a:cubicBezTo>
                    <a:cubicBezTo>
                      <a:pt x="546" y="59"/>
                      <a:pt x="623" y="40"/>
                      <a:pt x="7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1"/>
              <p:cNvSpPr/>
              <p:nvPr/>
            </p:nvSpPr>
            <p:spPr>
              <a:xfrm>
                <a:off x="2340150" y="477275"/>
                <a:ext cx="29200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057" extrusionOk="0">
                    <a:moveTo>
                      <a:pt x="810" y="0"/>
                    </a:moveTo>
                    <a:cubicBezTo>
                      <a:pt x="617" y="0"/>
                      <a:pt x="412" y="44"/>
                      <a:pt x="254" y="142"/>
                    </a:cubicBezTo>
                    <a:cubicBezTo>
                      <a:pt x="98" y="239"/>
                      <a:pt x="1" y="376"/>
                      <a:pt x="1" y="531"/>
                    </a:cubicBezTo>
                    <a:cubicBezTo>
                      <a:pt x="1" y="667"/>
                      <a:pt x="78" y="823"/>
                      <a:pt x="254" y="920"/>
                    </a:cubicBezTo>
                    <a:cubicBezTo>
                      <a:pt x="429" y="1018"/>
                      <a:pt x="623" y="1056"/>
                      <a:pt x="818" y="1056"/>
                    </a:cubicBezTo>
                    <a:cubicBezTo>
                      <a:pt x="934" y="1056"/>
                      <a:pt x="1071" y="1037"/>
                      <a:pt x="1168" y="1018"/>
                    </a:cubicBezTo>
                    <a:lnTo>
                      <a:pt x="1168" y="765"/>
                    </a:lnTo>
                    <a:cubicBezTo>
                      <a:pt x="1059" y="807"/>
                      <a:pt x="935" y="827"/>
                      <a:pt x="810" y="827"/>
                    </a:cubicBezTo>
                    <a:cubicBezTo>
                      <a:pt x="647" y="827"/>
                      <a:pt x="483" y="792"/>
                      <a:pt x="351" y="726"/>
                    </a:cubicBezTo>
                    <a:cubicBezTo>
                      <a:pt x="254" y="667"/>
                      <a:pt x="215" y="609"/>
                      <a:pt x="215" y="531"/>
                    </a:cubicBezTo>
                    <a:cubicBezTo>
                      <a:pt x="215" y="453"/>
                      <a:pt x="254" y="414"/>
                      <a:pt x="351" y="337"/>
                    </a:cubicBezTo>
                    <a:cubicBezTo>
                      <a:pt x="487" y="259"/>
                      <a:pt x="643" y="239"/>
                      <a:pt x="798" y="239"/>
                    </a:cubicBezTo>
                    <a:cubicBezTo>
                      <a:pt x="915" y="239"/>
                      <a:pt x="1032" y="259"/>
                      <a:pt x="1129" y="278"/>
                    </a:cubicBezTo>
                    <a:lnTo>
                      <a:pt x="1129" y="45"/>
                    </a:lnTo>
                    <a:cubicBezTo>
                      <a:pt x="1035" y="16"/>
                      <a:pt x="925" y="0"/>
                      <a:pt x="8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32" name="Google Shape;1332;p31"/>
          <p:cNvGrpSpPr/>
          <p:nvPr/>
        </p:nvGrpSpPr>
        <p:grpSpPr>
          <a:xfrm>
            <a:off x="6152311" y="785725"/>
            <a:ext cx="2291370" cy="3820563"/>
            <a:chOff x="6152311" y="785725"/>
            <a:chExt cx="2291370" cy="3820563"/>
          </a:xfrm>
        </p:grpSpPr>
        <p:grpSp>
          <p:nvGrpSpPr>
            <p:cNvPr id="1333" name="Google Shape;1333;p31"/>
            <p:cNvGrpSpPr/>
            <p:nvPr/>
          </p:nvGrpSpPr>
          <p:grpSpPr>
            <a:xfrm>
              <a:off x="6162110" y="1896405"/>
              <a:ext cx="1791330" cy="1162830"/>
              <a:chOff x="-4004340" y="2465518"/>
              <a:chExt cx="1791330" cy="1162830"/>
            </a:xfrm>
          </p:grpSpPr>
          <p:sp>
            <p:nvSpPr>
              <p:cNvPr id="1334" name="Google Shape;1334;p31"/>
              <p:cNvSpPr/>
              <p:nvPr/>
            </p:nvSpPr>
            <p:spPr>
              <a:xfrm>
                <a:off x="-3238869" y="3540443"/>
                <a:ext cx="296388" cy="76122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686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2671" y="68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1"/>
              <p:cNvSpPr/>
              <p:nvPr/>
            </p:nvSpPr>
            <p:spPr>
              <a:xfrm>
                <a:off x="-2741963" y="2725067"/>
                <a:ext cx="14536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130" y="130"/>
                    </a:lnTo>
                    <a:lnTo>
                      <a:pt x="130" y="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1"/>
              <p:cNvSpPr/>
              <p:nvPr/>
            </p:nvSpPr>
            <p:spPr>
              <a:xfrm>
                <a:off x="-3461689" y="2727730"/>
                <a:ext cx="14536" cy="1575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42" extrusionOk="0">
                    <a:moveTo>
                      <a:pt x="131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31" y="4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1"/>
              <p:cNvSpPr/>
              <p:nvPr/>
            </p:nvSpPr>
            <p:spPr>
              <a:xfrm>
                <a:off x="-2942590" y="3124876"/>
                <a:ext cx="714504" cy="491686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431" extrusionOk="0">
                    <a:moveTo>
                      <a:pt x="6439" y="0"/>
                    </a:moveTo>
                    <a:lnTo>
                      <a:pt x="1" y="3745"/>
                    </a:lnTo>
                    <a:lnTo>
                      <a:pt x="1" y="4430"/>
                    </a:lnTo>
                    <a:lnTo>
                      <a:pt x="6439" y="697"/>
                    </a:lnTo>
                    <a:lnTo>
                      <a:pt x="6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1"/>
              <p:cNvSpPr/>
              <p:nvPr/>
            </p:nvSpPr>
            <p:spPr>
              <a:xfrm>
                <a:off x="-3958484" y="3126208"/>
                <a:ext cx="719719" cy="490354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419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6486" y="4418"/>
                    </a:lnTo>
                    <a:lnTo>
                      <a:pt x="6486" y="373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1"/>
              <p:cNvSpPr/>
              <p:nvPr/>
            </p:nvSpPr>
            <p:spPr>
              <a:xfrm>
                <a:off x="-3958484" y="2537645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4"/>
                    </a:lnTo>
                    <a:lnTo>
                      <a:pt x="6486" y="9037"/>
                    </a:lnTo>
                    <a:lnTo>
                      <a:pt x="9156" y="9037"/>
                    </a:lnTo>
                    <a:lnTo>
                      <a:pt x="15594" y="5292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1"/>
              <p:cNvSpPr/>
              <p:nvPr/>
            </p:nvSpPr>
            <p:spPr>
              <a:xfrm>
                <a:off x="-2709228" y="2744708"/>
                <a:ext cx="15868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31" extrusionOk="0">
                    <a:moveTo>
                      <a:pt x="1" y="1"/>
                    </a:moveTo>
                    <a:lnTo>
                      <a:pt x="12" y="60"/>
                    </a:lnTo>
                    <a:lnTo>
                      <a:pt x="142" y="131"/>
                    </a:lnTo>
                    <a:lnTo>
                      <a:pt x="142" y="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1"/>
              <p:cNvSpPr/>
              <p:nvPr/>
            </p:nvSpPr>
            <p:spPr>
              <a:xfrm>
                <a:off x="-2709228" y="2725067"/>
                <a:ext cx="48603" cy="28962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08" y="0"/>
                    </a:moveTo>
                    <a:lnTo>
                      <a:pt x="1" y="178"/>
                    </a:lnTo>
                    <a:lnTo>
                      <a:pt x="142" y="260"/>
                    </a:lnTo>
                    <a:lnTo>
                      <a:pt x="438" y="83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1"/>
              <p:cNvSpPr/>
              <p:nvPr/>
            </p:nvSpPr>
            <p:spPr>
              <a:xfrm>
                <a:off x="-3495755" y="2747371"/>
                <a:ext cx="15868" cy="1586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43" extrusionOk="0">
                    <a:moveTo>
                      <a:pt x="142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42" y="4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1"/>
              <p:cNvSpPr/>
              <p:nvPr/>
            </p:nvSpPr>
            <p:spPr>
              <a:xfrm>
                <a:off x="-3528490" y="2727730"/>
                <a:ext cx="48603" cy="28851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0" extrusionOk="0">
                    <a:moveTo>
                      <a:pt x="130" y="0"/>
                    </a:moveTo>
                    <a:lnTo>
                      <a:pt x="0" y="83"/>
                    </a:lnTo>
                    <a:lnTo>
                      <a:pt x="296" y="260"/>
                    </a:lnTo>
                    <a:lnTo>
                      <a:pt x="437" y="177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1"/>
              <p:cNvSpPr/>
              <p:nvPr/>
            </p:nvSpPr>
            <p:spPr>
              <a:xfrm>
                <a:off x="-2942590" y="3054080"/>
                <a:ext cx="714504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171" extrusionOk="0">
                    <a:moveTo>
                      <a:pt x="6439" y="1"/>
                    </a:moveTo>
                    <a:lnTo>
                      <a:pt x="1" y="3734"/>
                    </a:lnTo>
                    <a:lnTo>
                      <a:pt x="1" y="4171"/>
                    </a:lnTo>
                    <a:lnTo>
                      <a:pt x="6439" y="414"/>
                    </a:lnTo>
                    <a:lnTo>
                      <a:pt x="64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1"/>
              <p:cNvSpPr/>
              <p:nvPr/>
            </p:nvSpPr>
            <p:spPr>
              <a:xfrm>
                <a:off x="-3958484" y="3054080"/>
                <a:ext cx="719719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171" extrusionOk="0">
                    <a:moveTo>
                      <a:pt x="1" y="1"/>
                    </a:moveTo>
                    <a:lnTo>
                      <a:pt x="1" y="414"/>
                    </a:lnTo>
                    <a:lnTo>
                      <a:pt x="6486" y="4171"/>
                    </a:lnTo>
                    <a:lnTo>
                      <a:pt x="6486" y="37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-3238869" y="3468316"/>
                <a:ext cx="296388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438" extrusionOk="0">
                    <a:moveTo>
                      <a:pt x="1" y="1"/>
                    </a:moveTo>
                    <a:lnTo>
                      <a:pt x="1" y="438"/>
                    </a:lnTo>
                    <a:lnTo>
                      <a:pt x="2671" y="438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1"/>
              <p:cNvSpPr/>
              <p:nvPr/>
            </p:nvSpPr>
            <p:spPr>
              <a:xfrm>
                <a:off x="-3958484" y="2465518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5"/>
                    </a:lnTo>
                    <a:lnTo>
                      <a:pt x="6486" y="9038"/>
                    </a:lnTo>
                    <a:lnTo>
                      <a:pt x="9156" y="9038"/>
                    </a:lnTo>
                    <a:lnTo>
                      <a:pt x="15594" y="5305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1"/>
              <p:cNvSpPr/>
              <p:nvPr/>
            </p:nvSpPr>
            <p:spPr>
              <a:xfrm>
                <a:off x="-3904776" y="2516673"/>
                <a:ext cx="1625637" cy="899371"/>
              </a:xfrm>
              <a:custGeom>
                <a:avLst/>
                <a:gdLst/>
                <a:ahLst/>
                <a:cxnLst/>
                <a:rect l="l" t="t" r="r" b="b"/>
                <a:pathLst>
                  <a:path w="14650" h="8105" extrusionOk="0">
                    <a:moveTo>
                      <a:pt x="8412" y="402"/>
                    </a:moveTo>
                    <a:lnTo>
                      <a:pt x="14271" y="3769"/>
                    </a:lnTo>
                    <a:lnTo>
                      <a:pt x="14271" y="4347"/>
                    </a:lnTo>
                    <a:lnTo>
                      <a:pt x="8447" y="7726"/>
                    </a:lnTo>
                    <a:lnTo>
                      <a:pt x="6226" y="7726"/>
                    </a:lnTo>
                    <a:lnTo>
                      <a:pt x="355" y="4347"/>
                    </a:lnTo>
                    <a:lnTo>
                      <a:pt x="355" y="3780"/>
                    </a:lnTo>
                    <a:lnTo>
                      <a:pt x="6179" y="402"/>
                    </a:lnTo>
                    <a:close/>
                    <a:moveTo>
                      <a:pt x="6085" y="0"/>
                    </a:moveTo>
                    <a:lnTo>
                      <a:pt x="1" y="3544"/>
                    </a:lnTo>
                    <a:lnTo>
                      <a:pt x="1" y="4560"/>
                    </a:lnTo>
                    <a:lnTo>
                      <a:pt x="6132" y="8104"/>
                    </a:lnTo>
                    <a:lnTo>
                      <a:pt x="8565" y="8104"/>
                    </a:lnTo>
                    <a:lnTo>
                      <a:pt x="14649" y="4560"/>
                    </a:lnTo>
                    <a:lnTo>
                      <a:pt x="14649" y="3544"/>
                    </a:lnTo>
                    <a:lnTo>
                      <a:pt x="8518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1"/>
              <p:cNvSpPr/>
              <p:nvPr/>
            </p:nvSpPr>
            <p:spPr>
              <a:xfrm>
                <a:off x="-3722570" y="2675243"/>
                <a:ext cx="668675" cy="385492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3474" extrusionOk="0">
                    <a:moveTo>
                      <a:pt x="4502" y="1"/>
                    </a:moveTo>
                    <a:lnTo>
                      <a:pt x="1" y="2599"/>
                    </a:lnTo>
                    <a:lnTo>
                      <a:pt x="1525" y="3474"/>
                    </a:lnTo>
                    <a:lnTo>
                      <a:pt x="6026" y="875"/>
                    </a:lnTo>
                    <a:lnTo>
                      <a:pt x="4502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1"/>
              <p:cNvSpPr/>
              <p:nvPr/>
            </p:nvSpPr>
            <p:spPr>
              <a:xfrm>
                <a:off x="-3537701" y="2688337"/>
                <a:ext cx="778752" cy="449741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4053" extrusionOk="0">
                    <a:moveTo>
                      <a:pt x="5966" y="1"/>
                    </a:moveTo>
                    <a:lnTo>
                      <a:pt x="1" y="3450"/>
                    </a:lnTo>
                    <a:lnTo>
                      <a:pt x="1052" y="4053"/>
                    </a:lnTo>
                    <a:lnTo>
                      <a:pt x="7018" y="615"/>
                    </a:lnTo>
                    <a:lnTo>
                      <a:pt x="596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1"/>
              <p:cNvSpPr/>
              <p:nvPr/>
            </p:nvSpPr>
            <p:spPr>
              <a:xfrm>
                <a:off x="-3402655" y="2832593"/>
                <a:ext cx="624067" cy="3605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249" extrusionOk="0">
                    <a:moveTo>
                      <a:pt x="4915" y="0"/>
                    </a:moveTo>
                    <a:lnTo>
                      <a:pt x="0" y="2859"/>
                    </a:lnTo>
                    <a:lnTo>
                      <a:pt x="709" y="3249"/>
                    </a:lnTo>
                    <a:lnTo>
                      <a:pt x="5623" y="414"/>
                    </a:lnTo>
                    <a:lnTo>
                      <a:pt x="491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1"/>
              <p:cNvSpPr/>
              <p:nvPr/>
            </p:nvSpPr>
            <p:spPr>
              <a:xfrm>
                <a:off x="-3210018" y="2946554"/>
                <a:ext cx="626730" cy="360636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3250" extrusionOk="0">
                    <a:moveTo>
                      <a:pt x="4939" y="1"/>
                    </a:moveTo>
                    <a:lnTo>
                      <a:pt x="1" y="2836"/>
                    </a:lnTo>
                    <a:lnTo>
                      <a:pt x="733" y="3250"/>
                    </a:lnTo>
                    <a:lnTo>
                      <a:pt x="5648" y="391"/>
                    </a:lnTo>
                    <a:lnTo>
                      <a:pt x="4939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1"/>
              <p:cNvSpPr/>
              <p:nvPr/>
            </p:nvSpPr>
            <p:spPr>
              <a:xfrm>
                <a:off x="-3305671" y="3060627"/>
                <a:ext cx="329122" cy="188862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702" extrusionOk="0">
                    <a:moveTo>
                      <a:pt x="2257" y="1"/>
                    </a:moveTo>
                    <a:lnTo>
                      <a:pt x="0" y="1300"/>
                    </a:lnTo>
                    <a:lnTo>
                      <a:pt x="709" y="1702"/>
                    </a:lnTo>
                    <a:lnTo>
                      <a:pt x="2966" y="402"/>
                    </a:lnTo>
                    <a:lnTo>
                      <a:pt x="2257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1"/>
              <p:cNvSpPr/>
              <p:nvPr/>
            </p:nvSpPr>
            <p:spPr>
              <a:xfrm>
                <a:off x="-3009391" y="2888963"/>
                <a:ext cx="327791" cy="190194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714" extrusionOk="0">
                    <a:moveTo>
                      <a:pt x="2245" y="0"/>
                    </a:moveTo>
                    <a:lnTo>
                      <a:pt x="0" y="1300"/>
                    </a:lnTo>
                    <a:lnTo>
                      <a:pt x="709" y="1713"/>
                    </a:lnTo>
                    <a:lnTo>
                      <a:pt x="2954" y="414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55" name="Google Shape;1355;p31"/>
              <p:cNvGrpSpPr/>
              <p:nvPr/>
            </p:nvGrpSpPr>
            <p:grpSpPr>
              <a:xfrm>
                <a:off x="-4004340" y="3104789"/>
                <a:ext cx="1791330" cy="523558"/>
                <a:chOff x="-4004340" y="3104789"/>
                <a:chExt cx="1791330" cy="523558"/>
              </a:xfrm>
            </p:grpSpPr>
            <p:grpSp>
              <p:nvGrpSpPr>
                <p:cNvPr id="1356" name="Google Shape;1356;p31"/>
                <p:cNvGrpSpPr/>
                <p:nvPr/>
              </p:nvGrpSpPr>
              <p:grpSpPr>
                <a:xfrm>
                  <a:off x="-2940565" y="3136014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1357" name="Google Shape;1357;p31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58" name="Google Shape;135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59" name="Google Shape;135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0" name="Google Shape;136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1" name="Google Shape;136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2" name="Google Shape;136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3" name="Google Shape;136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4" name="Google Shape;136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5" name="Google Shape;136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6" name="Google Shape;136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67" name="Google Shape;1367;p31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68" name="Google Shape;136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9" name="Google Shape;136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0" name="Google Shape;137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1" name="Google Shape;137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2" name="Google Shape;137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3" name="Google Shape;137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4" name="Google Shape;137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5" name="Google Shape;137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6" name="Google Shape;137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77" name="Google Shape;1377;p31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78" name="Google Shape;137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9" name="Google Shape;137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0" name="Google Shape;138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1" name="Google Shape;138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2" name="Google Shape;138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3" name="Google Shape;138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4" name="Google Shape;138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5" name="Google Shape;138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6" name="Google Shape;138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87" name="Google Shape;1387;p31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88" name="Google Shape;138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9" name="Google Shape;138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0" name="Google Shape;139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1" name="Google Shape;139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2" name="Google Shape;139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3" name="Google Shape;139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4" name="Google Shape;139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5" name="Google Shape;139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6" name="Google Shape;139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97" name="Google Shape;1397;p31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98" name="Google Shape;139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9" name="Google Shape;139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0" name="Google Shape;140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1" name="Google Shape;140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2" name="Google Shape;140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3" name="Google Shape;140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4" name="Google Shape;140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5" name="Google Shape;140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6" name="Google Shape;140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07" name="Google Shape;1407;p31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08" name="Google Shape;140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9" name="Google Shape;140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0" name="Google Shape;141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1" name="Google Shape;141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2" name="Google Shape;141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3" name="Google Shape;141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4" name="Google Shape;141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5" name="Google Shape;141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6" name="Google Shape;141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17" name="Google Shape;1417;p31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18" name="Google Shape;141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9" name="Google Shape;141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0" name="Google Shape;142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1" name="Google Shape;142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2" name="Google Shape;142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3" name="Google Shape;142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4" name="Google Shape;142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5" name="Google Shape;142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6" name="Google Shape;142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27" name="Google Shape;1427;p31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28" name="Google Shape;142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9" name="Google Shape;142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0" name="Google Shape;143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1" name="Google Shape;143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2" name="Google Shape;143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3" name="Google Shape;143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4" name="Google Shape;143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5" name="Google Shape;143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6" name="Google Shape;143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37" name="Google Shape;1437;p31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38" name="Google Shape;143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9" name="Google Shape;143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0" name="Google Shape;144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1" name="Google Shape;144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2" name="Google Shape;144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3" name="Google Shape;144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4" name="Google Shape;144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5" name="Google Shape;144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6" name="Google Shape;144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47" name="Google Shape;1447;p31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48" name="Google Shape;144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9" name="Google Shape;144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0" name="Google Shape;145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1" name="Google Shape;145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2" name="Google Shape;145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3" name="Google Shape;145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4" name="Google Shape;145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5" name="Google Shape;145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6" name="Google Shape;145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57" name="Google Shape;1457;p31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58" name="Google Shape;145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9" name="Google Shape;145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0" name="Google Shape;146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1" name="Google Shape;146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2" name="Google Shape;146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3" name="Google Shape;146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4" name="Google Shape;146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5" name="Google Shape;146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6" name="Google Shape;146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67" name="Google Shape;1467;p31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68" name="Google Shape;146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9" name="Google Shape;146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0" name="Google Shape;147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1" name="Google Shape;147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2" name="Google Shape;147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3" name="Google Shape;147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4" name="Google Shape;147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5" name="Google Shape;147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6" name="Google Shape;147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77" name="Google Shape;1477;p31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78" name="Google Shape;147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9" name="Google Shape;147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0" name="Google Shape;148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1" name="Google Shape;148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2" name="Google Shape;148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3" name="Google Shape;148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4" name="Google Shape;148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5" name="Google Shape;148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6" name="Google Shape;148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87" name="Google Shape;1487;p31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88" name="Google Shape;148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9" name="Google Shape;148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0" name="Google Shape;149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1" name="Google Shape;149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2" name="Google Shape;149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3" name="Google Shape;149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4" name="Google Shape;149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5" name="Google Shape;149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6" name="Google Shape;149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97" name="Google Shape;1497;p31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98" name="Google Shape;149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9" name="Google Shape;149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0" name="Google Shape;150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1" name="Google Shape;150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2" name="Google Shape;150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3" name="Google Shape;150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4" name="Google Shape;150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5" name="Google Shape;150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6" name="Google Shape;150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07" name="Google Shape;1507;p31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08" name="Google Shape;150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9" name="Google Shape;150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0" name="Google Shape;151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1" name="Google Shape;151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2" name="Google Shape;151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3" name="Google Shape;151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4" name="Google Shape;151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5" name="Google Shape;151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6" name="Google Shape;151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17" name="Google Shape;1517;p31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18" name="Google Shape;151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9" name="Google Shape;151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0" name="Google Shape;152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1" name="Google Shape;152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2" name="Google Shape;152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3" name="Google Shape;152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4" name="Google Shape;152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5" name="Google Shape;152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6" name="Google Shape;152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527" name="Google Shape;1527;p31"/>
                <p:cNvGrpSpPr/>
                <p:nvPr/>
              </p:nvGrpSpPr>
              <p:grpSpPr>
                <a:xfrm flipH="1">
                  <a:off x="-4004340" y="3104789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1528" name="Google Shape;1528;p31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29" name="Google Shape;152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0" name="Google Shape;153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1" name="Google Shape;153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2" name="Google Shape;153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3" name="Google Shape;153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4" name="Google Shape;153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5" name="Google Shape;153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6" name="Google Shape;153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7" name="Google Shape;153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38" name="Google Shape;1538;p31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39" name="Google Shape;153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0" name="Google Shape;154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1" name="Google Shape;154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2" name="Google Shape;154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3" name="Google Shape;154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4" name="Google Shape;154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5" name="Google Shape;154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6" name="Google Shape;154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7" name="Google Shape;154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48" name="Google Shape;1548;p31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49" name="Google Shape;154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0" name="Google Shape;155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1" name="Google Shape;155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2" name="Google Shape;155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3" name="Google Shape;155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4" name="Google Shape;155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5" name="Google Shape;155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6" name="Google Shape;155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7" name="Google Shape;155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58" name="Google Shape;1558;p31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59" name="Google Shape;155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0" name="Google Shape;156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1" name="Google Shape;156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2" name="Google Shape;156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3" name="Google Shape;156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4" name="Google Shape;156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5" name="Google Shape;156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6" name="Google Shape;156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7" name="Google Shape;156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68" name="Google Shape;1568;p31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69" name="Google Shape;156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0" name="Google Shape;157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1" name="Google Shape;157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2" name="Google Shape;157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3" name="Google Shape;157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4" name="Google Shape;157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5" name="Google Shape;157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6" name="Google Shape;157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7" name="Google Shape;157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78" name="Google Shape;1578;p31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79" name="Google Shape;157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0" name="Google Shape;158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1" name="Google Shape;158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2" name="Google Shape;158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3" name="Google Shape;158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4" name="Google Shape;158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5" name="Google Shape;158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6" name="Google Shape;158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7" name="Google Shape;158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88" name="Google Shape;1588;p31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89" name="Google Shape;158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0" name="Google Shape;159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1" name="Google Shape;159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2" name="Google Shape;159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3" name="Google Shape;159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4" name="Google Shape;159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5" name="Google Shape;159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6" name="Google Shape;159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7" name="Google Shape;159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98" name="Google Shape;1598;p31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99" name="Google Shape;159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0" name="Google Shape;160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1" name="Google Shape;160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2" name="Google Shape;160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3" name="Google Shape;160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4" name="Google Shape;160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5" name="Google Shape;160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6" name="Google Shape;160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7" name="Google Shape;160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08" name="Google Shape;1608;p31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09" name="Google Shape;160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0" name="Google Shape;161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1" name="Google Shape;161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2" name="Google Shape;161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3" name="Google Shape;161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4" name="Google Shape;161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5" name="Google Shape;161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6" name="Google Shape;161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7" name="Google Shape;161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18" name="Google Shape;1618;p31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19" name="Google Shape;161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0" name="Google Shape;162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1" name="Google Shape;162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2" name="Google Shape;162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3" name="Google Shape;162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4" name="Google Shape;162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5" name="Google Shape;162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6" name="Google Shape;162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7" name="Google Shape;162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28" name="Google Shape;1628;p31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29" name="Google Shape;162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0" name="Google Shape;163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1" name="Google Shape;163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2" name="Google Shape;163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3" name="Google Shape;163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4" name="Google Shape;163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5" name="Google Shape;163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6" name="Google Shape;163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7" name="Google Shape;163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38" name="Google Shape;1638;p31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39" name="Google Shape;163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0" name="Google Shape;164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1" name="Google Shape;164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2" name="Google Shape;164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3" name="Google Shape;164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4" name="Google Shape;164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5" name="Google Shape;164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6" name="Google Shape;164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7" name="Google Shape;164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48" name="Google Shape;1648;p31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49" name="Google Shape;164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0" name="Google Shape;165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1" name="Google Shape;165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2" name="Google Shape;165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3" name="Google Shape;165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4" name="Google Shape;165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5" name="Google Shape;165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6" name="Google Shape;165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7" name="Google Shape;165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58" name="Google Shape;1658;p31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59" name="Google Shape;165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0" name="Google Shape;166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1" name="Google Shape;166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2" name="Google Shape;166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3" name="Google Shape;166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4" name="Google Shape;166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5" name="Google Shape;166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6" name="Google Shape;166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7" name="Google Shape;166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68" name="Google Shape;1668;p31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69" name="Google Shape;166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0" name="Google Shape;167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1" name="Google Shape;167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2" name="Google Shape;167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3" name="Google Shape;167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4" name="Google Shape;167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5" name="Google Shape;167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6" name="Google Shape;167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7" name="Google Shape;167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78" name="Google Shape;1678;p31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79" name="Google Shape;167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0" name="Google Shape;168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1" name="Google Shape;168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2" name="Google Shape;168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3" name="Google Shape;168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4" name="Google Shape;168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5" name="Google Shape;168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6" name="Google Shape;168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7" name="Google Shape;168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88" name="Google Shape;1688;p31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89" name="Google Shape;168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0" name="Google Shape;169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1" name="Google Shape;169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2" name="Google Shape;169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3" name="Google Shape;169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4" name="Google Shape;169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5" name="Google Shape;169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6" name="Google Shape;169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7" name="Google Shape;169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1698" name="Google Shape;1698;p31"/>
            <p:cNvGrpSpPr/>
            <p:nvPr/>
          </p:nvGrpSpPr>
          <p:grpSpPr>
            <a:xfrm>
              <a:off x="6152311" y="1282007"/>
              <a:ext cx="664880" cy="790316"/>
              <a:chOff x="-2482589" y="3634532"/>
              <a:chExt cx="664880" cy="790316"/>
            </a:xfrm>
          </p:grpSpPr>
          <p:sp>
            <p:nvSpPr>
              <p:cNvPr id="1699" name="Google Shape;1699;p31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1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1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1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1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1"/>
              <p:cNvSpPr/>
              <p:nvPr/>
            </p:nvSpPr>
            <p:spPr>
              <a:xfrm>
                <a:off x="-2482589" y="3827118"/>
                <a:ext cx="331805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1"/>
              <p:cNvSpPr/>
              <p:nvPr/>
            </p:nvSpPr>
            <p:spPr>
              <a:xfrm>
                <a:off x="-2482589" y="3634532"/>
                <a:ext cx="664874" cy="385420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1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1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1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1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1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1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2" name="Google Shape;1722;p31"/>
            <p:cNvGrpSpPr/>
            <p:nvPr/>
          </p:nvGrpSpPr>
          <p:grpSpPr>
            <a:xfrm>
              <a:off x="6241543" y="3620771"/>
              <a:ext cx="486408" cy="985516"/>
              <a:chOff x="-1021989" y="255195"/>
              <a:chExt cx="353263" cy="715750"/>
            </a:xfrm>
          </p:grpSpPr>
          <p:sp>
            <p:nvSpPr>
              <p:cNvPr id="1723" name="Google Shape;1723;p31"/>
              <p:cNvSpPr/>
              <p:nvPr/>
            </p:nvSpPr>
            <p:spPr>
              <a:xfrm>
                <a:off x="-929916" y="585798"/>
                <a:ext cx="164427" cy="38514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4844" extrusionOk="0">
                    <a:moveTo>
                      <a:pt x="547" y="1"/>
                    </a:moveTo>
                    <a:cubicBezTo>
                      <a:pt x="451" y="1"/>
                      <a:pt x="362" y="24"/>
                      <a:pt x="284" y="71"/>
                    </a:cubicBezTo>
                    <a:cubicBezTo>
                      <a:pt x="107" y="178"/>
                      <a:pt x="0" y="378"/>
                      <a:pt x="0" y="662"/>
                    </a:cubicBezTo>
                    <a:lnTo>
                      <a:pt x="0" y="3674"/>
                    </a:lnTo>
                    <a:cubicBezTo>
                      <a:pt x="0" y="3769"/>
                      <a:pt x="83" y="3828"/>
                      <a:pt x="154" y="3828"/>
                    </a:cubicBezTo>
                    <a:cubicBezTo>
                      <a:pt x="237" y="3828"/>
                      <a:pt x="296" y="3745"/>
                      <a:pt x="296" y="3674"/>
                    </a:cubicBezTo>
                    <a:lnTo>
                      <a:pt x="296" y="662"/>
                    </a:lnTo>
                    <a:cubicBezTo>
                      <a:pt x="296" y="496"/>
                      <a:pt x="355" y="367"/>
                      <a:pt x="449" y="319"/>
                    </a:cubicBezTo>
                    <a:cubicBezTo>
                      <a:pt x="483" y="295"/>
                      <a:pt x="526" y="283"/>
                      <a:pt x="574" y="283"/>
                    </a:cubicBezTo>
                    <a:cubicBezTo>
                      <a:pt x="646" y="283"/>
                      <a:pt x="731" y="310"/>
                      <a:pt x="816" y="367"/>
                    </a:cubicBezTo>
                    <a:lnTo>
                      <a:pt x="1146" y="556"/>
                    </a:lnTo>
                    <a:cubicBezTo>
                      <a:pt x="1501" y="768"/>
                      <a:pt x="1796" y="1264"/>
                      <a:pt x="1796" y="1678"/>
                    </a:cubicBezTo>
                    <a:lnTo>
                      <a:pt x="1796" y="4690"/>
                    </a:lnTo>
                    <a:cubicBezTo>
                      <a:pt x="1796" y="4785"/>
                      <a:pt x="1867" y="4844"/>
                      <a:pt x="1938" y="4844"/>
                    </a:cubicBezTo>
                    <a:cubicBezTo>
                      <a:pt x="2009" y="4844"/>
                      <a:pt x="2068" y="4785"/>
                      <a:pt x="2056" y="4690"/>
                    </a:cubicBezTo>
                    <a:lnTo>
                      <a:pt x="2056" y="1678"/>
                    </a:lnTo>
                    <a:cubicBezTo>
                      <a:pt x="2056" y="1170"/>
                      <a:pt x="1702" y="556"/>
                      <a:pt x="1264" y="307"/>
                    </a:cubicBezTo>
                    <a:lnTo>
                      <a:pt x="934" y="118"/>
                    </a:lnTo>
                    <a:cubicBezTo>
                      <a:pt x="801" y="39"/>
                      <a:pt x="669" y="1"/>
                      <a:pt x="5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>
                <a:off x="-1007915" y="681608"/>
                <a:ext cx="322254" cy="140256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1764" extrusionOk="0">
                    <a:moveTo>
                      <a:pt x="4053" y="0"/>
                    </a:move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53" y="19"/>
                      <a:pt x="4053" y="10"/>
                      <a:pt x="4053" y="0"/>
                    </a:cubicBezTo>
                    <a:close/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886"/>
                      <a:pt x="190" y="1182"/>
                      <a:pt x="592" y="1418"/>
                    </a:cubicBezTo>
                    <a:cubicBezTo>
                      <a:pt x="987" y="1648"/>
                      <a:pt x="1507" y="1763"/>
                      <a:pt x="2025" y="1763"/>
                    </a:cubicBezTo>
                    <a:cubicBezTo>
                      <a:pt x="2544" y="1763"/>
                      <a:pt x="3061" y="1648"/>
                      <a:pt x="3450" y="1418"/>
                    </a:cubicBezTo>
                    <a:cubicBezTo>
                      <a:pt x="3852" y="1182"/>
                      <a:pt x="4041" y="886"/>
                      <a:pt x="4041" y="591"/>
                    </a:cubicBez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41" y="314"/>
                      <a:pt x="3851" y="598"/>
                      <a:pt x="3462" y="827"/>
                    </a:cubicBezTo>
                    <a:cubicBezTo>
                      <a:pt x="3066" y="1058"/>
                      <a:pt x="2550" y="1173"/>
                      <a:pt x="2033" y="1173"/>
                    </a:cubicBezTo>
                    <a:cubicBezTo>
                      <a:pt x="1516" y="1173"/>
                      <a:pt x="999" y="1058"/>
                      <a:pt x="603" y="827"/>
                    </a:cubicBezTo>
                    <a:cubicBezTo>
                      <a:pt x="202" y="615"/>
                      <a:pt x="13" y="296"/>
                      <a:pt x="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>
                <a:off x="-1006483" y="680654"/>
                <a:ext cx="323208" cy="141210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1776" extrusionOk="0"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650"/>
                      <a:pt x="13" y="721"/>
                      <a:pt x="24" y="780"/>
                    </a:cubicBezTo>
                    <a:cubicBezTo>
                      <a:pt x="83" y="981"/>
                      <a:pt x="225" y="1170"/>
                      <a:pt x="438" y="1335"/>
                    </a:cubicBezTo>
                    <a:cubicBezTo>
                      <a:pt x="485" y="1359"/>
                      <a:pt x="544" y="1394"/>
                      <a:pt x="591" y="1430"/>
                    </a:cubicBezTo>
                    <a:cubicBezTo>
                      <a:pt x="851" y="1583"/>
                      <a:pt x="1182" y="1690"/>
                      <a:pt x="1525" y="1749"/>
                    </a:cubicBezTo>
                    <a:cubicBezTo>
                      <a:pt x="1690" y="1767"/>
                      <a:pt x="1858" y="1775"/>
                      <a:pt x="2028" y="1775"/>
                    </a:cubicBezTo>
                    <a:cubicBezTo>
                      <a:pt x="2198" y="1775"/>
                      <a:pt x="2369" y="1767"/>
                      <a:pt x="2541" y="1749"/>
                    </a:cubicBezTo>
                    <a:cubicBezTo>
                      <a:pt x="2883" y="1702"/>
                      <a:pt x="3190" y="1595"/>
                      <a:pt x="3450" y="1430"/>
                    </a:cubicBezTo>
                    <a:cubicBezTo>
                      <a:pt x="3840" y="1217"/>
                      <a:pt x="4041" y="898"/>
                      <a:pt x="4041" y="603"/>
                    </a:cubicBezTo>
                    <a:lnTo>
                      <a:pt x="4065" y="12"/>
                    </a:lnTo>
                    <a:lnTo>
                      <a:pt x="4065" y="12"/>
                    </a:lnTo>
                    <a:cubicBezTo>
                      <a:pt x="4041" y="308"/>
                      <a:pt x="3852" y="603"/>
                      <a:pt x="3474" y="839"/>
                    </a:cubicBezTo>
                    <a:cubicBezTo>
                      <a:pt x="3202" y="993"/>
                      <a:pt x="2895" y="1099"/>
                      <a:pt x="2552" y="1158"/>
                    </a:cubicBezTo>
                    <a:cubicBezTo>
                      <a:pt x="2381" y="1176"/>
                      <a:pt x="2213" y="1185"/>
                      <a:pt x="2044" y="1185"/>
                    </a:cubicBezTo>
                    <a:cubicBezTo>
                      <a:pt x="1876" y="1185"/>
                      <a:pt x="1708" y="1176"/>
                      <a:pt x="1536" y="1158"/>
                    </a:cubicBezTo>
                    <a:cubicBezTo>
                      <a:pt x="1194" y="1111"/>
                      <a:pt x="875" y="1005"/>
                      <a:pt x="603" y="839"/>
                    </a:cubicBezTo>
                    <a:cubicBezTo>
                      <a:pt x="544" y="816"/>
                      <a:pt x="497" y="780"/>
                      <a:pt x="461" y="745"/>
                    </a:cubicBezTo>
                    <a:cubicBezTo>
                      <a:pt x="237" y="579"/>
                      <a:pt x="83" y="390"/>
                      <a:pt x="48" y="189"/>
                    </a:cubicBezTo>
                    <a:cubicBezTo>
                      <a:pt x="24" y="130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1"/>
              <p:cNvSpPr/>
              <p:nvPr/>
            </p:nvSpPr>
            <p:spPr>
              <a:xfrm>
                <a:off x="-1021989" y="589058"/>
                <a:ext cx="353263" cy="18581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2337" extrusionOk="0">
                    <a:moveTo>
                      <a:pt x="2210" y="1"/>
                    </a:moveTo>
                    <a:cubicBezTo>
                      <a:pt x="1693" y="1"/>
                      <a:pt x="1176" y="113"/>
                      <a:pt x="780" y="337"/>
                    </a:cubicBezTo>
                    <a:cubicBezTo>
                      <a:pt x="1" y="798"/>
                      <a:pt x="1" y="1530"/>
                      <a:pt x="792" y="1991"/>
                    </a:cubicBezTo>
                    <a:cubicBezTo>
                      <a:pt x="1194" y="2222"/>
                      <a:pt x="1714" y="2337"/>
                      <a:pt x="2232" y="2337"/>
                    </a:cubicBezTo>
                    <a:cubicBezTo>
                      <a:pt x="2750" y="2337"/>
                      <a:pt x="3267" y="2222"/>
                      <a:pt x="3663" y="1991"/>
                    </a:cubicBezTo>
                    <a:cubicBezTo>
                      <a:pt x="4443" y="1542"/>
                      <a:pt x="4443" y="798"/>
                      <a:pt x="3639" y="337"/>
                    </a:cubicBezTo>
                    <a:cubicBezTo>
                      <a:pt x="3243" y="113"/>
                      <a:pt x="2727" y="1"/>
                      <a:pt x="2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1"/>
              <p:cNvSpPr/>
              <p:nvPr/>
            </p:nvSpPr>
            <p:spPr>
              <a:xfrm>
                <a:off x="-982552" y="562343"/>
                <a:ext cx="273435" cy="194481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46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1465"/>
                    </a:lnTo>
                    <a:lnTo>
                      <a:pt x="1" y="1500"/>
                    </a:lnTo>
                    <a:lnTo>
                      <a:pt x="1" y="1524"/>
                    </a:lnTo>
                    <a:lnTo>
                      <a:pt x="1" y="1548"/>
                    </a:lnTo>
                    <a:lnTo>
                      <a:pt x="1" y="1559"/>
                    </a:lnTo>
                    <a:lnTo>
                      <a:pt x="1" y="1595"/>
                    </a:lnTo>
                    <a:lnTo>
                      <a:pt x="1" y="1607"/>
                    </a:lnTo>
                    <a:lnTo>
                      <a:pt x="1" y="1618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66"/>
                      <a:pt x="36" y="1677"/>
                      <a:pt x="36" y="1701"/>
                    </a:cubicBezTo>
                    <a:lnTo>
                      <a:pt x="36" y="1713"/>
                    </a:lnTo>
                    <a:cubicBezTo>
                      <a:pt x="36" y="1725"/>
                      <a:pt x="48" y="1737"/>
                      <a:pt x="48" y="1760"/>
                    </a:cubicBezTo>
                    <a:cubicBezTo>
                      <a:pt x="48" y="1772"/>
                      <a:pt x="60" y="1784"/>
                      <a:pt x="72" y="1796"/>
                    </a:cubicBezTo>
                    <a:lnTo>
                      <a:pt x="72" y="1819"/>
                    </a:lnTo>
                    <a:cubicBezTo>
                      <a:pt x="95" y="1831"/>
                      <a:pt x="95" y="1843"/>
                      <a:pt x="107" y="1855"/>
                    </a:cubicBezTo>
                    <a:cubicBezTo>
                      <a:pt x="119" y="1878"/>
                      <a:pt x="119" y="1890"/>
                      <a:pt x="131" y="1890"/>
                    </a:cubicBezTo>
                    <a:lnTo>
                      <a:pt x="131" y="1902"/>
                    </a:lnTo>
                    <a:cubicBezTo>
                      <a:pt x="154" y="1914"/>
                      <a:pt x="154" y="1937"/>
                      <a:pt x="166" y="1949"/>
                    </a:cubicBezTo>
                    <a:cubicBezTo>
                      <a:pt x="178" y="1961"/>
                      <a:pt x="178" y="1973"/>
                      <a:pt x="190" y="1973"/>
                    </a:cubicBezTo>
                    <a:lnTo>
                      <a:pt x="214" y="1996"/>
                    </a:lnTo>
                    <a:cubicBezTo>
                      <a:pt x="225" y="2008"/>
                      <a:pt x="237" y="2020"/>
                      <a:pt x="249" y="2020"/>
                    </a:cubicBezTo>
                    <a:lnTo>
                      <a:pt x="273" y="2020"/>
                    </a:lnTo>
                    <a:cubicBezTo>
                      <a:pt x="284" y="2032"/>
                      <a:pt x="296" y="2032"/>
                      <a:pt x="308" y="2056"/>
                    </a:cubicBezTo>
                    <a:lnTo>
                      <a:pt x="332" y="2067"/>
                    </a:lnTo>
                    <a:cubicBezTo>
                      <a:pt x="343" y="2079"/>
                      <a:pt x="355" y="2079"/>
                      <a:pt x="367" y="2091"/>
                    </a:cubicBezTo>
                    <a:cubicBezTo>
                      <a:pt x="391" y="2115"/>
                      <a:pt x="403" y="2115"/>
                      <a:pt x="414" y="2126"/>
                    </a:cubicBezTo>
                    <a:lnTo>
                      <a:pt x="426" y="2138"/>
                    </a:lnTo>
                    <a:cubicBezTo>
                      <a:pt x="450" y="2150"/>
                      <a:pt x="473" y="2174"/>
                      <a:pt x="485" y="2185"/>
                    </a:cubicBezTo>
                    <a:cubicBezTo>
                      <a:pt x="521" y="2197"/>
                      <a:pt x="533" y="2209"/>
                      <a:pt x="568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56"/>
                      <a:pt x="639" y="2256"/>
                      <a:pt x="651" y="2268"/>
                    </a:cubicBezTo>
                    <a:cubicBezTo>
                      <a:pt x="662" y="2268"/>
                      <a:pt x="662" y="2268"/>
                      <a:pt x="686" y="2292"/>
                    </a:cubicBezTo>
                    <a:cubicBezTo>
                      <a:pt x="710" y="2304"/>
                      <a:pt x="745" y="2315"/>
                      <a:pt x="769" y="2315"/>
                    </a:cubicBezTo>
                    <a:cubicBezTo>
                      <a:pt x="804" y="2327"/>
                      <a:pt x="828" y="2327"/>
                      <a:pt x="840" y="2351"/>
                    </a:cubicBezTo>
                    <a:cubicBezTo>
                      <a:pt x="863" y="2351"/>
                      <a:pt x="863" y="2351"/>
                      <a:pt x="875" y="2363"/>
                    </a:cubicBezTo>
                    <a:cubicBezTo>
                      <a:pt x="899" y="2363"/>
                      <a:pt x="922" y="2374"/>
                      <a:pt x="946" y="2374"/>
                    </a:cubicBezTo>
                    <a:lnTo>
                      <a:pt x="981" y="2374"/>
                    </a:lnTo>
                    <a:cubicBezTo>
                      <a:pt x="1005" y="2386"/>
                      <a:pt x="1040" y="2386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29" y="2422"/>
                      <a:pt x="1241" y="2434"/>
                      <a:pt x="1277" y="2434"/>
                    </a:cubicBezTo>
                    <a:lnTo>
                      <a:pt x="1300" y="2434"/>
                    </a:lnTo>
                    <a:cubicBezTo>
                      <a:pt x="1336" y="2434"/>
                      <a:pt x="1359" y="2445"/>
                      <a:pt x="1395" y="2445"/>
                    </a:cubicBezTo>
                    <a:lnTo>
                      <a:pt x="1950" y="2445"/>
                    </a:lnTo>
                    <a:cubicBezTo>
                      <a:pt x="1986" y="2445"/>
                      <a:pt x="2009" y="2445"/>
                      <a:pt x="2056" y="2434"/>
                    </a:cubicBezTo>
                    <a:cubicBezTo>
                      <a:pt x="2080" y="2434"/>
                      <a:pt x="2115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4" y="2410"/>
                      <a:pt x="2340" y="2386"/>
                      <a:pt x="2364" y="2386"/>
                    </a:cubicBezTo>
                    <a:cubicBezTo>
                      <a:pt x="2399" y="2386"/>
                      <a:pt x="2423" y="2374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3" y="2351"/>
                      <a:pt x="2529" y="2327"/>
                      <a:pt x="2541" y="2327"/>
                    </a:cubicBezTo>
                    <a:cubicBezTo>
                      <a:pt x="2553" y="2327"/>
                      <a:pt x="2553" y="2327"/>
                      <a:pt x="2576" y="2315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68"/>
                      <a:pt x="2718" y="2256"/>
                      <a:pt x="2753" y="2256"/>
                    </a:cubicBezTo>
                    <a:cubicBezTo>
                      <a:pt x="2765" y="2256"/>
                      <a:pt x="2765" y="2256"/>
                      <a:pt x="2777" y="2245"/>
                    </a:cubicBezTo>
                    <a:cubicBezTo>
                      <a:pt x="2789" y="2233"/>
                      <a:pt x="2824" y="2233"/>
                      <a:pt x="2836" y="2209"/>
                    </a:cubicBezTo>
                    <a:cubicBezTo>
                      <a:pt x="2848" y="2209"/>
                      <a:pt x="2848" y="2197"/>
                      <a:pt x="2872" y="2197"/>
                    </a:cubicBezTo>
                    <a:cubicBezTo>
                      <a:pt x="2895" y="2185"/>
                      <a:pt x="2931" y="2174"/>
                      <a:pt x="2942" y="2150"/>
                    </a:cubicBezTo>
                    <a:cubicBezTo>
                      <a:pt x="3261" y="1961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1"/>
              <p:cNvSpPr/>
              <p:nvPr/>
            </p:nvSpPr>
            <p:spPr>
              <a:xfrm>
                <a:off x="-995671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4099"/>
                      <a:pt x="178" y="4383"/>
                      <a:pt x="556" y="4584"/>
                    </a:cubicBezTo>
                    <a:cubicBezTo>
                      <a:pt x="922" y="4796"/>
                      <a:pt x="1400" y="4903"/>
                      <a:pt x="1877" y="4903"/>
                    </a:cubicBezTo>
                    <a:cubicBezTo>
                      <a:pt x="2354" y="4903"/>
                      <a:pt x="2830" y="4796"/>
                      <a:pt x="3190" y="4584"/>
                    </a:cubicBezTo>
                    <a:cubicBezTo>
                      <a:pt x="3568" y="4383"/>
                      <a:pt x="3745" y="4111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848" y="981"/>
                      <a:pt x="2369" y="1087"/>
                      <a:pt x="1891" y="1087"/>
                    </a:cubicBezTo>
                    <a:cubicBezTo>
                      <a:pt x="1412" y="1087"/>
                      <a:pt x="934" y="981"/>
                      <a:pt x="568" y="768"/>
                    </a:cubicBezTo>
                    <a:cubicBezTo>
                      <a:pt x="201" y="555"/>
                      <a:pt x="24" y="272"/>
                      <a:pt x="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1"/>
              <p:cNvSpPr/>
              <p:nvPr/>
            </p:nvSpPr>
            <p:spPr>
              <a:xfrm>
                <a:off x="-994277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3875"/>
                      <a:pt x="24" y="3934"/>
                      <a:pt x="36" y="3993"/>
                    </a:cubicBezTo>
                    <a:cubicBezTo>
                      <a:pt x="83" y="4170"/>
                      <a:pt x="213" y="4347"/>
                      <a:pt x="414" y="4501"/>
                    </a:cubicBezTo>
                    <a:lnTo>
                      <a:pt x="556" y="4584"/>
                    </a:lnTo>
                    <a:cubicBezTo>
                      <a:pt x="804" y="4737"/>
                      <a:pt x="1099" y="4820"/>
                      <a:pt x="1406" y="4867"/>
                    </a:cubicBezTo>
                    <a:cubicBezTo>
                      <a:pt x="1560" y="4891"/>
                      <a:pt x="1719" y="4903"/>
                      <a:pt x="1879" y="4903"/>
                    </a:cubicBezTo>
                    <a:cubicBezTo>
                      <a:pt x="2038" y="4903"/>
                      <a:pt x="2198" y="4891"/>
                      <a:pt x="2351" y="4867"/>
                    </a:cubicBezTo>
                    <a:cubicBezTo>
                      <a:pt x="2658" y="4820"/>
                      <a:pt x="2954" y="4714"/>
                      <a:pt x="3190" y="4584"/>
                    </a:cubicBezTo>
                    <a:cubicBezTo>
                      <a:pt x="3544" y="4383"/>
                      <a:pt x="3745" y="4099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977" y="910"/>
                      <a:pt x="2682" y="1004"/>
                      <a:pt x="2363" y="1040"/>
                    </a:cubicBezTo>
                    <a:cubicBezTo>
                      <a:pt x="2210" y="1063"/>
                      <a:pt x="2053" y="1075"/>
                      <a:pt x="1895" y="1075"/>
                    </a:cubicBezTo>
                    <a:cubicBezTo>
                      <a:pt x="1737" y="1075"/>
                      <a:pt x="1578" y="1063"/>
                      <a:pt x="1418" y="1040"/>
                    </a:cubicBezTo>
                    <a:cubicBezTo>
                      <a:pt x="1111" y="992"/>
                      <a:pt x="816" y="898"/>
                      <a:pt x="568" y="768"/>
                    </a:cubicBezTo>
                    <a:cubicBezTo>
                      <a:pt x="520" y="733"/>
                      <a:pt x="461" y="709"/>
                      <a:pt x="438" y="673"/>
                    </a:cubicBezTo>
                    <a:cubicBezTo>
                      <a:pt x="225" y="520"/>
                      <a:pt x="95" y="355"/>
                      <a:pt x="48" y="177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1"/>
              <p:cNvSpPr/>
              <p:nvPr/>
            </p:nvSpPr>
            <p:spPr>
              <a:xfrm>
                <a:off x="-1007915" y="255195"/>
                <a:ext cx="326071" cy="172855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2174" extrusionOk="0">
                    <a:moveTo>
                      <a:pt x="2036" y="0"/>
                    </a:moveTo>
                    <a:cubicBezTo>
                      <a:pt x="1557" y="0"/>
                      <a:pt x="1082" y="106"/>
                      <a:pt x="722" y="319"/>
                    </a:cubicBezTo>
                    <a:cubicBezTo>
                      <a:pt x="1" y="744"/>
                      <a:pt x="1" y="1430"/>
                      <a:pt x="733" y="1855"/>
                    </a:cubicBezTo>
                    <a:cubicBezTo>
                      <a:pt x="1105" y="2067"/>
                      <a:pt x="1587" y="2174"/>
                      <a:pt x="2065" y="2174"/>
                    </a:cubicBezTo>
                    <a:cubicBezTo>
                      <a:pt x="2544" y="2174"/>
                      <a:pt x="3019" y="2067"/>
                      <a:pt x="3380" y="1855"/>
                    </a:cubicBezTo>
                    <a:cubicBezTo>
                      <a:pt x="4100" y="1430"/>
                      <a:pt x="4100" y="744"/>
                      <a:pt x="3368" y="319"/>
                    </a:cubicBezTo>
                    <a:cubicBezTo>
                      <a:pt x="2996" y="106"/>
                      <a:pt x="2514" y="0"/>
                      <a:pt x="20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1"/>
              <p:cNvSpPr/>
              <p:nvPr/>
            </p:nvSpPr>
            <p:spPr>
              <a:xfrm>
                <a:off x="-960925" y="280797"/>
                <a:ext cx="230181" cy="120776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519" extrusionOk="0">
                    <a:moveTo>
                      <a:pt x="1442" y="0"/>
                    </a:moveTo>
                    <a:cubicBezTo>
                      <a:pt x="1105" y="0"/>
                      <a:pt x="768" y="74"/>
                      <a:pt x="509" y="222"/>
                    </a:cubicBezTo>
                    <a:cubicBezTo>
                      <a:pt x="1" y="517"/>
                      <a:pt x="1" y="1001"/>
                      <a:pt x="509" y="1297"/>
                    </a:cubicBezTo>
                    <a:cubicBezTo>
                      <a:pt x="768" y="1444"/>
                      <a:pt x="1105" y="1518"/>
                      <a:pt x="1442" y="1518"/>
                    </a:cubicBezTo>
                    <a:cubicBezTo>
                      <a:pt x="1779" y="1518"/>
                      <a:pt x="2115" y="1444"/>
                      <a:pt x="2375" y="1297"/>
                    </a:cubicBezTo>
                    <a:cubicBezTo>
                      <a:pt x="2895" y="1001"/>
                      <a:pt x="2895" y="517"/>
                      <a:pt x="2375" y="222"/>
                    </a:cubicBezTo>
                    <a:cubicBezTo>
                      <a:pt x="2115" y="74"/>
                      <a:pt x="1779" y="0"/>
                      <a:pt x="1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1"/>
              <p:cNvSpPr/>
              <p:nvPr/>
            </p:nvSpPr>
            <p:spPr>
              <a:xfrm>
                <a:off x="-995671" y="384796"/>
                <a:ext cx="298799" cy="116562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1466" extrusionOk="0">
                    <a:moveTo>
                      <a:pt x="3757" y="12"/>
                    </a:move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57" y="37"/>
                      <a:pt x="3757" y="25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90"/>
                    </a:lnTo>
                    <a:cubicBezTo>
                      <a:pt x="1" y="449"/>
                      <a:pt x="24" y="508"/>
                      <a:pt x="36" y="567"/>
                    </a:cubicBezTo>
                    <a:cubicBezTo>
                      <a:pt x="83" y="745"/>
                      <a:pt x="213" y="922"/>
                      <a:pt x="414" y="1064"/>
                    </a:cubicBezTo>
                    <a:lnTo>
                      <a:pt x="556" y="1158"/>
                    </a:lnTo>
                    <a:cubicBezTo>
                      <a:pt x="804" y="1300"/>
                      <a:pt x="1099" y="1394"/>
                      <a:pt x="1406" y="1430"/>
                    </a:cubicBezTo>
                    <a:cubicBezTo>
                      <a:pt x="1560" y="1453"/>
                      <a:pt x="1719" y="1465"/>
                      <a:pt x="1879" y="1465"/>
                    </a:cubicBezTo>
                    <a:cubicBezTo>
                      <a:pt x="2038" y="1465"/>
                      <a:pt x="2198" y="1453"/>
                      <a:pt x="2351" y="1430"/>
                    </a:cubicBezTo>
                    <a:cubicBezTo>
                      <a:pt x="2658" y="1394"/>
                      <a:pt x="2954" y="1288"/>
                      <a:pt x="3190" y="1158"/>
                    </a:cubicBezTo>
                    <a:cubicBezTo>
                      <a:pt x="3544" y="945"/>
                      <a:pt x="3745" y="662"/>
                      <a:pt x="3745" y="402"/>
                    </a:cubicBez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40" y="308"/>
                      <a:pt x="3563" y="554"/>
                      <a:pt x="3214" y="768"/>
                    </a:cubicBezTo>
                    <a:cubicBezTo>
                      <a:pt x="2977" y="922"/>
                      <a:pt x="2682" y="1004"/>
                      <a:pt x="2363" y="1052"/>
                    </a:cubicBezTo>
                    <a:cubicBezTo>
                      <a:pt x="2210" y="1075"/>
                      <a:pt x="2053" y="1087"/>
                      <a:pt x="1895" y="1087"/>
                    </a:cubicBezTo>
                    <a:cubicBezTo>
                      <a:pt x="1737" y="1087"/>
                      <a:pt x="1578" y="1075"/>
                      <a:pt x="1418" y="1052"/>
                    </a:cubicBezTo>
                    <a:cubicBezTo>
                      <a:pt x="1111" y="1004"/>
                      <a:pt x="816" y="898"/>
                      <a:pt x="568" y="768"/>
                    </a:cubicBezTo>
                    <a:cubicBezTo>
                      <a:pt x="520" y="745"/>
                      <a:pt x="461" y="709"/>
                      <a:pt x="438" y="685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1"/>
              <p:cNvSpPr/>
              <p:nvPr/>
            </p:nvSpPr>
            <p:spPr>
              <a:xfrm>
                <a:off x="-953371" y="280797"/>
                <a:ext cx="216108" cy="69333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872" extrusionOk="0">
                    <a:moveTo>
                      <a:pt x="1359" y="0"/>
                    </a:moveTo>
                    <a:cubicBezTo>
                      <a:pt x="1022" y="0"/>
                      <a:pt x="685" y="74"/>
                      <a:pt x="425" y="222"/>
                    </a:cubicBezTo>
                    <a:cubicBezTo>
                      <a:pt x="118" y="399"/>
                      <a:pt x="0" y="635"/>
                      <a:pt x="59" y="871"/>
                    </a:cubicBezTo>
                    <a:cubicBezTo>
                      <a:pt x="106" y="706"/>
                      <a:pt x="225" y="552"/>
                      <a:pt x="425" y="434"/>
                    </a:cubicBezTo>
                    <a:cubicBezTo>
                      <a:pt x="685" y="286"/>
                      <a:pt x="1022" y="213"/>
                      <a:pt x="1359" y="213"/>
                    </a:cubicBezTo>
                    <a:cubicBezTo>
                      <a:pt x="1695" y="213"/>
                      <a:pt x="2032" y="286"/>
                      <a:pt x="2292" y="434"/>
                    </a:cubicBezTo>
                    <a:cubicBezTo>
                      <a:pt x="2493" y="552"/>
                      <a:pt x="2623" y="706"/>
                      <a:pt x="2658" y="871"/>
                    </a:cubicBezTo>
                    <a:cubicBezTo>
                      <a:pt x="2717" y="647"/>
                      <a:pt x="2587" y="387"/>
                      <a:pt x="2292" y="222"/>
                    </a:cubicBezTo>
                    <a:cubicBezTo>
                      <a:pt x="2032" y="74"/>
                      <a:pt x="1695" y="0"/>
                      <a:pt x="1359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1"/>
              <p:cNvSpPr/>
              <p:nvPr/>
            </p:nvSpPr>
            <p:spPr>
              <a:xfrm>
                <a:off x="-963708" y="634618"/>
                <a:ext cx="35780" cy="648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816" extrusionOk="0">
                    <a:moveTo>
                      <a:pt x="0" y="1"/>
                    </a:moveTo>
                    <a:lnTo>
                      <a:pt x="0" y="556"/>
                    </a:lnTo>
                    <a:lnTo>
                      <a:pt x="449" y="816"/>
                    </a:lnTo>
                    <a:lnTo>
                      <a:pt x="449" y="2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1"/>
              <p:cNvSpPr/>
              <p:nvPr/>
            </p:nvSpPr>
            <p:spPr>
              <a:xfrm>
                <a:off x="-963708" y="592398"/>
                <a:ext cx="35780" cy="5359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674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449" y="673"/>
                    </a:lnTo>
                    <a:lnTo>
                      <a:pt x="449" y="2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1"/>
              <p:cNvSpPr/>
              <p:nvPr/>
            </p:nvSpPr>
            <p:spPr>
              <a:xfrm>
                <a:off x="-963708" y="487126"/>
                <a:ext cx="35780" cy="11847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490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449" y="1489"/>
                    </a:lnTo>
                    <a:lnTo>
                      <a:pt x="449" y="2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7" name="Google Shape;1737;p31"/>
            <p:cNvGrpSpPr/>
            <p:nvPr/>
          </p:nvGrpSpPr>
          <p:grpSpPr>
            <a:xfrm>
              <a:off x="7953455" y="3059215"/>
              <a:ext cx="329844" cy="472596"/>
              <a:chOff x="5036880" y="-8005297"/>
              <a:chExt cx="719554" cy="1030968"/>
            </a:xfrm>
          </p:grpSpPr>
          <p:sp>
            <p:nvSpPr>
              <p:cNvPr id="1738" name="Google Shape;1738;p31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1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1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1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1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1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1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1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1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1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8" name="Google Shape;1748;p31"/>
            <p:cNvGrpSpPr/>
            <p:nvPr/>
          </p:nvGrpSpPr>
          <p:grpSpPr>
            <a:xfrm>
              <a:off x="7793080" y="785725"/>
              <a:ext cx="650600" cy="601775"/>
              <a:chOff x="7309269" y="-7683723"/>
              <a:chExt cx="1419284" cy="1312773"/>
            </a:xfrm>
          </p:grpSpPr>
          <p:sp>
            <p:nvSpPr>
              <p:cNvPr id="1749" name="Google Shape;1749;p31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1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1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1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1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1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1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1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1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1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1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1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1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1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1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1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1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1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1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1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3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2" name="Google Shape;1772;p32"/>
          <p:cNvGrpSpPr/>
          <p:nvPr/>
        </p:nvGrpSpPr>
        <p:grpSpPr>
          <a:xfrm>
            <a:off x="350675" y="391075"/>
            <a:ext cx="2354462" cy="4383600"/>
            <a:chOff x="356625" y="391075"/>
            <a:chExt cx="2354462" cy="4383600"/>
          </a:xfrm>
        </p:grpSpPr>
        <p:sp>
          <p:nvSpPr>
            <p:cNvPr id="1773" name="Google Shape;1773;p32"/>
            <p:cNvSpPr/>
            <p:nvPr/>
          </p:nvSpPr>
          <p:spPr>
            <a:xfrm>
              <a:off x="356625" y="391075"/>
              <a:ext cx="23544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4" name="Google Shape;1774;p32"/>
            <p:cNvGrpSpPr/>
            <p:nvPr/>
          </p:nvGrpSpPr>
          <p:grpSpPr>
            <a:xfrm>
              <a:off x="361847" y="397942"/>
              <a:ext cx="2349240" cy="4370437"/>
              <a:chOff x="356625" y="391075"/>
              <a:chExt cx="1126950" cy="2098750"/>
            </a:xfrm>
          </p:grpSpPr>
          <p:sp>
            <p:nvSpPr>
              <p:cNvPr id="1775" name="Google Shape;1775;p32"/>
              <p:cNvSpPr/>
              <p:nvPr/>
            </p:nvSpPr>
            <p:spPr>
              <a:xfrm>
                <a:off x="472375" y="2195050"/>
                <a:ext cx="340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40" extrusionOk="0">
                    <a:moveTo>
                      <a:pt x="684" y="0"/>
                    </a:moveTo>
                    <a:cubicBezTo>
                      <a:pt x="526" y="0"/>
                      <a:pt x="370" y="39"/>
                      <a:pt x="254" y="117"/>
                    </a:cubicBezTo>
                    <a:cubicBezTo>
                      <a:pt x="1" y="234"/>
                      <a:pt x="1" y="487"/>
                      <a:pt x="254" y="623"/>
                    </a:cubicBezTo>
                    <a:cubicBezTo>
                      <a:pt x="370" y="701"/>
                      <a:pt x="526" y="740"/>
                      <a:pt x="684" y="740"/>
                    </a:cubicBezTo>
                    <a:cubicBezTo>
                      <a:pt x="842" y="740"/>
                      <a:pt x="1003" y="701"/>
                      <a:pt x="1129" y="623"/>
                    </a:cubicBezTo>
                    <a:cubicBezTo>
                      <a:pt x="1363" y="487"/>
                      <a:pt x="1363" y="273"/>
                      <a:pt x="1129" y="117"/>
                    </a:cubicBezTo>
                    <a:cubicBezTo>
                      <a:pt x="1003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2"/>
              <p:cNvSpPr/>
              <p:nvPr/>
            </p:nvSpPr>
            <p:spPr>
              <a:xfrm>
                <a:off x="435425" y="2216450"/>
                <a:ext cx="340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25" extrusionOk="0">
                    <a:moveTo>
                      <a:pt x="679" y="0"/>
                    </a:moveTo>
                    <a:cubicBezTo>
                      <a:pt x="521" y="0"/>
                      <a:pt x="360" y="39"/>
                      <a:pt x="234" y="117"/>
                    </a:cubicBezTo>
                    <a:cubicBezTo>
                      <a:pt x="0" y="253"/>
                      <a:pt x="0" y="487"/>
                      <a:pt x="234" y="623"/>
                    </a:cubicBezTo>
                    <a:cubicBezTo>
                      <a:pt x="357" y="697"/>
                      <a:pt x="520" y="724"/>
                      <a:pt x="681" y="724"/>
                    </a:cubicBezTo>
                    <a:cubicBezTo>
                      <a:pt x="775" y="724"/>
                      <a:pt x="868" y="715"/>
                      <a:pt x="954" y="701"/>
                    </a:cubicBezTo>
                    <a:cubicBezTo>
                      <a:pt x="759" y="584"/>
                      <a:pt x="642" y="526"/>
                      <a:pt x="642" y="526"/>
                    </a:cubicBezTo>
                    <a:cubicBezTo>
                      <a:pt x="584" y="506"/>
                      <a:pt x="564" y="409"/>
                      <a:pt x="603" y="351"/>
                    </a:cubicBezTo>
                    <a:cubicBezTo>
                      <a:pt x="618" y="322"/>
                      <a:pt x="663" y="304"/>
                      <a:pt x="717" y="304"/>
                    </a:cubicBezTo>
                    <a:cubicBezTo>
                      <a:pt x="737" y="304"/>
                      <a:pt x="758" y="306"/>
                      <a:pt x="778" y="312"/>
                    </a:cubicBezTo>
                    <a:lnTo>
                      <a:pt x="1206" y="545"/>
                    </a:lnTo>
                    <a:cubicBezTo>
                      <a:pt x="1362" y="409"/>
                      <a:pt x="1343" y="234"/>
                      <a:pt x="1109" y="117"/>
                    </a:cubicBezTo>
                    <a:cubicBezTo>
                      <a:pt x="992" y="39"/>
                      <a:pt x="837" y="0"/>
                      <a:pt x="6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2"/>
              <p:cNvSpPr/>
              <p:nvPr/>
            </p:nvSpPr>
            <p:spPr>
              <a:xfrm>
                <a:off x="356625" y="1553825"/>
                <a:ext cx="22400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896" h="689" extrusionOk="0">
                    <a:moveTo>
                      <a:pt x="719" y="0"/>
                    </a:moveTo>
                    <a:cubicBezTo>
                      <a:pt x="701" y="0"/>
                      <a:pt x="681" y="3"/>
                      <a:pt x="662" y="8"/>
                    </a:cubicBezTo>
                    <a:lnTo>
                      <a:pt x="1" y="397"/>
                    </a:lnTo>
                    <a:lnTo>
                      <a:pt x="1" y="689"/>
                    </a:lnTo>
                    <a:lnTo>
                      <a:pt x="798" y="261"/>
                    </a:lnTo>
                    <a:cubicBezTo>
                      <a:pt x="857" y="202"/>
                      <a:pt x="895" y="144"/>
                      <a:pt x="837" y="66"/>
                    </a:cubicBezTo>
                    <a:cubicBezTo>
                      <a:pt x="823" y="22"/>
                      <a:pt x="775" y="0"/>
                      <a:pt x="7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2"/>
              <p:cNvSpPr/>
              <p:nvPr/>
            </p:nvSpPr>
            <p:spPr>
              <a:xfrm>
                <a:off x="357600" y="1570850"/>
                <a:ext cx="49625" cy="337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350" extrusionOk="0">
                    <a:moveTo>
                      <a:pt x="1848" y="0"/>
                    </a:moveTo>
                    <a:cubicBezTo>
                      <a:pt x="1829" y="0"/>
                      <a:pt x="1810" y="3"/>
                      <a:pt x="1790" y="8"/>
                    </a:cubicBezTo>
                    <a:lnTo>
                      <a:pt x="0" y="1058"/>
                    </a:lnTo>
                    <a:lnTo>
                      <a:pt x="0" y="1350"/>
                    </a:lnTo>
                    <a:lnTo>
                      <a:pt x="1927" y="241"/>
                    </a:lnTo>
                    <a:cubicBezTo>
                      <a:pt x="1965" y="183"/>
                      <a:pt x="1985" y="105"/>
                      <a:pt x="1965" y="66"/>
                    </a:cubicBezTo>
                    <a:cubicBezTo>
                      <a:pt x="1951" y="22"/>
                      <a:pt x="1903" y="0"/>
                      <a:pt x="18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2"/>
              <p:cNvSpPr/>
              <p:nvPr/>
            </p:nvSpPr>
            <p:spPr>
              <a:xfrm>
                <a:off x="356625" y="1587375"/>
                <a:ext cx="79300" cy="50300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2012" extrusionOk="0">
                    <a:moveTo>
                      <a:pt x="3035" y="1"/>
                    </a:moveTo>
                    <a:cubicBezTo>
                      <a:pt x="3016" y="1"/>
                      <a:pt x="2997" y="3"/>
                      <a:pt x="2977" y="8"/>
                    </a:cubicBezTo>
                    <a:lnTo>
                      <a:pt x="1" y="1720"/>
                    </a:lnTo>
                    <a:lnTo>
                      <a:pt x="1" y="2012"/>
                    </a:lnTo>
                    <a:lnTo>
                      <a:pt x="3094" y="222"/>
                    </a:lnTo>
                    <a:cubicBezTo>
                      <a:pt x="3152" y="183"/>
                      <a:pt x="3172" y="105"/>
                      <a:pt x="3152" y="66"/>
                    </a:cubicBezTo>
                    <a:cubicBezTo>
                      <a:pt x="3138" y="23"/>
                      <a:pt x="3090" y="1"/>
                      <a:pt x="30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2"/>
              <p:cNvSpPr/>
              <p:nvPr/>
            </p:nvSpPr>
            <p:spPr>
              <a:xfrm>
                <a:off x="357125" y="1603900"/>
                <a:ext cx="107500" cy="66850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2674" extrusionOk="0">
                    <a:moveTo>
                      <a:pt x="4163" y="1"/>
                    </a:moveTo>
                    <a:cubicBezTo>
                      <a:pt x="4145" y="1"/>
                      <a:pt x="4126" y="3"/>
                      <a:pt x="4105" y="8"/>
                    </a:cubicBezTo>
                    <a:lnTo>
                      <a:pt x="0" y="2382"/>
                    </a:lnTo>
                    <a:lnTo>
                      <a:pt x="0" y="2674"/>
                    </a:lnTo>
                    <a:lnTo>
                      <a:pt x="4222" y="223"/>
                    </a:lnTo>
                    <a:cubicBezTo>
                      <a:pt x="4280" y="203"/>
                      <a:pt x="4300" y="125"/>
                      <a:pt x="4280" y="47"/>
                    </a:cubicBezTo>
                    <a:cubicBezTo>
                      <a:pt x="4252" y="19"/>
                      <a:pt x="4213" y="1"/>
                      <a:pt x="41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2"/>
              <p:cNvSpPr/>
              <p:nvPr/>
            </p:nvSpPr>
            <p:spPr>
              <a:xfrm>
                <a:off x="357600" y="1620225"/>
                <a:ext cx="136200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3344" extrusionOk="0">
                    <a:moveTo>
                      <a:pt x="5317" y="1"/>
                    </a:moveTo>
                    <a:cubicBezTo>
                      <a:pt x="5297" y="1"/>
                      <a:pt x="5276" y="6"/>
                      <a:pt x="5253" y="17"/>
                    </a:cubicBezTo>
                    <a:lnTo>
                      <a:pt x="0" y="3052"/>
                    </a:lnTo>
                    <a:lnTo>
                      <a:pt x="0" y="3344"/>
                    </a:lnTo>
                    <a:lnTo>
                      <a:pt x="5370" y="231"/>
                    </a:lnTo>
                    <a:cubicBezTo>
                      <a:pt x="5428" y="212"/>
                      <a:pt x="5448" y="134"/>
                      <a:pt x="5428" y="56"/>
                    </a:cubicBezTo>
                    <a:cubicBezTo>
                      <a:pt x="5401" y="28"/>
                      <a:pt x="5364" y="1"/>
                      <a:pt x="53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2"/>
              <p:cNvSpPr/>
              <p:nvPr/>
            </p:nvSpPr>
            <p:spPr>
              <a:xfrm>
                <a:off x="357600" y="1637250"/>
                <a:ext cx="164900" cy="100150"/>
              </a:xfrm>
              <a:custGeom>
                <a:avLst/>
                <a:gdLst/>
                <a:ahLst/>
                <a:cxnLst/>
                <a:rect l="l" t="t" r="r" b="b"/>
                <a:pathLst>
                  <a:path w="6596" h="4006" extrusionOk="0">
                    <a:moveTo>
                      <a:pt x="6455" y="1"/>
                    </a:moveTo>
                    <a:cubicBezTo>
                      <a:pt x="6437" y="1"/>
                      <a:pt x="6418" y="5"/>
                      <a:pt x="6401" y="17"/>
                    </a:cubicBezTo>
                    <a:lnTo>
                      <a:pt x="0" y="3713"/>
                    </a:lnTo>
                    <a:lnTo>
                      <a:pt x="0" y="4005"/>
                    </a:lnTo>
                    <a:lnTo>
                      <a:pt x="6518" y="231"/>
                    </a:lnTo>
                    <a:cubicBezTo>
                      <a:pt x="6557" y="211"/>
                      <a:pt x="6596" y="134"/>
                      <a:pt x="6557" y="56"/>
                    </a:cubicBezTo>
                    <a:cubicBezTo>
                      <a:pt x="6543" y="28"/>
                      <a:pt x="6500" y="1"/>
                      <a:pt x="64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2"/>
              <p:cNvSpPr/>
              <p:nvPr/>
            </p:nvSpPr>
            <p:spPr>
              <a:xfrm>
                <a:off x="357125" y="1653525"/>
                <a:ext cx="193600" cy="116450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4658" extrusionOk="0">
                    <a:moveTo>
                      <a:pt x="7606" y="1"/>
                    </a:moveTo>
                    <a:cubicBezTo>
                      <a:pt x="7587" y="1"/>
                      <a:pt x="7568" y="3"/>
                      <a:pt x="7549" y="8"/>
                    </a:cubicBezTo>
                    <a:lnTo>
                      <a:pt x="0" y="4366"/>
                    </a:lnTo>
                    <a:lnTo>
                      <a:pt x="0" y="4658"/>
                    </a:lnTo>
                    <a:lnTo>
                      <a:pt x="7685" y="241"/>
                    </a:lnTo>
                    <a:cubicBezTo>
                      <a:pt x="7724" y="202"/>
                      <a:pt x="7743" y="144"/>
                      <a:pt x="7724" y="66"/>
                    </a:cubicBezTo>
                    <a:cubicBezTo>
                      <a:pt x="7709" y="23"/>
                      <a:pt x="7662" y="1"/>
                      <a:pt x="76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2"/>
              <p:cNvSpPr/>
              <p:nvPr/>
            </p:nvSpPr>
            <p:spPr>
              <a:xfrm>
                <a:off x="357600" y="1670075"/>
                <a:ext cx="222300" cy="133950"/>
              </a:xfrm>
              <a:custGeom>
                <a:avLst/>
                <a:gdLst/>
                <a:ahLst/>
                <a:cxnLst/>
                <a:rect l="l" t="t" r="r" b="b"/>
                <a:pathLst>
                  <a:path w="8892" h="5358" extrusionOk="0">
                    <a:moveTo>
                      <a:pt x="8754" y="0"/>
                    </a:moveTo>
                    <a:cubicBezTo>
                      <a:pt x="8736" y="0"/>
                      <a:pt x="8716" y="3"/>
                      <a:pt x="8697" y="7"/>
                    </a:cubicBezTo>
                    <a:lnTo>
                      <a:pt x="0" y="5066"/>
                    </a:lnTo>
                    <a:lnTo>
                      <a:pt x="0" y="5358"/>
                    </a:lnTo>
                    <a:lnTo>
                      <a:pt x="8833" y="221"/>
                    </a:lnTo>
                    <a:cubicBezTo>
                      <a:pt x="8872" y="202"/>
                      <a:pt x="8891" y="124"/>
                      <a:pt x="8872" y="66"/>
                    </a:cubicBezTo>
                    <a:cubicBezTo>
                      <a:pt x="8857" y="22"/>
                      <a:pt x="8810" y="0"/>
                      <a:pt x="8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2"/>
              <p:cNvSpPr/>
              <p:nvPr/>
            </p:nvSpPr>
            <p:spPr>
              <a:xfrm>
                <a:off x="383375" y="1687100"/>
                <a:ext cx="225225" cy="131025"/>
              </a:xfrm>
              <a:custGeom>
                <a:avLst/>
                <a:gdLst/>
                <a:ahLst/>
                <a:cxnLst/>
                <a:rect l="l" t="t" r="r" b="b"/>
                <a:pathLst>
                  <a:path w="9009" h="5241" extrusionOk="0">
                    <a:moveTo>
                      <a:pt x="8871" y="0"/>
                    </a:moveTo>
                    <a:cubicBezTo>
                      <a:pt x="8853" y="0"/>
                      <a:pt x="8833" y="2"/>
                      <a:pt x="8814" y="7"/>
                    </a:cubicBezTo>
                    <a:lnTo>
                      <a:pt x="1" y="5085"/>
                    </a:lnTo>
                    <a:cubicBezTo>
                      <a:pt x="39" y="5085"/>
                      <a:pt x="59" y="5124"/>
                      <a:pt x="59" y="5124"/>
                    </a:cubicBezTo>
                    <a:cubicBezTo>
                      <a:pt x="156" y="5143"/>
                      <a:pt x="215" y="5182"/>
                      <a:pt x="234" y="5241"/>
                    </a:cubicBezTo>
                    <a:lnTo>
                      <a:pt x="8930" y="221"/>
                    </a:lnTo>
                    <a:cubicBezTo>
                      <a:pt x="8989" y="202"/>
                      <a:pt x="9008" y="124"/>
                      <a:pt x="8989" y="66"/>
                    </a:cubicBezTo>
                    <a:cubicBezTo>
                      <a:pt x="8974" y="22"/>
                      <a:pt x="8927" y="0"/>
                      <a:pt x="8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2"/>
              <p:cNvSpPr/>
              <p:nvPr/>
            </p:nvSpPr>
            <p:spPr>
              <a:xfrm>
                <a:off x="470450" y="1703625"/>
                <a:ext cx="166850" cy="97975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3919" extrusionOk="0">
                    <a:moveTo>
                      <a:pt x="6537" y="0"/>
                    </a:moveTo>
                    <a:cubicBezTo>
                      <a:pt x="6519" y="0"/>
                      <a:pt x="6499" y="3"/>
                      <a:pt x="6479" y="8"/>
                    </a:cubicBezTo>
                    <a:lnTo>
                      <a:pt x="0" y="3743"/>
                    </a:lnTo>
                    <a:cubicBezTo>
                      <a:pt x="39" y="3743"/>
                      <a:pt x="39" y="3782"/>
                      <a:pt x="58" y="3782"/>
                    </a:cubicBezTo>
                    <a:cubicBezTo>
                      <a:pt x="136" y="3821"/>
                      <a:pt x="175" y="3879"/>
                      <a:pt x="233" y="3918"/>
                    </a:cubicBezTo>
                    <a:lnTo>
                      <a:pt x="6595" y="222"/>
                    </a:lnTo>
                    <a:cubicBezTo>
                      <a:pt x="6654" y="202"/>
                      <a:pt x="6673" y="125"/>
                      <a:pt x="6654" y="47"/>
                    </a:cubicBezTo>
                    <a:cubicBezTo>
                      <a:pt x="6625" y="18"/>
                      <a:pt x="6586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2"/>
              <p:cNvSpPr/>
              <p:nvPr/>
            </p:nvSpPr>
            <p:spPr>
              <a:xfrm>
                <a:off x="357600" y="1719950"/>
                <a:ext cx="308875" cy="183300"/>
              </a:xfrm>
              <a:custGeom>
                <a:avLst/>
                <a:gdLst/>
                <a:ahLst/>
                <a:cxnLst/>
                <a:rect l="l" t="t" r="r" b="b"/>
                <a:pathLst>
                  <a:path w="12355" h="7332" extrusionOk="0">
                    <a:moveTo>
                      <a:pt x="12223" y="0"/>
                    </a:moveTo>
                    <a:cubicBezTo>
                      <a:pt x="12204" y="0"/>
                      <a:pt x="12183" y="5"/>
                      <a:pt x="12160" y="16"/>
                    </a:cubicBezTo>
                    <a:lnTo>
                      <a:pt x="0" y="7040"/>
                    </a:lnTo>
                    <a:lnTo>
                      <a:pt x="0" y="7331"/>
                    </a:lnTo>
                    <a:lnTo>
                      <a:pt x="12277" y="230"/>
                    </a:lnTo>
                    <a:cubicBezTo>
                      <a:pt x="12335" y="211"/>
                      <a:pt x="12354" y="133"/>
                      <a:pt x="12335" y="55"/>
                    </a:cubicBezTo>
                    <a:cubicBezTo>
                      <a:pt x="12307" y="28"/>
                      <a:pt x="12270" y="0"/>
                      <a:pt x="122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2"/>
              <p:cNvSpPr/>
              <p:nvPr/>
            </p:nvSpPr>
            <p:spPr>
              <a:xfrm>
                <a:off x="357125" y="1736975"/>
                <a:ext cx="337550" cy="199825"/>
              </a:xfrm>
              <a:custGeom>
                <a:avLst/>
                <a:gdLst/>
                <a:ahLst/>
                <a:cxnLst/>
                <a:rect l="l" t="t" r="r" b="b"/>
                <a:pathLst>
                  <a:path w="13502" h="7993" extrusionOk="0">
                    <a:moveTo>
                      <a:pt x="13381" y="0"/>
                    </a:moveTo>
                    <a:cubicBezTo>
                      <a:pt x="13363" y="0"/>
                      <a:pt x="13344" y="5"/>
                      <a:pt x="13327" y="16"/>
                    </a:cubicBezTo>
                    <a:lnTo>
                      <a:pt x="0" y="7701"/>
                    </a:lnTo>
                    <a:lnTo>
                      <a:pt x="0" y="7993"/>
                    </a:lnTo>
                    <a:lnTo>
                      <a:pt x="13443" y="230"/>
                    </a:lnTo>
                    <a:cubicBezTo>
                      <a:pt x="13482" y="211"/>
                      <a:pt x="13502" y="133"/>
                      <a:pt x="13482" y="55"/>
                    </a:cubicBezTo>
                    <a:cubicBezTo>
                      <a:pt x="13469" y="28"/>
                      <a:pt x="13426" y="0"/>
                      <a:pt x="13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2"/>
              <p:cNvSpPr/>
              <p:nvPr/>
            </p:nvSpPr>
            <p:spPr>
              <a:xfrm>
                <a:off x="415475" y="1753225"/>
                <a:ext cx="307900" cy="179700"/>
              </a:xfrm>
              <a:custGeom>
                <a:avLst/>
                <a:gdLst/>
                <a:ahLst/>
                <a:cxnLst/>
                <a:rect l="l" t="t" r="r" b="b"/>
                <a:pathLst>
                  <a:path w="12316" h="7188" extrusionOk="0">
                    <a:moveTo>
                      <a:pt x="12179" y="1"/>
                    </a:moveTo>
                    <a:cubicBezTo>
                      <a:pt x="12160" y="1"/>
                      <a:pt x="12141" y="3"/>
                      <a:pt x="12121" y="8"/>
                    </a:cubicBezTo>
                    <a:lnTo>
                      <a:pt x="1" y="7012"/>
                    </a:lnTo>
                    <a:cubicBezTo>
                      <a:pt x="20" y="7012"/>
                      <a:pt x="40" y="7051"/>
                      <a:pt x="59" y="7051"/>
                    </a:cubicBezTo>
                    <a:cubicBezTo>
                      <a:pt x="117" y="7109"/>
                      <a:pt x="156" y="7148"/>
                      <a:pt x="215" y="7187"/>
                    </a:cubicBezTo>
                    <a:lnTo>
                      <a:pt x="12257" y="242"/>
                    </a:lnTo>
                    <a:cubicBezTo>
                      <a:pt x="12296" y="203"/>
                      <a:pt x="12316" y="125"/>
                      <a:pt x="12296" y="67"/>
                    </a:cubicBezTo>
                    <a:cubicBezTo>
                      <a:pt x="12282" y="23"/>
                      <a:pt x="12234" y="1"/>
                      <a:pt x="121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2"/>
              <p:cNvSpPr/>
              <p:nvPr/>
            </p:nvSpPr>
            <p:spPr>
              <a:xfrm>
                <a:off x="540950" y="1769925"/>
                <a:ext cx="211600" cy="123600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4944" extrusionOk="0">
                    <a:moveTo>
                      <a:pt x="8336" y="1"/>
                    </a:moveTo>
                    <a:cubicBezTo>
                      <a:pt x="8313" y="1"/>
                      <a:pt x="8290" y="7"/>
                      <a:pt x="8269" y="21"/>
                    </a:cubicBezTo>
                    <a:lnTo>
                      <a:pt x="1" y="4788"/>
                    </a:lnTo>
                    <a:cubicBezTo>
                      <a:pt x="40" y="4788"/>
                      <a:pt x="59" y="4827"/>
                      <a:pt x="79" y="4827"/>
                    </a:cubicBezTo>
                    <a:cubicBezTo>
                      <a:pt x="137" y="4846"/>
                      <a:pt x="176" y="4885"/>
                      <a:pt x="234" y="4943"/>
                    </a:cubicBezTo>
                    <a:lnTo>
                      <a:pt x="8406" y="216"/>
                    </a:lnTo>
                    <a:cubicBezTo>
                      <a:pt x="8444" y="196"/>
                      <a:pt x="8464" y="118"/>
                      <a:pt x="8444" y="60"/>
                    </a:cubicBezTo>
                    <a:cubicBezTo>
                      <a:pt x="8419" y="22"/>
                      <a:pt x="8378" y="1"/>
                      <a:pt x="83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2"/>
              <p:cNvSpPr/>
              <p:nvPr/>
            </p:nvSpPr>
            <p:spPr>
              <a:xfrm>
                <a:off x="357125" y="1786800"/>
                <a:ext cx="424125" cy="249225"/>
              </a:xfrm>
              <a:custGeom>
                <a:avLst/>
                <a:gdLst/>
                <a:ahLst/>
                <a:cxnLst/>
                <a:rect l="l" t="t" r="r" b="b"/>
                <a:pathLst>
                  <a:path w="16965" h="9969" extrusionOk="0">
                    <a:moveTo>
                      <a:pt x="16828" y="0"/>
                    </a:moveTo>
                    <a:cubicBezTo>
                      <a:pt x="16809" y="0"/>
                      <a:pt x="16790" y="3"/>
                      <a:pt x="16770" y="8"/>
                    </a:cubicBezTo>
                    <a:lnTo>
                      <a:pt x="0" y="9696"/>
                    </a:lnTo>
                    <a:lnTo>
                      <a:pt x="0" y="9969"/>
                    </a:lnTo>
                    <a:lnTo>
                      <a:pt x="16887" y="222"/>
                    </a:lnTo>
                    <a:cubicBezTo>
                      <a:pt x="16965" y="183"/>
                      <a:pt x="16965" y="105"/>
                      <a:pt x="16945" y="66"/>
                    </a:cubicBezTo>
                    <a:cubicBezTo>
                      <a:pt x="16931" y="22"/>
                      <a:pt x="16883" y="0"/>
                      <a:pt x="16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2"/>
              <p:cNvSpPr/>
              <p:nvPr/>
            </p:nvSpPr>
            <p:spPr>
              <a:xfrm>
                <a:off x="637275" y="1803325"/>
                <a:ext cx="173175" cy="101875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4075" extrusionOk="0">
                    <a:moveTo>
                      <a:pt x="6793" y="0"/>
                    </a:moveTo>
                    <a:cubicBezTo>
                      <a:pt x="6773" y="0"/>
                      <a:pt x="6752" y="3"/>
                      <a:pt x="6731" y="8"/>
                    </a:cubicBezTo>
                    <a:lnTo>
                      <a:pt x="0" y="3899"/>
                    </a:lnTo>
                    <a:cubicBezTo>
                      <a:pt x="20" y="3899"/>
                      <a:pt x="20" y="3899"/>
                      <a:pt x="39" y="3919"/>
                    </a:cubicBezTo>
                    <a:lnTo>
                      <a:pt x="195" y="4074"/>
                    </a:lnTo>
                    <a:lnTo>
                      <a:pt x="6848" y="222"/>
                    </a:lnTo>
                    <a:cubicBezTo>
                      <a:pt x="6907" y="203"/>
                      <a:pt x="6926" y="125"/>
                      <a:pt x="6907" y="47"/>
                    </a:cubicBezTo>
                    <a:cubicBezTo>
                      <a:pt x="6892" y="18"/>
                      <a:pt x="6847" y="0"/>
                      <a:pt x="67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2"/>
              <p:cNvSpPr/>
              <p:nvPr/>
            </p:nvSpPr>
            <p:spPr>
              <a:xfrm>
                <a:off x="635325" y="19076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2"/>
              <p:cNvSpPr/>
              <p:nvPr/>
            </p:nvSpPr>
            <p:spPr>
              <a:xfrm>
                <a:off x="719450" y="1819650"/>
                <a:ext cx="119675" cy="70475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2819" extrusionOk="0">
                    <a:moveTo>
                      <a:pt x="4656" y="0"/>
                    </a:moveTo>
                    <a:cubicBezTo>
                      <a:pt x="4636" y="0"/>
                      <a:pt x="4615" y="5"/>
                      <a:pt x="4592" y="17"/>
                    </a:cubicBezTo>
                    <a:lnTo>
                      <a:pt x="1" y="2662"/>
                    </a:lnTo>
                    <a:cubicBezTo>
                      <a:pt x="20" y="2682"/>
                      <a:pt x="40" y="2682"/>
                      <a:pt x="59" y="2701"/>
                    </a:cubicBezTo>
                    <a:cubicBezTo>
                      <a:pt x="137" y="2760"/>
                      <a:pt x="196" y="2779"/>
                      <a:pt x="215" y="2818"/>
                    </a:cubicBezTo>
                    <a:lnTo>
                      <a:pt x="4709" y="231"/>
                    </a:lnTo>
                    <a:cubicBezTo>
                      <a:pt x="4767" y="192"/>
                      <a:pt x="4787" y="133"/>
                      <a:pt x="4767" y="55"/>
                    </a:cubicBezTo>
                    <a:cubicBezTo>
                      <a:pt x="4740" y="28"/>
                      <a:pt x="4703" y="0"/>
                      <a:pt x="46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2"/>
              <p:cNvSpPr/>
              <p:nvPr/>
            </p:nvSpPr>
            <p:spPr>
              <a:xfrm>
                <a:off x="1478700" y="1575900"/>
                <a:ext cx="34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73" extrusionOk="0">
                    <a:moveTo>
                      <a:pt x="136" y="0"/>
                    </a:moveTo>
                    <a:cubicBezTo>
                      <a:pt x="97" y="0"/>
                      <a:pt x="39" y="0"/>
                      <a:pt x="20" y="58"/>
                    </a:cubicBezTo>
                    <a:cubicBezTo>
                      <a:pt x="0" y="97"/>
                      <a:pt x="0" y="175"/>
                      <a:pt x="78" y="234"/>
                    </a:cubicBezTo>
                    <a:lnTo>
                      <a:pt x="136" y="27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2"/>
              <p:cNvSpPr/>
              <p:nvPr/>
            </p:nvSpPr>
            <p:spPr>
              <a:xfrm>
                <a:off x="1450000" y="1592425"/>
                <a:ext cx="32125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954" extrusionOk="0">
                    <a:moveTo>
                      <a:pt x="124" y="1"/>
                    </a:moveTo>
                    <a:cubicBezTo>
                      <a:pt x="80" y="1"/>
                      <a:pt x="46" y="27"/>
                      <a:pt x="20" y="78"/>
                    </a:cubicBezTo>
                    <a:cubicBezTo>
                      <a:pt x="0" y="117"/>
                      <a:pt x="0" y="195"/>
                      <a:pt x="78" y="234"/>
                    </a:cubicBezTo>
                    <a:lnTo>
                      <a:pt x="1284" y="954"/>
                    </a:lnTo>
                    <a:lnTo>
                      <a:pt x="1284" y="662"/>
                    </a:lnTo>
                    <a:lnTo>
                      <a:pt x="195" y="20"/>
                    </a:lnTo>
                    <a:cubicBezTo>
                      <a:pt x="169" y="7"/>
                      <a:pt x="145" y="1"/>
                      <a:pt x="1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2"/>
              <p:cNvSpPr/>
              <p:nvPr/>
            </p:nvSpPr>
            <p:spPr>
              <a:xfrm>
                <a:off x="1420825" y="1608975"/>
                <a:ext cx="613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2452" h="1596" extrusionOk="0">
                    <a:moveTo>
                      <a:pt x="195" y="0"/>
                    </a:moveTo>
                    <a:cubicBezTo>
                      <a:pt x="136" y="0"/>
                      <a:pt x="78" y="0"/>
                      <a:pt x="19" y="78"/>
                    </a:cubicBezTo>
                    <a:cubicBezTo>
                      <a:pt x="0" y="117"/>
                      <a:pt x="0" y="195"/>
                      <a:pt x="78" y="234"/>
                    </a:cubicBezTo>
                    <a:lnTo>
                      <a:pt x="2451" y="1595"/>
                    </a:lnTo>
                    <a:lnTo>
                      <a:pt x="2451" y="1304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2"/>
              <p:cNvSpPr/>
              <p:nvPr/>
            </p:nvSpPr>
            <p:spPr>
              <a:xfrm>
                <a:off x="1392125" y="1625800"/>
                <a:ext cx="90000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2265" extrusionOk="0">
                    <a:moveTo>
                      <a:pt x="145" y="0"/>
                    </a:moveTo>
                    <a:cubicBezTo>
                      <a:pt x="99" y="0"/>
                      <a:pt x="53" y="18"/>
                      <a:pt x="39" y="47"/>
                    </a:cubicBezTo>
                    <a:cubicBezTo>
                      <a:pt x="0" y="105"/>
                      <a:pt x="0" y="183"/>
                      <a:pt x="78" y="222"/>
                    </a:cubicBezTo>
                    <a:lnTo>
                      <a:pt x="3599" y="2265"/>
                    </a:lnTo>
                    <a:lnTo>
                      <a:pt x="3599" y="1973"/>
                    </a:lnTo>
                    <a:lnTo>
                      <a:pt x="195" y="8"/>
                    </a:lnTo>
                    <a:cubicBezTo>
                      <a:pt x="179" y="3"/>
                      <a:pt x="162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2"/>
              <p:cNvSpPr/>
              <p:nvPr/>
            </p:nvSpPr>
            <p:spPr>
              <a:xfrm>
                <a:off x="1363900" y="1642300"/>
                <a:ext cx="11822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4729" h="2948" extrusionOk="0">
                    <a:moveTo>
                      <a:pt x="116" y="0"/>
                    </a:moveTo>
                    <a:cubicBezTo>
                      <a:pt x="70" y="0"/>
                      <a:pt x="33" y="30"/>
                      <a:pt x="20" y="68"/>
                    </a:cubicBezTo>
                    <a:cubicBezTo>
                      <a:pt x="1" y="126"/>
                      <a:pt x="1" y="204"/>
                      <a:pt x="59" y="243"/>
                    </a:cubicBezTo>
                    <a:lnTo>
                      <a:pt x="4728" y="2947"/>
                    </a:lnTo>
                    <a:lnTo>
                      <a:pt x="4728" y="2655"/>
                    </a:lnTo>
                    <a:lnTo>
                      <a:pt x="195" y="29"/>
                    </a:lnTo>
                    <a:cubicBezTo>
                      <a:pt x="168" y="9"/>
                      <a:pt x="141" y="0"/>
                      <a:pt x="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2"/>
              <p:cNvSpPr/>
              <p:nvPr/>
            </p:nvSpPr>
            <p:spPr>
              <a:xfrm>
                <a:off x="1334725" y="1658900"/>
                <a:ext cx="14740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5896" h="3587" extrusionOk="0">
                    <a:moveTo>
                      <a:pt x="117" y="1"/>
                    </a:moveTo>
                    <a:cubicBezTo>
                      <a:pt x="79" y="1"/>
                      <a:pt x="43" y="20"/>
                      <a:pt x="20" y="65"/>
                    </a:cubicBezTo>
                    <a:cubicBezTo>
                      <a:pt x="1" y="124"/>
                      <a:pt x="1" y="182"/>
                      <a:pt x="59" y="240"/>
                    </a:cubicBezTo>
                    <a:lnTo>
                      <a:pt x="5895" y="3587"/>
                    </a:lnTo>
                    <a:lnTo>
                      <a:pt x="5895" y="3334"/>
                    </a:lnTo>
                    <a:lnTo>
                      <a:pt x="195" y="26"/>
                    </a:lnTo>
                    <a:cubicBezTo>
                      <a:pt x="171" y="10"/>
                      <a:pt x="143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2"/>
              <p:cNvSpPr/>
              <p:nvPr/>
            </p:nvSpPr>
            <p:spPr>
              <a:xfrm>
                <a:off x="1306025" y="1675425"/>
                <a:ext cx="17610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7044" h="4269" extrusionOk="0">
                    <a:moveTo>
                      <a:pt x="138" y="0"/>
                    </a:moveTo>
                    <a:cubicBezTo>
                      <a:pt x="82" y="0"/>
                      <a:pt x="35" y="22"/>
                      <a:pt x="20" y="66"/>
                    </a:cubicBezTo>
                    <a:cubicBezTo>
                      <a:pt x="1" y="105"/>
                      <a:pt x="1" y="182"/>
                      <a:pt x="78" y="241"/>
                    </a:cubicBezTo>
                    <a:lnTo>
                      <a:pt x="7043" y="4268"/>
                    </a:lnTo>
                    <a:lnTo>
                      <a:pt x="7043" y="3976"/>
                    </a:lnTo>
                    <a:lnTo>
                      <a:pt x="195" y="7"/>
                    </a:lnTo>
                    <a:cubicBezTo>
                      <a:pt x="176" y="3"/>
                      <a:pt x="156" y="0"/>
                      <a:pt x="1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2"/>
              <p:cNvSpPr/>
              <p:nvPr/>
            </p:nvSpPr>
            <p:spPr>
              <a:xfrm>
                <a:off x="1277325" y="1692125"/>
                <a:ext cx="204800" cy="123575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4943" extrusionOk="0">
                    <a:moveTo>
                      <a:pt x="120" y="1"/>
                    </a:moveTo>
                    <a:cubicBezTo>
                      <a:pt x="72" y="1"/>
                      <a:pt x="33" y="27"/>
                      <a:pt x="20" y="79"/>
                    </a:cubicBezTo>
                    <a:cubicBezTo>
                      <a:pt x="1" y="118"/>
                      <a:pt x="1" y="195"/>
                      <a:pt x="79" y="254"/>
                    </a:cubicBezTo>
                    <a:lnTo>
                      <a:pt x="8191" y="4942"/>
                    </a:lnTo>
                    <a:lnTo>
                      <a:pt x="8191" y="4651"/>
                    </a:lnTo>
                    <a:lnTo>
                      <a:pt x="195" y="20"/>
                    </a:lnTo>
                    <a:cubicBezTo>
                      <a:pt x="169" y="7"/>
                      <a:pt x="143" y="1"/>
                      <a:pt x="1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32"/>
              <p:cNvSpPr/>
              <p:nvPr/>
            </p:nvSpPr>
            <p:spPr>
              <a:xfrm>
                <a:off x="1248625" y="1708875"/>
                <a:ext cx="233000" cy="136000"/>
              </a:xfrm>
              <a:custGeom>
                <a:avLst/>
                <a:gdLst/>
                <a:ahLst/>
                <a:cxnLst/>
                <a:rect l="l" t="t" r="r" b="b"/>
                <a:pathLst>
                  <a:path w="9320" h="5440" extrusionOk="0">
                    <a:moveTo>
                      <a:pt x="141" y="0"/>
                    </a:moveTo>
                    <a:cubicBezTo>
                      <a:pt x="105" y="0"/>
                      <a:pt x="65" y="14"/>
                      <a:pt x="4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9106" y="5440"/>
                    </a:lnTo>
                    <a:cubicBezTo>
                      <a:pt x="9125" y="5381"/>
                      <a:pt x="9184" y="5342"/>
                      <a:pt x="9242" y="5304"/>
                    </a:cubicBezTo>
                    <a:cubicBezTo>
                      <a:pt x="9281" y="5304"/>
                      <a:pt x="9300" y="5284"/>
                      <a:pt x="9320" y="5284"/>
                    </a:cubicBezTo>
                    <a:lnTo>
                      <a:pt x="196" y="12"/>
                    </a:lnTo>
                    <a:cubicBezTo>
                      <a:pt x="181" y="5"/>
                      <a:pt x="162" y="0"/>
                      <a:pt x="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32"/>
              <p:cNvSpPr/>
              <p:nvPr/>
            </p:nvSpPr>
            <p:spPr>
              <a:xfrm>
                <a:off x="1219450" y="1725500"/>
                <a:ext cx="262675" cy="156350"/>
              </a:xfrm>
              <a:custGeom>
                <a:avLst/>
                <a:gdLst/>
                <a:ahLst/>
                <a:cxnLst/>
                <a:rect l="l" t="t" r="r" b="b"/>
                <a:pathLst>
                  <a:path w="10507" h="6254" extrusionOk="0">
                    <a:moveTo>
                      <a:pt x="146" y="1"/>
                    </a:moveTo>
                    <a:cubicBezTo>
                      <a:pt x="99" y="1"/>
                      <a:pt x="54" y="19"/>
                      <a:pt x="40" y="47"/>
                    </a:cubicBezTo>
                    <a:cubicBezTo>
                      <a:pt x="1" y="106"/>
                      <a:pt x="1" y="183"/>
                      <a:pt x="78" y="222"/>
                    </a:cubicBezTo>
                    <a:lnTo>
                      <a:pt x="10506" y="6253"/>
                    </a:lnTo>
                    <a:lnTo>
                      <a:pt x="10506" y="5961"/>
                    </a:lnTo>
                    <a:lnTo>
                      <a:pt x="195" y="8"/>
                    </a:lnTo>
                    <a:cubicBezTo>
                      <a:pt x="180" y="3"/>
                      <a:pt x="163" y="1"/>
                      <a:pt x="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2"/>
              <p:cNvSpPr/>
              <p:nvPr/>
            </p:nvSpPr>
            <p:spPr>
              <a:xfrm>
                <a:off x="1191250" y="1742000"/>
                <a:ext cx="290875" cy="173400"/>
              </a:xfrm>
              <a:custGeom>
                <a:avLst/>
                <a:gdLst/>
                <a:ahLst/>
                <a:cxnLst/>
                <a:rect l="l" t="t" r="r" b="b"/>
                <a:pathLst>
                  <a:path w="11635" h="6936" extrusionOk="0">
                    <a:moveTo>
                      <a:pt x="116" y="0"/>
                    </a:moveTo>
                    <a:cubicBezTo>
                      <a:pt x="70" y="0"/>
                      <a:pt x="32" y="30"/>
                      <a:pt x="20" y="68"/>
                    </a:cubicBezTo>
                    <a:cubicBezTo>
                      <a:pt x="0" y="126"/>
                      <a:pt x="0" y="204"/>
                      <a:pt x="59" y="243"/>
                    </a:cubicBezTo>
                    <a:lnTo>
                      <a:pt x="11634" y="6936"/>
                    </a:lnTo>
                    <a:lnTo>
                      <a:pt x="11634" y="6644"/>
                    </a:lnTo>
                    <a:lnTo>
                      <a:pt x="195" y="29"/>
                    </a:lnTo>
                    <a:cubicBezTo>
                      <a:pt x="168" y="9"/>
                      <a:pt x="141" y="0"/>
                      <a:pt x="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32"/>
              <p:cNvSpPr/>
              <p:nvPr/>
            </p:nvSpPr>
            <p:spPr>
              <a:xfrm>
                <a:off x="1162050" y="1758275"/>
                <a:ext cx="320075" cy="189725"/>
              </a:xfrm>
              <a:custGeom>
                <a:avLst/>
                <a:gdLst/>
                <a:ahLst/>
                <a:cxnLst/>
                <a:rect l="l" t="t" r="r" b="b"/>
                <a:pathLst>
                  <a:path w="12803" h="7589" extrusionOk="0">
                    <a:moveTo>
                      <a:pt x="196" y="1"/>
                    </a:moveTo>
                    <a:cubicBezTo>
                      <a:pt x="137" y="1"/>
                      <a:pt x="59" y="1"/>
                      <a:pt x="20" y="79"/>
                    </a:cubicBezTo>
                    <a:cubicBezTo>
                      <a:pt x="1" y="137"/>
                      <a:pt x="1" y="195"/>
                      <a:pt x="59" y="254"/>
                    </a:cubicBezTo>
                    <a:lnTo>
                      <a:pt x="12802" y="7588"/>
                    </a:lnTo>
                    <a:lnTo>
                      <a:pt x="12802" y="7296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32"/>
              <p:cNvSpPr/>
              <p:nvPr/>
            </p:nvSpPr>
            <p:spPr>
              <a:xfrm>
                <a:off x="1133375" y="1775125"/>
                <a:ext cx="348750" cy="206425"/>
              </a:xfrm>
              <a:custGeom>
                <a:avLst/>
                <a:gdLst/>
                <a:ahLst/>
                <a:cxnLst/>
                <a:rect l="l" t="t" r="r" b="b"/>
                <a:pathLst>
                  <a:path w="13950" h="8257" extrusionOk="0">
                    <a:moveTo>
                      <a:pt x="137" y="0"/>
                    </a:moveTo>
                    <a:cubicBezTo>
                      <a:pt x="82" y="0"/>
                      <a:pt x="34" y="22"/>
                      <a:pt x="20" y="66"/>
                    </a:cubicBezTo>
                    <a:cubicBezTo>
                      <a:pt x="0" y="105"/>
                      <a:pt x="0" y="183"/>
                      <a:pt x="78" y="222"/>
                    </a:cubicBezTo>
                    <a:lnTo>
                      <a:pt x="13949" y="8257"/>
                    </a:lnTo>
                    <a:lnTo>
                      <a:pt x="13949" y="7965"/>
                    </a:lnTo>
                    <a:lnTo>
                      <a:pt x="195" y="8"/>
                    </a:lnTo>
                    <a:cubicBezTo>
                      <a:pt x="175" y="3"/>
                      <a:pt x="15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32"/>
              <p:cNvSpPr/>
              <p:nvPr/>
            </p:nvSpPr>
            <p:spPr>
              <a:xfrm>
                <a:off x="1104675" y="1791850"/>
                <a:ext cx="378425" cy="22325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8930" extrusionOk="0">
                    <a:moveTo>
                      <a:pt x="124" y="0"/>
                    </a:moveTo>
                    <a:cubicBezTo>
                      <a:pt x="80" y="0"/>
                      <a:pt x="46" y="26"/>
                      <a:pt x="20" y="78"/>
                    </a:cubicBezTo>
                    <a:cubicBezTo>
                      <a:pt x="0" y="117"/>
                      <a:pt x="0" y="195"/>
                      <a:pt x="78" y="253"/>
                    </a:cubicBezTo>
                    <a:lnTo>
                      <a:pt x="15136" y="8930"/>
                    </a:lnTo>
                    <a:lnTo>
                      <a:pt x="15136" y="8638"/>
                    </a:lnTo>
                    <a:lnTo>
                      <a:pt x="195" y="20"/>
                    </a:lnTo>
                    <a:cubicBezTo>
                      <a:pt x="169" y="7"/>
                      <a:pt x="145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32"/>
              <p:cNvSpPr/>
              <p:nvPr/>
            </p:nvSpPr>
            <p:spPr>
              <a:xfrm>
                <a:off x="1075500" y="1808600"/>
                <a:ext cx="406625" cy="239100"/>
              </a:xfrm>
              <a:custGeom>
                <a:avLst/>
                <a:gdLst/>
                <a:ahLst/>
                <a:cxnLst/>
                <a:rect l="l" t="t" r="r" b="b"/>
                <a:pathLst>
                  <a:path w="16265" h="9564" extrusionOk="0">
                    <a:moveTo>
                      <a:pt x="145" y="0"/>
                    </a:moveTo>
                    <a:cubicBezTo>
                      <a:pt x="106" y="0"/>
                      <a:pt x="58" y="18"/>
                      <a:pt x="19" y="69"/>
                    </a:cubicBezTo>
                    <a:cubicBezTo>
                      <a:pt x="0" y="108"/>
                      <a:pt x="0" y="186"/>
                      <a:pt x="78" y="225"/>
                    </a:cubicBezTo>
                    <a:lnTo>
                      <a:pt x="16264" y="9563"/>
                    </a:lnTo>
                    <a:lnTo>
                      <a:pt x="16264" y="9272"/>
                    </a:lnTo>
                    <a:lnTo>
                      <a:pt x="195" y="11"/>
                    </a:lnTo>
                    <a:cubicBezTo>
                      <a:pt x="182" y="5"/>
                      <a:pt x="164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2"/>
              <p:cNvSpPr/>
              <p:nvPr/>
            </p:nvSpPr>
            <p:spPr>
              <a:xfrm>
                <a:off x="1046800" y="1825200"/>
                <a:ext cx="435325" cy="256050"/>
              </a:xfrm>
              <a:custGeom>
                <a:avLst/>
                <a:gdLst/>
                <a:ahLst/>
                <a:cxnLst/>
                <a:rect l="l" t="t" r="r" b="b"/>
                <a:pathLst>
                  <a:path w="17413" h="10242" extrusionOk="0">
                    <a:moveTo>
                      <a:pt x="145" y="1"/>
                    </a:moveTo>
                    <a:cubicBezTo>
                      <a:pt x="99" y="1"/>
                      <a:pt x="53" y="19"/>
                      <a:pt x="39" y="47"/>
                    </a:cubicBezTo>
                    <a:cubicBezTo>
                      <a:pt x="0" y="106"/>
                      <a:pt x="0" y="164"/>
                      <a:pt x="78" y="223"/>
                    </a:cubicBezTo>
                    <a:lnTo>
                      <a:pt x="17412" y="10242"/>
                    </a:lnTo>
                    <a:lnTo>
                      <a:pt x="17412" y="9950"/>
                    </a:lnTo>
                    <a:lnTo>
                      <a:pt x="195" y="9"/>
                    </a:lnTo>
                    <a:cubicBezTo>
                      <a:pt x="179" y="3"/>
                      <a:pt x="162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2"/>
              <p:cNvSpPr/>
              <p:nvPr/>
            </p:nvSpPr>
            <p:spPr>
              <a:xfrm>
                <a:off x="1193200" y="1320050"/>
                <a:ext cx="288425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537" h="6869" extrusionOk="0">
                    <a:moveTo>
                      <a:pt x="11537" y="1"/>
                    </a:moveTo>
                    <a:lnTo>
                      <a:pt x="58" y="6615"/>
                    </a:lnTo>
                    <a:cubicBezTo>
                      <a:pt x="39" y="6693"/>
                      <a:pt x="0" y="6771"/>
                      <a:pt x="39" y="6810"/>
                    </a:cubicBezTo>
                    <a:cubicBezTo>
                      <a:pt x="58" y="6868"/>
                      <a:pt x="117" y="6868"/>
                      <a:pt x="136" y="6868"/>
                    </a:cubicBezTo>
                    <a:cubicBezTo>
                      <a:pt x="156" y="6868"/>
                      <a:pt x="175" y="6868"/>
                      <a:pt x="175" y="6829"/>
                    </a:cubicBezTo>
                    <a:lnTo>
                      <a:pt x="11537" y="293"/>
                    </a:lnTo>
                    <a:lnTo>
                      <a:pt x="11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2"/>
              <p:cNvSpPr/>
              <p:nvPr/>
            </p:nvSpPr>
            <p:spPr>
              <a:xfrm>
                <a:off x="1166925" y="1288925"/>
                <a:ext cx="314700" cy="187275"/>
              </a:xfrm>
              <a:custGeom>
                <a:avLst/>
                <a:gdLst/>
                <a:ahLst/>
                <a:cxnLst/>
                <a:rect l="l" t="t" r="r" b="b"/>
                <a:pathLst>
                  <a:path w="12588" h="7491" extrusionOk="0">
                    <a:moveTo>
                      <a:pt x="12588" y="1"/>
                    </a:moveTo>
                    <a:lnTo>
                      <a:pt x="39" y="7257"/>
                    </a:lnTo>
                    <a:cubicBezTo>
                      <a:pt x="20" y="7296"/>
                      <a:pt x="1" y="7394"/>
                      <a:pt x="20" y="7452"/>
                    </a:cubicBezTo>
                    <a:cubicBezTo>
                      <a:pt x="39" y="7491"/>
                      <a:pt x="78" y="7491"/>
                      <a:pt x="117" y="7491"/>
                    </a:cubicBezTo>
                    <a:cubicBezTo>
                      <a:pt x="137" y="7491"/>
                      <a:pt x="156" y="7491"/>
                      <a:pt x="156" y="7471"/>
                    </a:cubicBezTo>
                    <a:lnTo>
                      <a:pt x="12588" y="292"/>
                    </a:lnTo>
                    <a:lnTo>
                      <a:pt x="125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2"/>
              <p:cNvSpPr/>
              <p:nvPr/>
            </p:nvSpPr>
            <p:spPr>
              <a:xfrm>
                <a:off x="1140175" y="1258275"/>
                <a:ext cx="341450" cy="202375"/>
              </a:xfrm>
              <a:custGeom>
                <a:avLst/>
                <a:gdLst/>
                <a:ahLst/>
                <a:cxnLst/>
                <a:rect l="l" t="t" r="r" b="b"/>
                <a:pathLst>
                  <a:path w="13658" h="8095" extrusionOk="0">
                    <a:moveTo>
                      <a:pt x="13658" y="1"/>
                    </a:moveTo>
                    <a:lnTo>
                      <a:pt x="39" y="7841"/>
                    </a:lnTo>
                    <a:cubicBezTo>
                      <a:pt x="1" y="7919"/>
                      <a:pt x="1" y="7997"/>
                      <a:pt x="20" y="8036"/>
                    </a:cubicBezTo>
                    <a:cubicBezTo>
                      <a:pt x="39" y="8094"/>
                      <a:pt x="98" y="8094"/>
                      <a:pt x="117" y="8094"/>
                    </a:cubicBezTo>
                    <a:cubicBezTo>
                      <a:pt x="137" y="8094"/>
                      <a:pt x="156" y="8094"/>
                      <a:pt x="156" y="8075"/>
                    </a:cubicBezTo>
                    <a:lnTo>
                      <a:pt x="13658" y="293"/>
                    </a:lnTo>
                    <a:lnTo>
                      <a:pt x="136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2"/>
              <p:cNvSpPr/>
              <p:nvPr/>
            </p:nvSpPr>
            <p:spPr>
              <a:xfrm>
                <a:off x="1112450" y="1227150"/>
                <a:ext cx="369175" cy="218425"/>
              </a:xfrm>
              <a:custGeom>
                <a:avLst/>
                <a:gdLst/>
                <a:ahLst/>
                <a:cxnLst/>
                <a:rect l="l" t="t" r="r" b="b"/>
                <a:pathLst>
                  <a:path w="14767" h="8737" extrusionOk="0">
                    <a:moveTo>
                      <a:pt x="14767" y="1"/>
                    </a:moveTo>
                    <a:lnTo>
                      <a:pt x="78" y="8483"/>
                    </a:lnTo>
                    <a:cubicBezTo>
                      <a:pt x="39" y="8542"/>
                      <a:pt x="1" y="8600"/>
                      <a:pt x="59" y="8678"/>
                    </a:cubicBezTo>
                    <a:cubicBezTo>
                      <a:pt x="78" y="8736"/>
                      <a:pt x="137" y="8736"/>
                      <a:pt x="156" y="8736"/>
                    </a:cubicBezTo>
                    <a:cubicBezTo>
                      <a:pt x="176" y="8736"/>
                      <a:pt x="195" y="8736"/>
                      <a:pt x="195" y="8697"/>
                    </a:cubicBezTo>
                    <a:lnTo>
                      <a:pt x="14767" y="293"/>
                    </a:lnTo>
                    <a:lnTo>
                      <a:pt x="147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32"/>
              <p:cNvSpPr/>
              <p:nvPr/>
            </p:nvSpPr>
            <p:spPr>
              <a:xfrm>
                <a:off x="1085700" y="1195550"/>
                <a:ext cx="396425" cy="2339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9359" extrusionOk="0">
                    <a:moveTo>
                      <a:pt x="15856" y="0"/>
                    </a:moveTo>
                    <a:lnTo>
                      <a:pt x="78" y="9086"/>
                    </a:lnTo>
                    <a:cubicBezTo>
                      <a:pt x="39" y="9183"/>
                      <a:pt x="1" y="9261"/>
                      <a:pt x="59" y="9319"/>
                    </a:cubicBezTo>
                    <a:cubicBezTo>
                      <a:pt x="78" y="9358"/>
                      <a:pt x="137" y="9358"/>
                      <a:pt x="156" y="9358"/>
                    </a:cubicBezTo>
                    <a:cubicBezTo>
                      <a:pt x="176" y="9358"/>
                      <a:pt x="195" y="9358"/>
                      <a:pt x="195" y="9339"/>
                    </a:cubicBezTo>
                    <a:lnTo>
                      <a:pt x="15856" y="292"/>
                    </a:lnTo>
                    <a:lnTo>
                      <a:pt x="158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32"/>
              <p:cNvSpPr/>
              <p:nvPr/>
            </p:nvSpPr>
            <p:spPr>
              <a:xfrm>
                <a:off x="1058950" y="1164900"/>
                <a:ext cx="422675" cy="249550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9982" extrusionOk="0">
                    <a:moveTo>
                      <a:pt x="16907" y="1"/>
                    </a:moveTo>
                    <a:lnTo>
                      <a:pt x="59" y="9728"/>
                    </a:lnTo>
                    <a:cubicBezTo>
                      <a:pt x="39" y="9786"/>
                      <a:pt x="1" y="9864"/>
                      <a:pt x="39" y="9923"/>
                    </a:cubicBezTo>
                    <a:cubicBezTo>
                      <a:pt x="59" y="9981"/>
                      <a:pt x="98" y="9981"/>
                      <a:pt x="137" y="9981"/>
                    </a:cubicBezTo>
                    <a:cubicBezTo>
                      <a:pt x="156" y="9981"/>
                      <a:pt x="176" y="9981"/>
                      <a:pt x="176" y="9962"/>
                    </a:cubicBezTo>
                    <a:lnTo>
                      <a:pt x="16907" y="292"/>
                    </a:lnTo>
                    <a:lnTo>
                      <a:pt x="169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32"/>
              <p:cNvSpPr/>
              <p:nvPr/>
            </p:nvSpPr>
            <p:spPr>
              <a:xfrm>
                <a:off x="1032200" y="1133300"/>
                <a:ext cx="449425" cy="265100"/>
              </a:xfrm>
              <a:custGeom>
                <a:avLst/>
                <a:gdLst/>
                <a:ahLst/>
                <a:cxnLst/>
                <a:rect l="l" t="t" r="r" b="b"/>
                <a:pathLst>
                  <a:path w="17977" h="10604" extrusionOk="0">
                    <a:moveTo>
                      <a:pt x="17977" y="0"/>
                    </a:moveTo>
                    <a:lnTo>
                      <a:pt x="59" y="10350"/>
                    </a:lnTo>
                    <a:cubicBezTo>
                      <a:pt x="39" y="10447"/>
                      <a:pt x="1" y="10506"/>
                      <a:pt x="39" y="10564"/>
                    </a:cubicBezTo>
                    <a:cubicBezTo>
                      <a:pt x="59" y="10603"/>
                      <a:pt x="98" y="10603"/>
                      <a:pt x="137" y="10603"/>
                    </a:cubicBezTo>
                    <a:cubicBezTo>
                      <a:pt x="156" y="10603"/>
                      <a:pt x="176" y="10603"/>
                      <a:pt x="176" y="10584"/>
                    </a:cubicBezTo>
                    <a:lnTo>
                      <a:pt x="17977" y="292"/>
                    </a:lnTo>
                    <a:lnTo>
                      <a:pt x="17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32"/>
              <p:cNvSpPr/>
              <p:nvPr/>
            </p:nvSpPr>
            <p:spPr>
              <a:xfrm>
                <a:off x="1005450" y="1103625"/>
                <a:ext cx="476175" cy="279675"/>
              </a:xfrm>
              <a:custGeom>
                <a:avLst/>
                <a:gdLst/>
                <a:ahLst/>
                <a:cxnLst/>
                <a:rect l="l" t="t" r="r" b="b"/>
                <a:pathLst>
                  <a:path w="19047" h="11187" extrusionOk="0">
                    <a:moveTo>
                      <a:pt x="19047" y="0"/>
                    </a:moveTo>
                    <a:lnTo>
                      <a:pt x="78" y="10973"/>
                    </a:lnTo>
                    <a:cubicBezTo>
                      <a:pt x="0" y="10992"/>
                      <a:pt x="0" y="11070"/>
                      <a:pt x="39" y="11148"/>
                    </a:cubicBezTo>
                    <a:cubicBezTo>
                      <a:pt x="59" y="11187"/>
                      <a:pt x="98" y="11187"/>
                      <a:pt x="137" y="11187"/>
                    </a:cubicBezTo>
                    <a:cubicBezTo>
                      <a:pt x="156" y="11187"/>
                      <a:pt x="176" y="11187"/>
                      <a:pt x="176" y="11167"/>
                    </a:cubicBezTo>
                    <a:lnTo>
                      <a:pt x="19047" y="273"/>
                    </a:lnTo>
                    <a:lnTo>
                      <a:pt x="190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2"/>
              <p:cNvSpPr/>
              <p:nvPr/>
            </p:nvSpPr>
            <p:spPr>
              <a:xfrm>
                <a:off x="951450" y="1137675"/>
                <a:ext cx="369200" cy="214500"/>
              </a:xfrm>
              <a:custGeom>
                <a:avLst/>
                <a:gdLst/>
                <a:ahLst/>
                <a:cxnLst/>
                <a:rect l="l" t="t" r="r" b="b"/>
                <a:pathLst>
                  <a:path w="14768" h="8580" extrusionOk="0">
                    <a:moveTo>
                      <a:pt x="14553" y="0"/>
                    </a:moveTo>
                    <a:lnTo>
                      <a:pt x="79" y="8366"/>
                    </a:lnTo>
                    <a:cubicBezTo>
                      <a:pt x="20" y="8385"/>
                      <a:pt x="1" y="8463"/>
                      <a:pt x="20" y="8541"/>
                    </a:cubicBezTo>
                    <a:cubicBezTo>
                      <a:pt x="59" y="8560"/>
                      <a:pt x="98" y="8580"/>
                      <a:pt x="157" y="8580"/>
                    </a:cubicBezTo>
                    <a:cubicBezTo>
                      <a:pt x="176" y="8580"/>
                      <a:pt x="196" y="8580"/>
                      <a:pt x="196" y="8560"/>
                    </a:cubicBezTo>
                    <a:lnTo>
                      <a:pt x="14767" y="156"/>
                    </a:lnTo>
                    <a:cubicBezTo>
                      <a:pt x="14748" y="156"/>
                      <a:pt x="14709" y="117"/>
                      <a:pt x="14689" y="117"/>
                    </a:cubicBezTo>
                    <a:cubicBezTo>
                      <a:pt x="14651" y="97"/>
                      <a:pt x="14592" y="58"/>
                      <a:pt x="145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2"/>
              <p:cNvSpPr/>
              <p:nvPr/>
            </p:nvSpPr>
            <p:spPr>
              <a:xfrm>
                <a:off x="1073550" y="12344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6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109" y="137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2"/>
              <p:cNvSpPr/>
              <p:nvPr/>
            </p:nvSpPr>
            <p:spPr>
              <a:xfrm>
                <a:off x="10200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2"/>
              <p:cNvSpPr/>
              <p:nvPr/>
            </p:nvSpPr>
            <p:spPr>
              <a:xfrm>
                <a:off x="939300" y="1311800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857" y="0"/>
                    </a:moveTo>
                    <a:lnTo>
                      <a:pt x="1" y="486"/>
                    </a:lnTo>
                    <a:lnTo>
                      <a:pt x="254" y="623"/>
                    </a:lnTo>
                    <a:lnTo>
                      <a:pt x="1090" y="136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32"/>
              <p:cNvSpPr/>
              <p:nvPr/>
            </p:nvSpPr>
            <p:spPr>
              <a:xfrm>
                <a:off x="96655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0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70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32"/>
              <p:cNvSpPr/>
              <p:nvPr/>
            </p:nvSpPr>
            <p:spPr>
              <a:xfrm>
                <a:off x="10468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2"/>
              <p:cNvSpPr/>
              <p:nvPr/>
            </p:nvSpPr>
            <p:spPr>
              <a:xfrm>
                <a:off x="1101275" y="1010725"/>
                <a:ext cx="380850" cy="223750"/>
              </a:xfrm>
              <a:custGeom>
                <a:avLst/>
                <a:gdLst/>
                <a:ahLst/>
                <a:cxnLst/>
                <a:rect l="l" t="t" r="r" b="b"/>
                <a:pathLst>
                  <a:path w="15234" h="8950" extrusionOk="0">
                    <a:moveTo>
                      <a:pt x="15233" y="0"/>
                    </a:moveTo>
                    <a:lnTo>
                      <a:pt x="0" y="8794"/>
                    </a:lnTo>
                    <a:lnTo>
                      <a:pt x="234" y="8950"/>
                    </a:lnTo>
                    <a:lnTo>
                      <a:pt x="15233" y="273"/>
                    </a:lnTo>
                    <a:lnTo>
                      <a:pt x="152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32"/>
              <p:cNvSpPr/>
              <p:nvPr/>
            </p:nvSpPr>
            <p:spPr>
              <a:xfrm>
                <a:off x="99330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32"/>
              <p:cNvSpPr/>
              <p:nvPr/>
            </p:nvSpPr>
            <p:spPr>
              <a:xfrm>
                <a:off x="924700" y="1326875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75"/>
                    </a:lnTo>
                    <a:cubicBezTo>
                      <a:pt x="20" y="195"/>
                      <a:pt x="1" y="273"/>
                      <a:pt x="20" y="331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57" y="389"/>
                      <a:pt x="176" y="389"/>
                      <a:pt x="176" y="370"/>
                    </a:cubicBezTo>
                    <a:lnTo>
                      <a:pt x="565" y="13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32"/>
              <p:cNvSpPr/>
              <p:nvPr/>
            </p:nvSpPr>
            <p:spPr>
              <a:xfrm>
                <a:off x="10468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32"/>
              <p:cNvSpPr/>
              <p:nvPr/>
            </p:nvSpPr>
            <p:spPr>
              <a:xfrm>
                <a:off x="10200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2"/>
              <p:cNvSpPr/>
              <p:nvPr/>
            </p:nvSpPr>
            <p:spPr>
              <a:xfrm>
                <a:off x="9933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32"/>
              <p:cNvSpPr/>
              <p:nvPr/>
            </p:nvSpPr>
            <p:spPr>
              <a:xfrm>
                <a:off x="897950" y="1311800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56"/>
                    </a:lnTo>
                    <a:cubicBezTo>
                      <a:pt x="20" y="195"/>
                      <a:pt x="1" y="253"/>
                      <a:pt x="20" y="331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37" y="389"/>
                      <a:pt x="176" y="389"/>
                      <a:pt x="176" y="350"/>
                    </a:cubicBezTo>
                    <a:lnTo>
                      <a:pt x="565" y="13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32"/>
              <p:cNvSpPr/>
              <p:nvPr/>
            </p:nvSpPr>
            <p:spPr>
              <a:xfrm>
                <a:off x="91255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32"/>
              <p:cNvSpPr/>
              <p:nvPr/>
            </p:nvSpPr>
            <p:spPr>
              <a:xfrm>
                <a:off x="9665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32"/>
              <p:cNvSpPr/>
              <p:nvPr/>
            </p:nvSpPr>
            <p:spPr>
              <a:xfrm>
                <a:off x="939300" y="1280650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9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32"/>
              <p:cNvSpPr/>
              <p:nvPr/>
            </p:nvSpPr>
            <p:spPr>
              <a:xfrm>
                <a:off x="1074525" y="1024825"/>
                <a:ext cx="334150" cy="193125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7725" extrusionOk="0">
                    <a:moveTo>
                      <a:pt x="13152" y="1"/>
                    </a:moveTo>
                    <a:lnTo>
                      <a:pt x="0" y="7569"/>
                    </a:lnTo>
                    <a:lnTo>
                      <a:pt x="234" y="7724"/>
                    </a:lnTo>
                    <a:lnTo>
                      <a:pt x="13366" y="156"/>
                    </a:lnTo>
                    <a:cubicBezTo>
                      <a:pt x="13346" y="137"/>
                      <a:pt x="13327" y="137"/>
                      <a:pt x="13288" y="117"/>
                    </a:cubicBezTo>
                    <a:cubicBezTo>
                      <a:pt x="13249" y="98"/>
                      <a:pt x="13191" y="39"/>
                      <a:pt x="13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2"/>
              <p:cNvSpPr/>
              <p:nvPr/>
            </p:nvSpPr>
            <p:spPr>
              <a:xfrm>
                <a:off x="1046800" y="1046725"/>
                <a:ext cx="2719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76" h="6285" extrusionOk="0">
                    <a:moveTo>
                      <a:pt x="10661" y="0"/>
                    </a:moveTo>
                    <a:lnTo>
                      <a:pt x="0" y="6148"/>
                    </a:lnTo>
                    <a:lnTo>
                      <a:pt x="253" y="6284"/>
                    </a:lnTo>
                    <a:lnTo>
                      <a:pt x="10875" y="136"/>
                    </a:lnTo>
                    <a:cubicBezTo>
                      <a:pt x="10856" y="136"/>
                      <a:pt x="10837" y="117"/>
                      <a:pt x="10798" y="117"/>
                    </a:cubicBezTo>
                    <a:cubicBezTo>
                      <a:pt x="10759" y="97"/>
                      <a:pt x="10700" y="39"/>
                      <a:pt x="106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2"/>
              <p:cNvSpPr/>
              <p:nvPr/>
            </p:nvSpPr>
            <p:spPr>
              <a:xfrm>
                <a:off x="939300" y="1249525"/>
                <a:ext cx="272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43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90" y="156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2"/>
              <p:cNvSpPr/>
              <p:nvPr/>
            </p:nvSpPr>
            <p:spPr>
              <a:xfrm>
                <a:off x="9933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2"/>
              <p:cNvSpPr/>
              <p:nvPr/>
            </p:nvSpPr>
            <p:spPr>
              <a:xfrm>
                <a:off x="9665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32"/>
              <p:cNvSpPr/>
              <p:nvPr/>
            </p:nvSpPr>
            <p:spPr>
              <a:xfrm>
                <a:off x="9125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32"/>
              <p:cNvSpPr/>
              <p:nvPr/>
            </p:nvSpPr>
            <p:spPr>
              <a:xfrm>
                <a:off x="10200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7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2"/>
              <p:cNvSpPr/>
              <p:nvPr/>
            </p:nvSpPr>
            <p:spPr>
              <a:xfrm>
                <a:off x="88580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2"/>
              <p:cNvSpPr/>
              <p:nvPr/>
            </p:nvSpPr>
            <p:spPr>
              <a:xfrm>
                <a:off x="871200" y="1295750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75"/>
                    </a:lnTo>
                    <a:cubicBezTo>
                      <a:pt x="20" y="195"/>
                      <a:pt x="1" y="272"/>
                      <a:pt x="20" y="350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57" y="389"/>
                      <a:pt x="176" y="389"/>
                      <a:pt x="176" y="370"/>
                    </a:cubicBezTo>
                    <a:lnTo>
                      <a:pt x="565" y="15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2"/>
              <p:cNvSpPr/>
              <p:nvPr/>
            </p:nvSpPr>
            <p:spPr>
              <a:xfrm>
                <a:off x="99330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0" y="486"/>
                    </a:lnTo>
                    <a:lnTo>
                      <a:pt x="253" y="623"/>
                    </a:lnTo>
                    <a:lnTo>
                      <a:pt x="1070" y="1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32"/>
              <p:cNvSpPr/>
              <p:nvPr/>
            </p:nvSpPr>
            <p:spPr>
              <a:xfrm>
                <a:off x="9125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8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32"/>
              <p:cNvSpPr/>
              <p:nvPr/>
            </p:nvSpPr>
            <p:spPr>
              <a:xfrm>
                <a:off x="8590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2"/>
              <p:cNvSpPr/>
              <p:nvPr/>
            </p:nvSpPr>
            <p:spPr>
              <a:xfrm>
                <a:off x="9665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7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2"/>
              <p:cNvSpPr/>
              <p:nvPr/>
            </p:nvSpPr>
            <p:spPr>
              <a:xfrm>
                <a:off x="8858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32"/>
              <p:cNvSpPr/>
              <p:nvPr/>
            </p:nvSpPr>
            <p:spPr>
              <a:xfrm>
                <a:off x="939300" y="1218400"/>
                <a:ext cx="272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43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90" y="156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32"/>
              <p:cNvSpPr/>
              <p:nvPr/>
            </p:nvSpPr>
            <p:spPr>
              <a:xfrm>
                <a:off x="843975" y="1280650"/>
                <a:ext cx="14125" cy="9775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1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32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6" y="390"/>
                      <a:pt x="176" y="371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2"/>
              <p:cNvSpPr/>
              <p:nvPr/>
            </p:nvSpPr>
            <p:spPr>
              <a:xfrm>
                <a:off x="1020050" y="917825"/>
                <a:ext cx="462075" cy="269950"/>
              </a:xfrm>
              <a:custGeom>
                <a:avLst/>
                <a:gdLst/>
                <a:ahLst/>
                <a:cxnLst/>
                <a:rect l="l" t="t" r="r" b="b"/>
                <a:pathLst>
                  <a:path w="18483" h="10798" extrusionOk="0">
                    <a:moveTo>
                      <a:pt x="18482" y="0"/>
                    </a:moveTo>
                    <a:lnTo>
                      <a:pt x="0" y="10642"/>
                    </a:lnTo>
                    <a:lnTo>
                      <a:pt x="253" y="10798"/>
                    </a:lnTo>
                    <a:lnTo>
                      <a:pt x="18482" y="253"/>
                    </a:lnTo>
                    <a:lnTo>
                      <a:pt x="184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32"/>
              <p:cNvSpPr/>
              <p:nvPr/>
            </p:nvSpPr>
            <p:spPr>
              <a:xfrm>
                <a:off x="939300" y="1187775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857" y="0"/>
                    </a:moveTo>
                    <a:lnTo>
                      <a:pt x="1" y="486"/>
                    </a:lnTo>
                    <a:lnTo>
                      <a:pt x="254" y="623"/>
                    </a:lnTo>
                    <a:lnTo>
                      <a:pt x="1090" y="136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32"/>
              <p:cNvSpPr/>
              <p:nvPr/>
            </p:nvSpPr>
            <p:spPr>
              <a:xfrm>
                <a:off x="8590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8"/>
                    </a:lnTo>
                    <a:lnTo>
                      <a:pt x="253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32"/>
              <p:cNvSpPr/>
              <p:nvPr/>
            </p:nvSpPr>
            <p:spPr>
              <a:xfrm>
                <a:off x="831825" y="1249525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34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2"/>
              <p:cNvSpPr/>
              <p:nvPr/>
            </p:nvSpPr>
            <p:spPr>
              <a:xfrm>
                <a:off x="9665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0" y="467"/>
                    </a:lnTo>
                    <a:lnTo>
                      <a:pt x="253" y="623"/>
                    </a:lnTo>
                    <a:lnTo>
                      <a:pt x="1070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2"/>
              <p:cNvSpPr/>
              <p:nvPr/>
            </p:nvSpPr>
            <p:spPr>
              <a:xfrm>
                <a:off x="992800" y="773375"/>
                <a:ext cx="447500" cy="398850"/>
              </a:xfrm>
              <a:custGeom>
                <a:avLst/>
                <a:gdLst/>
                <a:ahLst/>
                <a:cxnLst/>
                <a:rect l="l" t="t" r="r" b="b"/>
                <a:pathLst>
                  <a:path w="17900" h="15954" extrusionOk="0">
                    <a:moveTo>
                      <a:pt x="17782" y="0"/>
                    </a:moveTo>
                    <a:cubicBezTo>
                      <a:pt x="17705" y="0"/>
                      <a:pt x="17666" y="59"/>
                      <a:pt x="17666" y="137"/>
                    </a:cubicBezTo>
                    <a:lnTo>
                      <a:pt x="17666" y="5623"/>
                    </a:lnTo>
                    <a:lnTo>
                      <a:pt x="1" y="15817"/>
                    </a:lnTo>
                    <a:lnTo>
                      <a:pt x="254" y="15953"/>
                    </a:lnTo>
                    <a:lnTo>
                      <a:pt x="17860" y="5798"/>
                    </a:lnTo>
                    <a:cubicBezTo>
                      <a:pt x="17899" y="5778"/>
                      <a:pt x="17899" y="5720"/>
                      <a:pt x="17899" y="5701"/>
                    </a:cubicBezTo>
                    <a:lnTo>
                      <a:pt x="17899" y="137"/>
                    </a:lnTo>
                    <a:cubicBezTo>
                      <a:pt x="17899" y="59"/>
                      <a:pt x="17860" y="0"/>
                      <a:pt x="177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2"/>
              <p:cNvSpPr/>
              <p:nvPr/>
            </p:nvSpPr>
            <p:spPr>
              <a:xfrm>
                <a:off x="817225" y="12646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51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6" y="390"/>
                      <a:pt x="176" y="371"/>
                    </a:cubicBezTo>
                    <a:lnTo>
                      <a:pt x="565" y="15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2"/>
              <p:cNvSpPr/>
              <p:nvPr/>
            </p:nvSpPr>
            <p:spPr>
              <a:xfrm>
                <a:off x="8858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2"/>
              <p:cNvSpPr/>
              <p:nvPr/>
            </p:nvSpPr>
            <p:spPr>
              <a:xfrm>
                <a:off x="9125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2"/>
              <p:cNvSpPr/>
              <p:nvPr/>
            </p:nvSpPr>
            <p:spPr>
              <a:xfrm>
                <a:off x="939300" y="1156625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9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32"/>
              <p:cNvSpPr/>
              <p:nvPr/>
            </p:nvSpPr>
            <p:spPr>
              <a:xfrm>
                <a:off x="88580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86"/>
                    </a:lnTo>
                    <a:lnTo>
                      <a:pt x="253" y="623"/>
                    </a:lnTo>
                    <a:lnTo>
                      <a:pt x="1071" y="1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32"/>
              <p:cNvSpPr/>
              <p:nvPr/>
            </p:nvSpPr>
            <p:spPr>
              <a:xfrm>
                <a:off x="831825" y="1218400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34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32"/>
              <p:cNvSpPr/>
              <p:nvPr/>
            </p:nvSpPr>
            <p:spPr>
              <a:xfrm>
                <a:off x="8590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3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32"/>
              <p:cNvSpPr/>
              <p:nvPr/>
            </p:nvSpPr>
            <p:spPr>
              <a:xfrm>
                <a:off x="966050" y="1000025"/>
                <a:ext cx="271425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85" extrusionOk="0">
                    <a:moveTo>
                      <a:pt x="10604" y="0"/>
                    </a:moveTo>
                    <a:lnTo>
                      <a:pt x="1" y="6129"/>
                    </a:lnTo>
                    <a:lnTo>
                      <a:pt x="254" y="6284"/>
                    </a:lnTo>
                    <a:lnTo>
                      <a:pt x="10857" y="156"/>
                    </a:lnTo>
                    <a:cubicBezTo>
                      <a:pt x="10818" y="137"/>
                      <a:pt x="10779" y="137"/>
                      <a:pt x="10740" y="117"/>
                    </a:cubicBezTo>
                    <a:cubicBezTo>
                      <a:pt x="10701" y="78"/>
                      <a:pt x="10643" y="39"/>
                      <a:pt x="106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32"/>
              <p:cNvSpPr/>
              <p:nvPr/>
            </p:nvSpPr>
            <p:spPr>
              <a:xfrm>
                <a:off x="805075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7" y="1"/>
                    </a:moveTo>
                    <a:lnTo>
                      <a:pt x="0" y="468"/>
                    </a:lnTo>
                    <a:lnTo>
                      <a:pt x="233" y="604"/>
                    </a:lnTo>
                    <a:lnTo>
                      <a:pt x="1070" y="13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32"/>
              <p:cNvSpPr/>
              <p:nvPr/>
            </p:nvSpPr>
            <p:spPr>
              <a:xfrm>
                <a:off x="790475" y="12495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32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5" y="390"/>
                      <a:pt x="175" y="370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2"/>
              <p:cNvSpPr/>
              <p:nvPr/>
            </p:nvSpPr>
            <p:spPr>
              <a:xfrm>
                <a:off x="9125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32"/>
              <p:cNvSpPr/>
              <p:nvPr/>
            </p:nvSpPr>
            <p:spPr>
              <a:xfrm>
                <a:off x="831825" y="1187775"/>
                <a:ext cx="272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23" extrusionOk="0">
                    <a:moveTo>
                      <a:pt x="856" y="0"/>
                    </a:moveTo>
                    <a:lnTo>
                      <a:pt x="0" y="486"/>
                    </a:lnTo>
                    <a:lnTo>
                      <a:pt x="234" y="623"/>
                    </a:lnTo>
                    <a:lnTo>
                      <a:pt x="1090" y="136"/>
                    </a:lnTo>
                    <a:lnTo>
                      <a:pt x="8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32"/>
              <p:cNvSpPr/>
              <p:nvPr/>
            </p:nvSpPr>
            <p:spPr>
              <a:xfrm>
                <a:off x="88580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32"/>
              <p:cNvSpPr/>
              <p:nvPr/>
            </p:nvSpPr>
            <p:spPr>
              <a:xfrm>
                <a:off x="805075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7" y="1"/>
                    </a:moveTo>
                    <a:lnTo>
                      <a:pt x="0" y="467"/>
                    </a:lnTo>
                    <a:lnTo>
                      <a:pt x="233" y="604"/>
                    </a:lnTo>
                    <a:lnTo>
                      <a:pt x="1070" y="11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32"/>
              <p:cNvSpPr/>
              <p:nvPr/>
            </p:nvSpPr>
            <p:spPr>
              <a:xfrm>
                <a:off x="8590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32"/>
              <p:cNvSpPr/>
              <p:nvPr/>
            </p:nvSpPr>
            <p:spPr>
              <a:xfrm>
                <a:off x="763725" y="123347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51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5" y="390"/>
                      <a:pt x="175" y="370"/>
                    </a:cubicBezTo>
                    <a:lnTo>
                      <a:pt x="565" y="156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32"/>
              <p:cNvSpPr/>
              <p:nvPr/>
            </p:nvSpPr>
            <p:spPr>
              <a:xfrm>
                <a:off x="912550" y="11410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32"/>
              <p:cNvSpPr/>
              <p:nvPr/>
            </p:nvSpPr>
            <p:spPr>
              <a:xfrm>
                <a:off x="939300" y="1033100"/>
                <a:ext cx="186300" cy="107500"/>
              </a:xfrm>
              <a:custGeom>
                <a:avLst/>
                <a:gdLst/>
                <a:ahLst/>
                <a:cxnLst/>
                <a:rect l="l" t="t" r="r" b="b"/>
                <a:pathLst>
                  <a:path w="7452" h="4300" extrusionOk="0">
                    <a:moveTo>
                      <a:pt x="7218" y="0"/>
                    </a:moveTo>
                    <a:lnTo>
                      <a:pt x="1" y="4164"/>
                    </a:lnTo>
                    <a:lnTo>
                      <a:pt x="254" y="4300"/>
                    </a:lnTo>
                    <a:lnTo>
                      <a:pt x="7452" y="175"/>
                    </a:lnTo>
                    <a:cubicBezTo>
                      <a:pt x="7413" y="175"/>
                      <a:pt x="7394" y="156"/>
                      <a:pt x="7374" y="117"/>
                    </a:cubicBezTo>
                    <a:cubicBezTo>
                      <a:pt x="7316" y="98"/>
                      <a:pt x="7277" y="59"/>
                      <a:pt x="72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32"/>
              <p:cNvSpPr/>
              <p:nvPr/>
            </p:nvSpPr>
            <p:spPr>
              <a:xfrm>
                <a:off x="778325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7" y="1"/>
                    </a:moveTo>
                    <a:lnTo>
                      <a:pt x="0" y="487"/>
                    </a:lnTo>
                    <a:lnTo>
                      <a:pt x="233" y="643"/>
                    </a:lnTo>
                    <a:lnTo>
                      <a:pt x="1070" y="156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32"/>
              <p:cNvSpPr/>
              <p:nvPr/>
            </p:nvSpPr>
            <p:spPr>
              <a:xfrm>
                <a:off x="1258375" y="1108000"/>
                <a:ext cx="168775" cy="98275"/>
              </a:xfrm>
              <a:custGeom>
                <a:avLst/>
                <a:gdLst/>
                <a:ahLst/>
                <a:cxnLst/>
                <a:rect l="l" t="t" r="r" b="b"/>
                <a:pathLst>
                  <a:path w="6751" h="3931" extrusionOk="0">
                    <a:moveTo>
                      <a:pt x="6517" y="0"/>
                    </a:moveTo>
                    <a:lnTo>
                      <a:pt x="78" y="3716"/>
                    </a:lnTo>
                    <a:cubicBezTo>
                      <a:pt x="20" y="3736"/>
                      <a:pt x="0" y="3814"/>
                      <a:pt x="20" y="3891"/>
                    </a:cubicBezTo>
                    <a:cubicBezTo>
                      <a:pt x="58" y="3930"/>
                      <a:pt x="97" y="3930"/>
                      <a:pt x="136" y="3930"/>
                    </a:cubicBezTo>
                    <a:cubicBezTo>
                      <a:pt x="156" y="3930"/>
                      <a:pt x="175" y="3930"/>
                      <a:pt x="175" y="3911"/>
                    </a:cubicBezTo>
                    <a:lnTo>
                      <a:pt x="6751" y="117"/>
                    </a:lnTo>
                    <a:cubicBezTo>
                      <a:pt x="6712" y="98"/>
                      <a:pt x="6673" y="98"/>
                      <a:pt x="6634" y="78"/>
                    </a:cubicBezTo>
                    <a:cubicBezTo>
                      <a:pt x="6595" y="78"/>
                      <a:pt x="6556" y="20"/>
                      <a:pt x="65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32"/>
              <p:cNvSpPr/>
              <p:nvPr/>
            </p:nvSpPr>
            <p:spPr>
              <a:xfrm>
                <a:off x="357125" y="1360425"/>
                <a:ext cx="12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06" h="487" extrusionOk="0">
                    <a:moveTo>
                      <a:pt x="0" y="1"/>
                    </a:moveTo>
                    <a:lnTo>
                      <a:pt x="0" y="292"/>
                    </a:lnTo>
                    <a:lnTo>
                      <a:pt x="311" y="487"/>
                    </a:lnTo>
                    <a:cubicBezTo>
                      <a:pt x="324" y="474"/>
                      <a:pt x="333" y="470"/>
                      <a:pt x="340" y="470"/>
                    </a:cubicBezTo>
                    <a:cubicBezTo>
                      <a:pt x="355" y="470"/>
                      <a:pt x="363" y="487"/>
                      <a:pt x="389" y="487"/>
                    </a:cubicBezTo>
                    <a:cubicBezTo>
                      <a:pt x="428" y="487"/>
                      <a:pt x="447" y="448"/>
                      <a:pt x="486" y="429"/>
                    </a:cubicBezTo>
                    <a:cubicBezTo>
                      <a:pt x="506" y="390"/>
                      <a:pt x="506" y="312"/>
                      <a:pt x="428" y="253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32"/>
              <p:cNvSpPr/>
              <p:nvPr/>
            </p:nvSpPr>
            <p:spPr>
              <a:xfrm>
                <a:off x="357125" y="1329300"/>
                <a:ext cx="301575" cy="178525"/>
              </a:xfrm>
              <a:custGeom>
                <a:avLst/>
                <a:gdLst/>
                <a:ahLst/>
                <a:cxnLst/>
                <a:rect l="l" t="t" r="r" b="b"/>
                <a:pathLst>
                  <a:path w="12063" h="7141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11868" y="7140"/>
                    </a:lnTo>
                    <a:cubicBezTo>
                      <a:pt x="11887" y="7121"/>
                      <a:pt x="11906" y="7121"/>
                      <a:pt x="11926" y="7121"/>
                    </a:cubicBezTo>
                    <a:cubicBezTo>
                      <a:pt x="11984" y="7121"/>
                      <a:pt x="12004" y="7101"/>
                      <a:pt x="12023" y="7082"/>
                    </a:cubicBezTo>
                    <a:cubicBezTo>
                      <a:pt x="12062" y="7024"/>
                      <a:pt x="12062" y="6946"/>
                      <a:pt x="11984" y="690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2"/>
              <p:cNvSpPr/>
              <p:nvPr/>
            </p:nvSpPr>
            <p:spPr>
              <a:xfrm>
                <a:off x="356625" y="1298175"/>
                <a:ext cx="328825" cy="194075"/>
              </a:xfrm>
              <a:custGeom>
                <a:avLst/>
                <a:gdLst/>
                <a:ahLst/>
                <a:cxnLst/>
                <a:rect l="l" t="t" r="r" b="b"/>
                <a:pathLst>
                  <a:path w="13153" h="7763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2958" y="7763"/>
                    </a:lnTo>
                    <a:lnTo>
                      <a:pt x="13016" y="7763"/>
                    </a:lnTo>
                    <a:cubicBezTo>
                      <a:pt x="13074" y="7763"/>
                      <a:pt x="13094" y="7743"/>
                      <a:pt x="13113" y="7704"/>
                    </a:cubicBezTo>
                    <a:cubicBezTo>
                      <a:pt x="13152" y="7666"/>
                      <a:pt x="13152" y="7588"/>
                      <a:pt x="13074" y="754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32"/>
              <p:cNvSpPr/>
              <p:nvPr/>
            </p:nvSpPr>
            <p:spPr>
              <a:xfrm>
                <a:off x="356625" y="1267050"/>
                <a:ext cx="355575" cy="210125"/>
              </a:xfrm>
              <a:custGeom>
                <a:avLst/>
                <a:gdLst/>
                <a:ahLst/>
                <a:cxnLst/>
                <a:rect l="l" t="t" r="r" b="b"/>
                <a:pathLst>
                  <a:path w="14223" h="8405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4008" y="8405"/>
                    </a:lnTo>
                    <a:cubicBezTo>
                      <a:pt x="14047" y="8366"/>
                      <a:pt x="14067" y="8366"/>
                      <a:pt x="14086" y="8366"/>
                    </a:cubicBezTo>
                    <a:cubicBezTo>
                      <a:pt x="14144" y="8366"/>
                      <a:pt x="14164" y="8346"/>
                      <a:pt x="14183" y="8327"/>
                    </a:cubicBezTo>
                    <a:cubicBezTo>
                      <a:pt x="14222" y="8269"/>
                      <a:pt x="14222" y="8210"/>
                      <a:pt x="14144" y="815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32"/>
              <p:cNvSpPr/>
              <p:nvPr/>
            </p:nvSpPr>
            <p:spPr>
              <a:xfrm>
                <a:off x="398450" y="1263150"/>
                <a:ext cx="3405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3620" h="7919" extrusionOk="0">
                    <a:moveTo>
                      <a:pt x="215" y="1"/>
                    </a:moveTo>
                    <a:cubicBezTo>
                      <a:pt x="156" y="39"/>
                      <a:pt x="117" y="98"/>
                      <a:pt x="59" y="117"/>
                    </a:cubicBezTo>
                    <a:cubicBezTo>
                      <a:pt x="40" y="117"/>
                      <a:pt x="20" y="137"/>
                      <a:pt x="1" y="137"/>
                    </a:cubicBezTo>
                    <a:lnTo>
                      <a:pt x="13425" y="7899"/>
                    </a:lnTo>
                    <a:cubicBezTo>
                      <a:pt x="13464" y="7919"/>
                      <a:pt x="13464" y="7919"/>
                      <a:pt x="13483" y="7919"/>
                    </a:cubicBezTo>
                    <a:cubicBezTo>
                      <a:pt x="13541" y="7919"/>
                      <a:pt x="13561" y="7899"/>
                      <a:pt x="13580" y="7880"/>
                    </a:cubicBezTo>
                    <a:cubicBezTo>
                      <a:pt x="13619" y="7821"/>
                      <a:pt x="13619" y="7744"/>
                      <a:pt x="13541" y="7705"/>
                    </a:cubicBez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32"/>
              <p:cNvSpPr/>
              <p:nvPr/>
            </p:nvSpPr>
            <p:spPr>
              <a:xfrm>
                <a:off x="356625" y="1204775"/>
                <a:ext cx="409550" cy="240800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9632" extrusionOk="0">
                    <a:moveTo>
                      <a:pt x="1" y="1"/>
                    </a:moveTo>
                    <a:lnTo>
                      <a:pt x="1" y="293"/>
                    </a:lnTo>
                    <a:lnTo>
                      <a:pt x="16187" y="9631"/>
                    </a:lnTo>
                    <a:lnTo>
                      <a:pt x="16265" y="9631"/>
                    </a:lnTo>
                    <a:cubicBezTo>
                      <a:pt x="16304" y="9631"/>
                      <a:pt x="16323" y="9592"/>
                      <a:pt x="16362" y="9573"/>
                    </a:cubicBezTo>
                    <a:cubicBezTo>
                      <a:pt x="16382" y="9534"/>
                      <a:pt x="16382" y="9456"/>
                      <a:pt x="16304" y="939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32"/>
              <p:cNvSpPr/>
              <p:nvPr/>
            </p:nvSpPr>
            <p:spPr>
              <a:xfrm>
                <a:off x="384825" y="1193125"/>
                <a:ext cx="407125" cy="236875"/>
              </a:xfrm>
              <a:custGeom>
                <a:avLst/>
                <a:gdLst/>
                <a:ahLst/>
                <a:cxnLst/>
                <a:rect l="l" t="t" r="r" b="b"/>
                <a:pathLst>
                  <a:path w="16285" h="9475" extrusionOk="0">
                    <a:moveTo>
                      <a:pt x="195" y="0"/>
                    </a:moveTo>
                    <a:cubicBezTo>
                      <a:pt x="176" y="39"/>
                      <a:pt x="118" y="97"/>
                      <a:pt x="59" y="117"/>
                    </a:cubicBezTo>
                    <a:cubicBezTo>
                      <a:pt x="20" y="117"/>
                      <a:pt x="20" y="136"/>
                      <a:pt x="1" y="136"/>
                    </a:cubicBezTo>
                    <a:lnTo>
                      <a:pt x="16129" y="9455"/>
                    </a:lnTo>
                    <a:cubicBezTo>
                      <a:pt x="16149" y="9455"/>
                      <a:pt x="16168" y="9475"/>
                      <a:pt x="16168" y="9475"/>
                    </a:cubicBezTo>
                    <a:cubicBezTo>
                      <a:pt x="16226" y="9475"/>
                      <a:pt x="16246" y="9455"/>
                      <a:pt x="16265" y="9436"/>
                    </a:cubicBezTo>
                    <a:cubicBezTo>
                      <a:pt x="16285" y="9377"/>
                      <a:pt x="16285" y="9300"/>
                      <a:pt x="16226" y="9261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32"/>
              <p:cNvSpPr/>
              <p:nvPr/>
            </p:nvSpPr>
            <p:spPr>
              <a:xfrm>
                <a:off x="357125" y="1142525"/>
                <a:ext cx="462550" cy="271925"/>
              </a:xfrm>
              <a:custGeom>
                <a:avLst/>
                <a:gdLst/>
                <a:ahLst/>
                <a:cxnLst/>
                <a:rect l="l" t="t" r="r" b="b"/>
                <a:pathLst>
                  <a:path w="18502" h="10877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8307" y="10876"/>
                    </a:lnTo>
                    <a:lnTo>
                      <a:pt x="18385" y="10876"/>
                    </a:lnTo>
                    <a:cubicBezTo>
                      <a:pt x="18424" y="10876"/>
                      <a:pt x="18443" y="10857"/>
                      <a:pt x="18482" y="10818"/>
                    </a:cubicBezTo>
                    <a:cubicBezTo>
                      <a:pt x="18502" y="10779"/>
                      <a:pt x="18502" y="10701"/>
                      <a:pt x="18424" y="106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32"/>
              <p:cNvSpPr/>
              <p:nvPr/>
            </p:nvSpPr>
            <p:spPr>
              <a:xfrm>
                <a:off x="356625" y="1112375"/>
                <a:ext cx="489800" cy="286975"/>
              </a:xfrm>
              <a:custGeom>
                <a:avLst/>
                <a:gdLst/>
                <a:ahLst/>
                <a:cxnLst/>
                <a:rect l="l" t="t" r="r" b="b"/>
                <a:pathLst>
                  <a:path w="19592" h="11479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9397" y="11479"/>
                    </a:lnTo>
                    <a:lnTo>
                      <a:pt x="19475" y="11479"/>
                    </a:lnTo>
                    <a:cubicBezTo>
                      <a:pt x="19514" y="11479"/>
                      <a:pt x="19533" y="11440"/>
                      <a:pt x="19572" y="11421"/>
                    </a:cubicBezTo>
                    <a:cubicBezTo>
                      <a:pt x="19592" y="11382"/>
                      <a:pt x="19592" y="11304"/>
                      <a:pt x="19514" y="1124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32"/>
              <p:cNvSpPr/>
              <p:nvPr/>
            </p:nvSpPr>
            <p:spPr>
              <a:xfrm>
                <a:off x="426175" y="1124525"/>
                <a:ext cx="447000" cy="258775"/>
              </a:xfrm>
              <a:custGeom>
                <a:avLst/>
                <a:gdLst/>
                <a:ahLst/>
                <a:cxnLst/>
                <a:rect l="l" t="t" r="r" b="b"/>
                <a:pathLst>
                  <a:path w="17880" h="10351" extrusionOk="0">
                    <a:moveTo>
                      <a:pt x="234" y="1"/>
                    </a:moveTo>
                    <a:cubicBezTo>
                      <a:pt x="195" y="40"/>
                      <a:pt x="176" y="59"/>
                      <a:pt x="98" y="98"/>
                    </a:cubicBezTo>
                    <a:cubicBezTo>
                      <a:pt x="78" y="118"/>
                      <a:pt x="40" y="118"/>
                      <a:pt x="1" y="137"/>
                    </a:cubicBezTo>
                    <a:lnTo>
                      <a:pt x="17646" y="10331"/>
                    </a:lnTo>
                    <a:cubicBezTo>
                      <a:pt x="17724" y="10351"/>
                      <a:pt x="17763" y="10351"/>
                      <a:pt x="17763" y="10351"/>
                    </a:cubicBezTo>
                    <a:cubicBezTo>
                      <a:pt x="17802" y="10351"/>
                      <a:pt x="17821" y="10331"/>
                      <a:pt x="17860" y="10312"/>
                    </a:cubicBezTo>
                    <a:cubicBezTo>
                      <a:pt x="17880" y="10254"/>
                      <a:pt x="17880" y="10176"/>
                      <a:pt x="17802" y="10137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32"/>
              <p:cNvSpPr/>
              <p:nvPr/>
            </p:nvSpPr>
            <p:spPr>
              <a:xfrm>
                <a:off x="593975" y="1159075"/>
                <a:ext cx="332700" cy="193600"/>
              </a:xfrm>
              <a:custGeom>
                <a:avLst/>
                <a:gdLst/>
                <a:ahLst/>
                <a:cxnLst/>
                <a:rect l="l" t="t" r="r" b="b"/>
                <a:pathLst>
                  <a:path w="13308" h="7744" extrusionOk="0">
                    <a:moveTo>
                      <a:pt x="253" y="0"/>
                    </a:moveTo>
                    <a:cubicBezTo>
                      <a:pt x="195" y="20"/>
                      <a:pt x="176" y="78"/>
                      <a:pt x="98" y="97"/>
                    </a:cubicBezTo>
                    <a:cubicBezTo>
                      <a:pt x="78" y="117"/>
                      <a:pt x="20" y="117"/>
                      <a:pt x="1" y="136"/>
                    </a:cubicBezTo>
                    <a:lnTo>
                      <a:pt x="13133" y="7724"/>
                    </a:lnTo>
                    <a:cubicBezTo>
                      <a:pt x="13152" y="7724"/>
                      <a:pt x="13191" y="7743"/>
                      <a:pt x="13191" y="7743"/>
                    </a:cubicBezTo>
                    <a:cubicBezTo>
                      <a:pt x="13230" y="7743"/>
                      <a:pt x="13249" y="7724"/>
                      <a:pt x="13288" y="7704"/>
                    </a:cubicBezTo>
                    <a:cubicBezTo>
                      <a:pt x="13308" y="7665"/>
                      <a:pt x="13308" y="7588"/>
                      <a:pt x="13230" y="752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32"/>
              <p:cNvSpPr/>
              <p:nvPr/>
            </p:nvSpPr>
            <p:spPr>
              <a:xfrm>
                <a:off x="399425" y="1015575"/>
                <a:ext cx="378900" cy="218900"/>
              </a:xfrm>
              <a:custGeom>
                <a:avLst/>
                <a:gdLst/>
                <a:ahLst/>
                <a:cxnLst/>
                <a:rect l="l" t="t" r="r" b="b"/>
                <a:pathLst>
                  <a:path w="15156" h="8756" extrusionOk="0">
                    <a:moveTo>
                      <a:pt x="254" y="1"/>
                    </a:moveTo>
                    <a:cubicBezTo>
                      <a:pt x="215" y="20"/>
                      <a:pt x="176" y="40"/>
                      <a:pt x="117" y="79"/>
                    </a:cubicBezTo>
                    <a:cubicBezTo>
                      <a:pt x="78" y="98"/>
                      <a:pt x="59" y="118"/>
                      <a:pt x="1" y="137"/>
                    </a:cubicBezTo>
                    <a:lnTo>
                      <a:pt x="14903" y="8756"/>
                    </a:lnTo>
                    <a:lnTo>
                      <a:pt x="15156" y="8600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32"/>
              <p:cNvSpPr/>
              <p:nvPr/>
            </p:nvSpPr>
            <p:spPr>
              <a:xfrm>
                <a:off x="939300" y="1327850"/>
                <a:ext cx="14625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0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409" y="350"/>
                    </a:lnTo>
                    <a:cubicBezTo>
                      <a:pt x="448" y="350"/>
                      <a:pt x="468" y="370"/>
                      <a:pt x="468" y="370"/>
                    </a:cubicBezTo>
                    <a:cubicBezTo>
                      <a:pt x="506" y="370"/>
                      <a:pt x="545" y="350"/>
                      <a:pt x="565" y="331"/>
                    </a:cubicBezTo>
                    <a:cubicBezTo>
                      <a:pt x="584" y="272"/>
                      <a:pt x="584" y="195"/>
                      <a:pt x="506" y="15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32"/>
              <p:cNvSpPr/>
              <p:nvPr/>
            </p:nvSpPr>
            <p:spPr>
              <a:xfrm>
                <a:off x="8590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32"/>
              <p:cNvSpPr/>
              <p:nvPr/>
            </p:nvSpPr>
            <p:spPr>
              <a:xfrm>
                <a:off x="88580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0"/>
                    </a:moveTo>
                    <a:lnTo>
                      <a:pt x="1" y="156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32"/>
              <p:cNvSpPr/>
              <p:nvPr/>
            </p:nvSpPr>
            <p:spPr>
              <a:xfrm>
                <a:off x="831825" y="1265575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856" y="604"/>
                    </a:lnTo>
                    <a:lnTo>
                      <a:pt x="1090" y="48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32"/>
              <p:cNvSpPr/>
              <p:nvPr/>
            </p:nvSpPr>
            <p:spPr>
              <a:xfrm>
                <a:off x="912550" y="13118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32"/>
              <p:cNvSpPr/>
              <p:nvPr/>
            </p:nvSpPr>
            <p:spPr>
              <a:xfrm>
                <a:off x="778325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33" y="1"/>
                    </a:moveTo>
                    <a:lnTo>
                      <a:pt x="0" y="137"/>
                    </a:lnTo>
                    <a:lnTo>
                      <a:pt x="817" y="604"/>
                    </a:lnTo>
                    <a:lnTo>
                      <a:pt x="1070" y="468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32"/>
              <p:cNvSpPr/>
              <p:nvPr/>
            </p:nvSpPr>
            <p:spPr>
              <a:xfrm>
                <a:off x="805075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33" y="1"/>
                    </a:moveTo>
                    <a:lnTo>
                      <a:pt x="0" y="156"/>
                    </a:lnTo>
                    <a:lnTo>
                      <a:pt x="817" y="643"/>
                    </a:lnTo>
                    <a:lnTo>
                      <a:pt x="1070" y="487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32"/>
              <p:cNvSpPr/>
              <p:nvPr/>
            </p:nvSpPr>
            <p:spPr>
              <a:xfrm>
                <a:off x="933475" y="13239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32"/>
              <p:cNvSpPr/>
              <p:nvPr/>
            </p:nvSpPr>
            <p:spPr>
              <a:xfrm>
                <a:off x="906725" y="1308375"/>
                <a:ext cx="121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73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32"/>
              <p:cNvSpPr/>
              <p:nvPr/>
            </p:nvSpPr>
            <p:spPr>
              <a:xfrm>
                <a:off x="879975" y="12928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92"/>
                    </a:lnTo>
                    <a:lnTo>
                      <a:pt x="486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32"/>
              <p:cNvSpPr/>
              <p:nvPr/>
            </p:nvSpPr>
            <p:spPr>
              <a:xfrm>
                <a:off x="853225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17"/>
                    </a:lnTo>
                    <a:lnTo>
                      <a:pt x="234" y="253"/>
                    </a:lnTo>
                    <a:lnTo>
                      <a:pt x="486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32"/>
              <p:cNvSpPr/>
              <p:nvPr/>
            </p:nvSpPr>
            <p:spPr>
              <a:xfrm>
                <a:off x="825500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32"/>
              <p:cNvSpPr/>
              <p:nvPr/>
            </p:nvSpPr>
            <p:spPr>
              <a:xfrm>
                <a:off x="798750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253" y="292"/>
                    </a:lnTo>
                    <a:lnTo>
                      <a:pt x="486" y="13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32"/>
              <p:cNvSpPr/>
              <p:nvPr/>
            </p:nvSpPr>
            <p:spPr>
              <a:xfrm>
                <a:off x="77200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6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32"/>
              <p:cNvSpPr/>
              <p:nvPr/>
            </p:nvSpPr>
            <p:spPr>
              <a:xfrm>
                <a:off x="805075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33" y="1"/>
                    </a:moveTo>
                    <a:lnTo>
                      <a:pt x="0" y="156"/>
                    </a:lnTo>
                    <a:lnTo>
                      <a:pt x="817" y="643"/>
                    </a:lnTo>
                    <a:lnTo>
                      <a:pt x="1070" y="487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32"/>
              <p:cNvSpPr/>
              <p:nvPr/>
            </p:nvSpPr>
            <p:spPr>
              <a:xfrm>
                <a:off x="9125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32"/>
              <p:cNvSpPr/>
              <p:nvPr/>
            </p:nvSpPr>
            <p:spPr>
              <a:xfrm>
                <a:off x="966050" y="1312275"/>
                <a:ext cx="146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1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409" y="331"/>
                    </a:lnTo>
                    <a:cubicBezTo>
                      <a:pt x="448" y="331"/>
                      <a:pt x="468" y="370"/>
                      <a:pt x="468" y="370"/>
                    </a:cubicBezTo>
                    <a:cubicBezTo>
                      <a:pt x="506" y="370"/>
                      <a:pt x="545" y="331"/>
                      <a:pt x="565" y="312"/>
                    </a:cubicBezTo>
                    <a:cubicBezTo>
                      <a:pt x="584" y="273"/>
                      <a:pt x="584" y="195"/>
                      <a:pt x="506" y="137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32"/>
              <p:cNvSpPr/>
              <p:nvPr/>
            </p:nvSpPr>
            <p:spPr>
              <a:xfrm>
                <a:off x="939300" y="1296225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857" y="623"/>
                    </a:lnTo>
                    <a:lnTo>
                      <a:pt x="1090" y="48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32"/>
              <p:cNvSpPr/>
              <p:nvPr/>
            </p:nvSpPr>
            <p:spPr>
              <a:xfrm>
                <a:off x="831825" y="1234450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856" y="604"/>
                    </a:lnTo>
                    <a:lnTo>
                      <a:pt x="1090" y="468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32"/>
              <p:cNvSpPr/>
              <p:nvPr/>
            </p:nvSpPr>
            <p:spPr>
              <a:xfrm>
                <a:off x="88580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04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32"/>
              <p:cNvSpPr/>
              <p:nvPr/>
            </p:nvSpPr>
            <p:spPr>
              <a:xfrm>
                <a:off x="481625" y="1031625"/>
                <a:ext cx="323475" cy="186800"/>
              </a:xfrm>
              <a:custGeom>
                <a:avLst/>
                <a:gdLst/>
                <a:ahLst/>
                <a:cxnLst/>
                <a:rect l="l" t="t" r="r" b="b"/>
                <a:pathLst>
                  <a:path w="12939" h="7472" extrusionOk="0">
                    <a:moveTo>
                      <a:pt x="234" y="1"/>
                    </a:moveTo>
                    <a:cubicBezTo>
                      <a:pt x="195" y="59"/>
                      <a:pt x="176" y="79"/>
                      <a:pt x="98" y="118"/>
                    </a:cubicBezTo>
                    <a:cubicBezTo>
                      <a:pt x="78" y="137"/>
                      <a:pt x="20" y="137"/>
                      <a:pt x="0" y="157"/>
                    </a:cubicBezTo>
                    <a:lnTo>
                      <a:pt x="12685" y="7472"/>
                    </a:lnTo>
                    <a:lnTo>
                      <a:pt x="12938" y="7335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32"/>
              <p:cNvSpPr/>
              <p:nvPr/>
            </p:nvSpPr>
            <p:spPr>
              <a:xfrm>
                <a:off x="8590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32"/>
              <p:cNvSpPr/>
              <p:nvPr/>
            </p:nvSpPr>
            <p:spPr>
              <a:xfrm>
                <a:off x="960700" y="1308375"/>
                <a:ext cx="121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4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73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32"/>
              <p:cNvSpPr/>
              <p:nvPr/>
            </p:nvSpPr>
            <p:spPr>
              <a:xfrm>
                <a:off x="933475" y="12928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92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32"/>
              <p:cNvSpPr/>
              <p:nvPr/>
            </p:nvSpPr>
            <p:spPr>
              <a:xfrm>
                <a:off x="906725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32"/>
              <p:cNvSpPr/>
              <p:nvPr/>
            </p:nvSpPr>
            <p:spPr>
              <a:xfrm>
                <a:off x="879975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32"/>
              <p:cNvSpPr/>
              <p:nvPr/>
            </p:nvSpPr>
            <p:spPr>
              <a:xfrm>
                <a:off x="853225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6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32"/>
              <p:cNvSpPr/>
              <p:nvPr/>
            </p:nvSpPr>
            <p:spPr>
              <a:xfrm>
                <a:off x="82550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32"/>
              <p:cNvSpPr/>
              <p:nvPr/>
            </p:nvSpPr>
            <p:spPr>
              <a:xfrm>
                <a:off x="798750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253" y="292"/>
                    </a:lnTo>
                    <a:lnTo>
                      <a:pt x="486" y="13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32"/>
              <p:cNvSpPr/>
              <p:nvPr/>
            </p:nvSpPr>
            <p:spPr>
              <a:xfrm>
                <a:off x="9125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4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32"/>
              <p:cNvSpPr/>
              <p:nvPr/>
            </p:nvSpPr>
            <p:spPr>
              <a:xfrm>
                <a:off x="831825" y="1203325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17"/>
                    </a:lnTo>
                    <a:lnTo>
                      <a:pt x="856" y="604"/>
                    </a:lnTo>
                    <a:lnTo>
                      <a:pt x="1090" y="46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32"/>
              <p:cNvSpPr/>
              <p:nvPr/>
            </p:nvSpPr>
            <p:spPr>
              <a:xfrm>
                <a:off x="992800" y="1297200"/>
                <a:ext cx="146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51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409" y="331"/>
                    </a:lnTo>
                    <a:cubicBezTo>
                      <a:pt x="448" y="331"/>
                      <a:pt x="468" y="351"/>
                      <a:pt x="468" y="351"/>
                    </a:cubicBezTo>
                    <a:cubicBezTo>
                      <a:pt x="506" y="351"/>
                      <a:pt x="545" y="331"/>
                      <a:pt x="565" y="312"/>
                    </a:cubicBezTo>
                    <a:cubicBezTo>
                      <a:pt x="584" y="253"/>
                      <a:pt x="584" y="195"/>
                      <a:pt x="506" y="137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32"/>
              <p:cNvSpPr/>
              <p:nvPr/>
            </p:nvSpPr>
            <p:spPr>
              <a:xfrm>
                <a:off x="8858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04"/>
                    </a:lnTo>
                    <a:lnTo>
                      <a:pt x="1071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32"/>
              <p:cNvSpPr/>
              <p:nvPr/>
            </p:nvSpPr>
            <p:spPr>
              <a:xfrm>
                <a:off x="9665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32"/>
              <p:cNvSpPr/>
              <p:nvPr/>
            </p:nvSpPr>
            <p:spPr>
              <a:xfrm>
                <a:off x="939300" y="126557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57" y="604"/>
                    </a:lnTo>
                    <a:lnTo>
                      <a:pt x="1090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32"/>
              <p:cNvSpPr/>
              <p:nvPr/>
            </p:nvSpPr>
            <p:spPr>
              <a:xfrm>
                <a:off x="357600" y="925600"/>
                <a:ext cx="474250" cy="277750"/>
              </a:xfrm>
              <a:custGeom>
                <a:avLst/>
                <a:gdLst/>
                <a:ahLst/>
                <a:cxnLst/>
                <a:rect l="l" t="t" r="r" b="b"/>
                <a:pathLst>
                  <a:path w="18970" h="11110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8716" y="11110"/>
                    </a:lnTo>
                    <a:lnTo>
                      <a:pt x="18969" y="109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32"/>
              <p:cNvSpPr/>
              <p:nvPr/>
            </p:nvSpPr>
            <p:spPr>
              <a:xfrm>
                <a:off x="8590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32"/>
              <p:cNvSpPr/>
              <p:nvPr/>
            </p:nvSpPr>
            <p:spPr>
              <a:xfrm>
                <a:off x="987450" y="12928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234" y="292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32"/>
              <p:cNvSpPr/>
              <p:nvPr/>
            </p:nvSpPr>
            <p:spPr>
              <a:xfrm>
                <a:off x="960700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32"/>
              <p:cNvSpPr/>
              <p:nvPr/>
            </p:nvSpPr>
            <p:spPr>
              <a:xfrm>
                <a:off x="933475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32"/>
              <p:cNvSpPr/>
              <p:nvPr/>
            </p:nvSpPr>
            <p:spPr>
              <a:xfrm>
                <a:off x="906725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32"/>
              <p:cNvSpPr/>
              <p:nvPr/>
            </p:nvSpPr>
            <p:spPr>
              <a:xfrm>
                <a:off x="879975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32"/>
              <p:cNvSpPr/>
              <p:nvPr/>
            </p:nvSpPr>
            <p:spPr>
              <a:xfrm>
                <a:off x="853225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6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32"/>
              <p:cNvSpPr/>
              <p:nvPr/>
            </p:nvSpPr>
            <p:spPr>
              <a:xfrm>
                <a:off x="825500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253" y="253"/>
                    </a:lnTo>
                    <a:lnTo>
                      <a:pt x="487" y="13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32"/>
              <p:cNvSpPr/>
              <p:nvPr/>
            </p:nvSpPr>
            <p:spPr>
              <a:xfrm>
                <a:off x="8858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17"/>
                    </a:lnTo>
                    <a:lnTo>
                      <a:pt x="837" y="604"/>
                    </a:lnTo>
                    <a:lnTo>
                      <a:pt x="1071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32"/>
              <p:cNvSpPr/>
              <p:nvPr/>
            </p:nvSpPr>
            <p:spPr>
              <a:xfrm>
                <a:off x="99330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32"/>
              <p:cNvSpPr/>
              <p:nvPr/>
            </p:nvSpPr>
            <p:spPr>
              <a:xfrm>
                <a:off x="1019550" y="1281150"/>
                <a:ext cx="146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1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409" y="351"/>
                    </a:lnTo>
                    <a:cubicBezTo>
                      <a:pt x="448" y="351"/>
                      <a:pt x="468" y="370"/>
                      <a:pt x="468" y="370"/>
                    </a:cubicBezTo>
                    <a:cubicBezTo>
                      <a:pt x="507" y="370"/>
                      <a:pt x="545" y="351"/>
                      <a:pt x="565" y="312"/>
                    </a:cubicBezTo>
                    <a:cubicBezTo>
                      <a:pt x="584" y="273"/>
                      <a:pt x="584" y="195"/>
                      <a:pt x="507" y="15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32"/>
              <p:cNvSpPr/>
              <p:nvPr/>
            </p:nvSpPr>
            <p:spPr>
              <a:xfrm>
                <a:off x="939300" y="1234450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57" y="604"/>
                    </a:lnTo>
                    <a:lnTo>
                      <a:pt x="1090" y="468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32"/>
              <p:cNvSpPr/>
              <p:nvPr/>
            </p:nvSpPr>
            <p:spPr>
              <a:xfrm>
                <a:off x="477725" y="967425"/>
                <a:ext cx="381350" cy="220850"/>
              </a:xfrm>
              <a:custGeom>
                <a:avLst/>
                <a:gdLst/>
                <a:ahLst/>
                <a:cxnLst/>
                <a:rect l="l" t="t" r="r" b="b"/>
                <a:pathLst>
                  <a:path w="15254" h="8834" extrusionOk="0">
                    <a:moveTo>
                      <a:pt x="234" y="1"/>
                    </a:moveTo>
                    <a:cubicBezTo>
                      <a:pt x="176" y="59"/>
                      <a:pt x="156" y="79"/>
                      <a:pt x="79" y="118"/>
                    </a:cubicBezTo>
                    <a:cubicBezTo>
                      <a:pt x="59" y="137"/>
                      <a:pt x="20" y="137"/>
                      <a:pt x="1" y="176"/>
                    </a:cubicBezTo>
                    <a:lnTo>
                      <a:pt x="15020" y="8833"/>
                    </a:lnTo>
                    <a:lnTo>
                      <a:pt x="15254" y="8678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32"/>
              <p:cNvSpPr/>
              <p:nvPr/>
            </p:nvSpPr>
            <p:spPr>
              <a:xfrm>
                <a:off x="8590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32"/>
              <p:cNvSpPr/>
              <p:nvPr/>
            </p:nvSpPr>
            <p:spPr>
              <a:xfrm>
                <a:off x="9665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32"/>
              <p:cNvSpPr/>
              <p:nvPr/>
            </p:nvSpPr>
            <p:spPr>
              <a:xfrm>
                <a:off x="9125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4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32"/>
              <p:cNvSpPr/>
              <p:nvPr/>
            </p:nvSpPr>
            <p:spPr>
              <a:xfrm>
                <a:off x="1014200" y="1277750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32"/>
              <p:cNvSpPr/>
              <p:nvPr/>
            </p:nvSpPr>
            <p:spPr>
              <a:xfrm>
                <a:off x="987450" y="1261700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32"/>
              <p:cNvSpPr/>
              <p:nvPr/>
            </p:nvSpPr>
            <p:spPr>
              <a:xfrm>
                <a:off x="960700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32"/>
              <p:cNvSpPr/>
              <p:nvPr/>
            </p:nvSpPr>
            <p:spPr>
              <a:xfrm>
                <a:off x="933475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32"/>
              <p:cNvSpPr/>
              <p:nvPr/>
            </p:nvSpPr>
            <p:spPr>
              <a:xfrm>
                <a:off x="906725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2"/>
              <p:cNvSpPr/>
              <p:nvPr/>
            </p:nvSpPr>
            <p:spPr>
              <a:xfrm>
                <a:off x="879975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53"/>
                    </a:lnTo>
                    <a:lnTo>
                      <a:pt x="486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32"/>
              <p:cNvSpPr/>
              <p:nvPr/>
            </p:nvSpPr>
            <p:spPr>
              <a:xfrm>
                <a:off x="853225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32"/>
              <p:cNvSpPr/>
              <p:nvPr/>
            </p:nvSpPr>
            <p:spPr>
              <a:xfrm>
                <a:off x="939300" y="120332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17"/>
                    </a:lnTo>
                    <a:lnTo>
                      <a:pt x="857" y="604"/>
                    </a:lnTo>
                    <a:lnTo>
                      <a:pt x="1090" y="46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32"/>
              <p:cNvSpPr/>
              <p:nvPr/>
            </p:nvSpPr>
            <p:spPr>
              <a:xfrm>
                <a:off x="9125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32"/>
              <p:cNvSpPr/>
              <p:nvPr/>
            </p:nvSpPr>
            <p:spPr>
              <a:xfrm>
                <a:off x="1046300" y="1266075"/>
                <a:ext cx="14625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0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409" y="331"/>
                    </a:lnTo>
                    <a:cubicBezTo>
                      <a:pt x="448" y="331"/>
                      <a:pt x="468" y="370"/>
                      <a:pt x="468" y="370"/>
                    </a:cubicBezTo>
                    <a:cubicBezTo>
                      <a:pt x="507" y="370"/>
                      <a:pt x="545" y="331"/>
                      <a:pt x="565" y="312"/>
                    </a:cubicBezTo>
                    <a:cubicBezTo>
                      <a:pt x="584" y="273"/>
                      <a:pt x="584" y="195"/>
                      <a:pt x="507" y="13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32"/>
              <p:cNvSpPr/>
              <p:nvPr/>
            </p:nvSpPr>
            <p:spPr>
              <a:xfrm>
                <a:off x="9933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32"/>
              <p:cNvSpPr/>
              <p:nvPr/>
            </p:nvSpPr>
            <p:spPr>
              <a:xfrm>
                <a:off x="9665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32"/>
              <p:cNvSpPr/>
              <p:nvPr/>
            </p:nvSpPr>
            <p:spPr>
              <a:xfrm>
                <a:off x="357600" y="863350"/>
                <a:ext cx="528225" cy="308875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2355" extrusionOk="0">
                    <a:moveTo>
                      <a:pt x="0" y="1"/>
                    </a:moveTo>
                    <a:lnTo>
                      <a:pt x="0" y="273"/>
                    </a:lnTo>
                    <a:lnTo>
                      <a:pt x="20895" y="12354"/>
                    </a:lnTo>
                    <a:lnTo>
                      <a:pt x="21129" y="122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32"/>
              <p:cNvSpPr/>
              <p:nvPr/>
            </p:nvSpPr>
            <p:spPr>
              <a:xfrm>
                <a:off x="88580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6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32"/>
              <p:cNvSpPr/>
              <p:nvPr/>
            </p:nvSpPr>
            <p:spPr>
              <a:xfrm>
                <a:off x="10200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32"/>
              <p:cNvSpPr/>
              <p:nvPr/>
            </p:nvSpPr>
            <p:spPr>
              <a:xfrm>
                <a:off x="1040950" y="1261700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32"/>
              <p:cNvSpPr/>
              <p:nvPr/>
            </p:nvSpPr>
            <p:spPr>
              <a:xfrm>
                <a:off x="1014200" y="12461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32"/>
              <p:cNvSpPr/>
              <p:nvPr/>
            </p:nvSpPr>
            <p:spPr>
              <a:xfrm>
                <a:off x="987450" y="1230575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32"/>
              <p:cNvSpPr/>
              <p:nvPr/>
            </p:nvSpPr>
            <p:spPr>
              <a:xfrm>
                <a:off x="960700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32"/>
              <p:cNvSpPr/>
              <p:nvPr/>
            </p:nvSpPr>
            <p:spPr>
              <a:xfrm>
                <a:off x="933475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32"/>
              <p:cNvSpPr/>
              <p:nvPr/>
            </p:nvSpPr>
            <p:spPr>
              <a:xfrm>
                <a:off x="906725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32"/>
              <p:cNvSpPr/>
              <p:nvPr/>
            </p:nvSpPr>
            <p:spPr>
              <a:xfrm>
                <a:off x="879975" y="1168800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6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32"/>
              <p:cNvSpPr/>
              <p:nvPr/>
            </p:nvSpPr>
            <p:spPr>
              <a:xfrm>
                <a:off x="10468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32"/>
              <p:cNvSpPr/>
              <p:nvPr/>
            </p:nvSpPr>
            <p:spPr>
              <a:xfrm>
                <a:off x="1073550" y="1250025"/>
                <a:ext cx="1460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7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428" y="350"/>
                    </a:lnTo>
                    <a:cubicBezTo>
                      <a:pt x="448" y="350"/>
                      <a:pt x="467" y="370"/>
                      <a:pt x="467" y="370"/>
                    </a:cubicBezTo>
                    <a:cubicBezTo>
                      <a:pt x="525" y="370"/>
                      <a:pt x="545" y="350"/>
                      <a:pt x="564" y="331"/>
                    </a:cubicBezTo>
                    <a:cubicBezTo>
                      <a:pt x="584" y="273"/>
                      <a:pt x="584" y="195"/>
                      <a:pt x="525" y="156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32"/>
              <p:cNvSpPr/>
              <p:nvPr/>
            </p:nvSpPr>
            <p:spPr>
              <a:xfrm>
                <a:off x="542425" y="806925"/>
                <a:ext cx="370150" cy="349725"/>
              </a:xfrm>
              <a:custGeom>
                <a:avLst/>
                <a:gdLst/>
                <a:ahLst/>
                <a:cxnLst/>
                <a:rect l="l" t="t" r="r" b="b"/>
                <a:pathLst>
                  <a:path w="14806" h="13989" extrusionOk="0">
                    <a:moveTo>
                      <a:pt x="0" y="1"/>
                    </a:moveTo>
                    <a:lnTo>
                      <a:pt x="0" y="5506"/>
                    </a:lnTo>
                    <a:cubicBezTo>
                      <a:pt x="0" y="5545"/>
                      <a:pt x="20" y="5565"/>
                      <a:pt x="39" y="5604"/>
                    </a:cubicBezTo>
                    <a:lnTo>
                      <a:pt x="14572" y="13989"/>
                    </a:lnTo>
                    <a:lnTo>
                      <a:pt x="14806" y="13833"/>
                    </a:lnTo>
                    <a:lnTo>
                      <a:pt x="234" y="5429"/>
                    </a:lnTo>
                    <a:lnTo>
                      <a:pt x="234" y="15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32"/>
              <p:cNvSpPr/>
              <p:nvPr/>
            </p:nvSpPr>
            <p:spPr>
              <a:xfrm>
                <a:off x="9933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17"/>
                    </a:lnTo>
                    <a:lnTo>
                      <a:pt x="837" y="604"/>
                    </a:lnTo>
                    <a:lnTo>
                      <a:pt x="1070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32"/>
              <p:cNvSpPr/>
              <p:nvPr/>
            </p:nvSpPr>
            <p:spPr>
              <a:xfrm>
                <a:off x="9665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837" y="623"/>
                    </a:lnTo>
                    <a:lnTo>
                      <a:pt x="1070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32"/>
              <p:cNvSpPr/>
              <p:nvPr/>
            </p:nvSpPr>
            <p:spPr>
              <a:xfrm>
                <a:off x="10200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32"/>
              <p:cNvSpPr/>
              <p:nvPr/>
            </p:nvSpPr>
            <p:spPr>
              <a:xfrm>
                <a:off x="939300" y="1172200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857" y="623"/>
                    </a:lnTo>
                    <a:lnTo>
                      <a:pt x="1090" y="46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32"/>
              <p:cNvSpPr/>
              <p:nvPr/>
            </p:nvSpPr>
            <p:spPr>
              <a:xfrm>
                <a:off x="91255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32"/>
              <p:cNvSpPr/>
              <p:nvPr/>
            </p:nvSpPr>
            <p:spPr>
              <a:xfrm>
                <a:off x="1067700" y="12461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32"/>
              <p:cNvSpPr/>
              <p:nvPr/>
            </p:nvSpPr>
            <p:spPr>
              <a:xfrm>
                <a:off x="1040950" y="1230575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32"/>
              <p:cNvSpPr/>
              <p:nvPr/>
            </p:nvSpPr>
            <p:spPr>
              <a:xfrm>
                <a:off x="1014200" y="1215000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32"/>
              <p:cNvSpPr/>
              <p:nvPr/>
            </p:nvSpPr>
            <p:spPr>
              <a:xfrm>
                <a:off x="987450" y="11999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32"/>
              <p:cNvSpPr/>
              <p:nvPr/>
            </p:nvSpPr>
            <p:spPr>
              <a:xfrm>
                <a:off x="960700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32"/>
              <p:cNvSpPr/>
              <p:nvPr/>
            </p:nvSpPr>
            <p:spPr>
              <a:xfrm>
                <a:off x="933475" y="1168800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32"/>
              <p:cNvSpPr/>
              <p:nvPr/>
            </p:nvSpPr>
            <p:spPr>
              <a:xfrm>
                <a:off x="906725" y="11527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32"/>
              <p:cNvSpPr/>
              <p:nvPr/>
            </p:nvSpPr>
            <p:spPr>
              <a:xfrm>
                <a:off x="589125" y="805950"/>
                <a:ext cx="350200" cy="334650"/>
              </a:xfrm>
              <a:custGeom>
                <a:avLst/>
                <a:gdLst/>
                <a:ahLst/>
                <a:cxnLst/>
                <a:rect l="l" t="t" r="r" b="b"/>
                <a:pathLst>
                  <a:path w="14008" h="13386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5390"/>
                    </a:lnTo>
                    <a:lnTo>
                      <a:pt x="19" y="5390"/>
                    </a:lnTo>
                    <a:cubicBezTo>
                      <a:pt x="19" y="5448"/>
                      <a:pt x="58" y="5468"/>
                      <a:pt x="78" y="5487"/>
                    </a:cubicBezTo>
                    <a:lnTo>
                      <a:pt x="13774" y="13386"/>
                    </a:lnTo>
                    <a:lnTo>
                      <a:pt x="14008" y="13250"/>
                    </a:lnTo>
                    <a:lnTo>
                      <a:pt x="253" y="5293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32"/>
              <p:cNvSpPr/>
              <p:nvPr/>
            </p:nvSpPr>
            <p:spPr>
              <a:xfrm>
                <a:off x="1100300" y="1234950"/>
                <a:ext cx="1460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7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428" y="350"/>
                    </a:lnTo>
                    <a:cubicBezTo>
                      <a:pt x="448" y="350"/>
                      <a:pt x="467" y="370"/>
                      <a:pt x="467" y="370"/>
                    </a:cubicBezTo>
                    <a:cubicBezTo>
                      <a:pt x="525" y="370"/>
                      <a:pt x="545" y="350"/>
                      <a:pt x="564" y="311"/>
                    </a:cubicBezTo>
                    <a:cubicBezTo>
                      <a:pt x="584" y="273"/>
                      <a:pt x="584" y="195"/>
                      <a:pt x="525" y="156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32"/>
              <p:cNvSpPr/>
              <p:nvPr/>
            </p:nvSpPr>
            <p:spPr>
              <a:xfrm>
                <a:off x="1073550" y="1218400"/>
                <a:ext cx="277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56" y="643"/>
                    </a:lnTo>
                    <a:lnTo>
                      <a:pt x="1109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32"/>
              <p:cNvSpPr/>
              <p:nvPr/>
            </p:nvSpPr>
            <p:spPr>
              <a:xfrm>
                <a:off x="939300" y="1141075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857" y="623"/>
                    </a:lnTo>
                    <a:lnTo>
                      <a:pt x="1090" y="46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32"/>
              <p:cNvSpPr/>
              <p:nvPr/>
            </p:nvSpPr>
            <p:spPr>
              <a:xfrm>
                <a:off x="99330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6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32"/>
              <p:cNvSpPr/>
              <p:nvPr/>
            </p:nvSpPr>
            <p:spPr>
              <a:xfrm>
                <a:off x="10200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837" y="623"/>
                    </a:lnTo>
                    <a:lnTo>
                      <a:pt x="1070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32"/>
              <p:cNvSpPr/>
              <p:nvPr/>
            </p:nvSpPr>
            <p:spPr>
              <a:xfrm>
                <a:off x="10468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17"/>
                    </a:lnTo>
                    <a:lnTo>
                      <a:pt x="837" y="604"/>
                    </a:lnTo>
                    <a:lnTo>
                      <a:pt x="1070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32"/>
              <p:cNvSpPr/>
              <p:nvPr/>
            </p:nvSpPr>
            <p:spPr>
              <a:xfrm>
                <a:off x="96655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32"/>
              <p:cNvSpPr/>
              <p:nvPr/>
            </p:nvSpPr>
            <p:spPr>
              <a:xfrm>
                <a:off x="109495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32"/>
              <p:cNvSpPr/>
              <p:nvPr/>
            </p:nvSpPr>
            <p:spPr>
              <a:xfrm>
                <a:off x="1067700" y="1215000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32"/>
              <p:cNvSpPr/>
              <p:nvPr/>
            </p:nvSpPr>
            <p:spPr>
              <a:xfrm>
                <a:off x="1040950" y="11999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32"/>
              <p:cNvSpPr/>
              <p:nvPr/>
            </p:nvSpPr>
            <p:spPr>
              <a:xfrm>
                <a:off x="1014200" y="118387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32"/>
              <p:cNvSpPr/>
              <p:nvPr/>
            </p:nvSpPr>
            <p:spPr>
              <a:xfrm>
                <a:off x="987450" y="1168800"/>
                <a:ext cx="122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73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32"/>
              <p:cNvSpPr/>
              <p:nvPr/>
            </p:nvSpPr>
            <p:spPr>
              <a:xfrm>
                <a:off x="960700" y="11527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32"/>
              <p:cNvSpPr/>
              <p:nvPr/>
            </p:nvSpPr>
            <p:spPr>
              <a:xfrm>
                <a:off x="933475" y="1137675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32"/>
              <p:cNvSpPr/>
              <p:nvPr/>
            </p:nvSpPr>
            <p:spPr>
              <a:xfrm>
                <a:off x="522475" y="1148850"/>
                <a:ext cx="978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2336" extrusionOk="0">
                    <a:moveTo>
                      <a:pt x="195" y="1"/>
                    </a:moveTo>
                    <a:cubicBezTo>
                      <a:pt x="156" y="20"/>
                      <a:pt x="117" y="59"/>
                      <a:pt x="59" y="98"/>
                    </a:cubicBezTo>
                    <a:cubicBezTo>
                      <a:pt x="40" y="117"/>
                      <a:pt x="20" y="117"/>
                      <a:pt x="1" y="137"/>
                    </a:cubicBezTo>
                    <a:lnTo>
                      <a:pt x="3736" y="2296"/>
                    </a:lnTo>
                    <a:cubicBezTo>
                      <a:pt x="3756" y="2296"/>
                      <a:pt x="3794" y="2335"/>
                      <a:pt x="3794" y="2335"/>
                    </a:cubicBezTo>
                    <a:cubicBezTo>
                      <a:pt x="3833" y="2335"/>
                      <a:pt x="3853" y="2296"/>
                      <a:pt x="3892" y="2277"/>
                    </a:cubicBezTo>
                    <a:cubicBezTo>
                      <a:pt x="3911" y="2238"/>
                      <a:pt x="3911" y="2160"/>
                      <a:pt x="3833" y="2102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32"/>
              <p:cNvSpPr/>
              <p:nvPr/>
            </p:nvSpPr>
            <p:spPr>
              <a:xfrm>
                <a:off x="357600" y="674625"/>
                <a:ext cx="148850" cy="90025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3601" extrusionOk="0">
                    <a:moveTo>
                      <a:pt x="0" y="1"/>
                    </a:moveTo>
                    <a:lnTo>
                      <a:pt x="0" y="254"/>
                    </a:lnTo>
                    <a:lnTo>
                      <a:pt x="5720" y="3600"/>
                    </a:lnTo>
                    <a:lnTo>
                      <a:pt x="5954" y="344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32"/>
              <p:cNvSpPr/>
              <p:nvPr/>
            </p:nvSpPr>
            <p:spPr>
              <a:xfrm>
                <a:off x="581325" y="2259250"/>
                <a:ext cx="144000" cy="83675"/>
              </a:xfrm>
              <a:custGeom>
                <a:avLst/>
                <a:gdLst/>
                <a:ahLst/>
                <a:cxnLst/>
                <a:rect l="l" t="t" r="r" b="b"/>
                <a:pathLst>
                  <a:path w="5760" h="3347" extrusionOk="0">
                    <a:moveTo>
                      <a:pt x="2569" y="0"/>
                    </a:moveTo>
                    <a:lnTo>
                      <a:pt x="1" y="1498"/>
                    </a:lnTo>
                    <a:lnTo>
                      <a:pt x="3191" y="3347"/>
                    </a:lnTo>
                    <a:lnTo>
                      <a:pt x="3970" y="2880"/>
                    </a:lnTo>
                    <a:lnTo>
                      <a:pt x="2024" y="1790"/>
                    </a:lnTo>
                    <a:cubicBezTo>
                      <a:pt x="1966" y="1751"/>
                      <a:pt x="1946" y="1693"/>
                      <a:pt x="1966" y="1615"/>
                    </a:cubicBezTo>
                    <a:cubicBezTo>
                      <a:pt x="1980" y="1571"/>
                      <a:pt x="2028" y="1550"/>
                      <a:pt x="2083" y="1550"/>
                    </a:cubicBezTo>
                    <a:cubicBezTo>
                      <a:pt x="2102" y="1550"/>
                      <a:pt x="2121" y="1552"/>
                      <a:pt x="2141" y="1557"/>
                    </a:cubicBezTo>
                    <a:lnTo>
                      <a:pt x="4203" y="2763"/>
                    </a:lnTo>
                    <a:lnTo>
                      <a:pt x="4942" y="2335"/>
                    </a:lnTo>
                    <a:lnTo>
                      <a:pt x="4748" y="2238"/>
                    </a:lnTo>
                    <a:cubicBezTo>
                      <a:pt x="4689" y="2218"/>
                      <a:pt x="4670" y="2140"/>
                      <a:pt x="4689" y="2082"/>
                    </a:cubicBezTo>
                    <a:cubicBezTo>
                      <a:pt x="4704" y="2038"/>
                      <a:pt x="4751" y="2016"/>
                      <a:pt x="4807" y="2016"/>
                    </a:cubicBezTo>
                    <a:cubicBezTo>
                      <a:pt x="4826" y="2016"/>
                      <a:pt x="4845" y="2019"/>
                      <a:pt x="4864" y="2024"/>
                    </a:cubicBezTo>
                    <a:lnTo>
                      <a:pt x="5176" y="2199"/>
                    </a:lnTo>
                    <a:lnTo>
                      <a:pt x="5759" y="1849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32"/>
              <p:cNvSpPr/>
              <p:nvPr/>
            </p:nvSpPr>
            <p:spPr>
              <a:xfrm>
                <a:off x="562375" y="2301550"/>
                <a:ext cx="92425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3697" h="2142" extrusionOk="0">
                    <a:moveTo>
                      <a:pt x="506" y="1"/>
                    </a:moveTo>
                    <a:lnTo>
                      <a:pt x="0" y="293"/>
                    </a:lnTo>
                    <a:lnTo>
                      <a:pt x="3191" y="2141"/>
                    </a:lnTo>
                    <a:lnTo>
                      <a:pt x="3696" y="1849"/>
                    </a:lnTo>
                    <a:cubicBezTo>
                      <a:pt x="2588" y="1188"/>
                      <a:pt x="1479" y="585"/>
                      <a:pt x="5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32"/>
              <p:cNvSpPr/>
              <p:nvPr/>
            </p:nvSpPr>
            <p:spPr>
              <a:xfrm>
                <a:off x="654775" y="2343400"/>
                <a:ext cx="259750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10390" h="5798" extrusionOk="0">
                    <a:moveTo>
                      <a:pt x="253" y="0"/>
                    </a:moveTo>
                    <a:lnTo>
                      <a:pt x="0" y="136"/>
                    </a:lnTo>
                    <a:cubicBezTo>
                      <a:pt x="740" y="564"/>
                      <a:pt x="1460" y="992"/>
                      <a:pt x="2218" y="1401"/>
                    </a:cubicBezTo>
                    <a:lnTo>
                      <a:pt x="2218" y="1362"/>
                    </a:lnTo>
                    <a:cubicBezTo>
                      <a:pt x="2218" y="1284"/>
                      <a:pt x="2257" y="1245"/>
                      <a:pt x="2335" y="1245"/>
                    </a:cubicBezTo>
                    <a:cubicBezTo>
                      <a:pt x="2413" y="1245"/>
                      <a:pt x="2452" y="1284"/>
                      <a:pt x="2452" y="1362"/>
                    </a:cubicBezTo>
                    <a:lnTo>
                      <a:pt x="2452" y="1537"/>
                    </a:lnTo>
                    <a:lnTo>
                      <a:pt x="4864" y="2918"/>
                    </a:lnTo>
                    <a:lnTo>
                      <a:pt x="4864" y="2860"/>
                    </a:lnTo>
                    <a:cubicBezTo>
                      <a:pt x="4864" y="2802"/>
                      <a:pt x="4923" y="2743"/>
                      <a:pt x="4981" y="2743"/>
                    </a:cubicBezTo>
                    <a:cubicBezTo>
                      <a:pt x="5059" y="2743"/>
                      <a:pt x="5117" y="2802"/>
                      <a:pt x="5117" y="2860"/>
                    </a:cubicBezTo>
                    <a:lnTo>
                      <a:pt x="5117" y="3035"/>
                    </a:lnTo>
                    <a:cubicBezTo>
                      <a:pt x="6771" y="3988"/>
                      <a:pt x="8424" y="4942"/>
                      <a:pt x="9903" y="5798"/>
                    </a:cubicBezTo>
                    <a:lnTo>
                      <a:pt x="10389" y="5798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32"/>
              <p:cNvSpPr/>
              <p:nvPr/>
            </p:nvSpPr>
            <p:spPr>
              <a:xfrm>
                <a:off x="458275" y="2230550"/>
                <a:ext cx="122600" cy="71025"/>
              </a:xfrm>
              <a:custGeom>
                <a:avLst/>
                <a:gdLst/>
                <a:ahLst/>
                <a:cxnLst/>
                <a:rect l="l" t="t" r="r" b="b"/>
                <a:pathLst>
                  <a:path w="4904" h="2841" extrusionOk="0">
                    <a:moveTo>
                      <a:pt x="273" y="1"/>
                    </a:moveTo>
                    <a:cubicBezTo>
                      <a:pt x="254" y="39"/>
                      <a:pt x="215" y="59"/>
                      <a:pt x="176" y="78"/>
                    </a:cubicBezTo>
                    <a:cubicBezTo>
                      <a:pt x="137" y="117"/>
                      <a:pt x="78" y="137"/>
                      <a:pt x="1" y="156"/>
                    </a:cubicBezTo>
                    <a:cubicBezTo>
                      <a:pt x="662" y="545"/>
                      <a:pt x="2413" y="1538"/>
                      <a:pt x="4650" y="2841"/>
                    </a:cubicBezTo>
                    <a:lnTo>
                      <a:pt x="4903" y="2685"/>
                    </a:lnTo>
                    <a:lnTo>
                      <a:pt x="27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32"/>
              <p:cNvSpPr/>
              <p:nvPr/>
            </p:nvSpPr>
            <p:spPr>
              <a:xfrm>
                <a:off x="449525" y="2224425"/>
                <a:ext cx="15600" cy="1005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402" extrusionOk="0">
                    <a:moveTo>
                      <a:pt x="126" y="0"/>
                    </a:moveTo>
                    <a:cubicBezTo>
                      <a:pt x="85" y="0"/>
                      <a:pt x="45" y="14"/>
                      <a:pt x="20" y="51"/>
                    </a:cubicBezTo>
                    <a:cubicBezTo>
                      <a:pt x="0" y="109"/>
                      <a:pt x="0" y="187"/>
                      <a:pt x="59" y="226"/>
                    </a:cubicBezTo>
                    <a:cubicBezTo>
                      <a:pt x="59" y="226"/>
                      <a:pt x="156" y="304"/>
                      <a:pt x="351" y="401"/>
                    </a:cubicBezTo>
                    <a:cubicBezTo>
                      <a:pt x="428" y="382"/>
                      <a:pt x="487" y="343"/>
                      <a:pt x="526" y="323"/>
                    </a:cubicBezTo>
                    <a:cubicBezTo>
                      <a:pt x="584" y="284"/>
                      <a:pt x="604" y="246"/>
                      <a:pt x="623" y="246"/>
                    </a:cubicBezTo>
                    <a:lnTo>
                      <a:pt x="195" y="12"/>
                    </a:lnTo>
                    <a:cubicBezTo>
                      <a:pt x="174" y="5"/>
                      <a:pt x="150" y="0"/>
                      <a:pt x="1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32"/>
              <p:cNvSpPr/>
              <p:nvPr/>
            </p:nvSpPr>
            <p:spPr>
              <a:xfrm>
                <a:off x="575000" y="2297175"/>
                <a:ext cx="86125" cy="49650"/>
              </a:xfrm>
              <a:custGeom>
                <a:avLst/>
                <a:gdLst/>
                <a:ahLst/>
                <a:cxnLst/>
                <a:rect l="l" t="t" r="r" b="b"/>
                <a:pathLst>
                  <a:path w="3445" h="1986" extrusionOk="0">
                    <a:moveTo>
                      <a:pt x="254" y="1"/>
                    </a:moveTo>
                    <a:lnTo>
                      <a:pt x="1" y="137"/>
                    </a:lnTo>
                    <a:cubicBezTo>
                      <a:pt x="974" y="701"/>
                      <a:pt x="2044" y="1324"/>
                      <a:pt x="3191" y="1985"/>
                    </a:cubicBezTo>
                    <a:lnTo>
                      <a:pt x="3444" y="1849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32"/>
              <p:cNvSpPr/>
              <p:nvPr/>
            </p:nvSpPr>
            <p:spPr>
              <a:xfrm>
                <a:off x="680550" y="2328800"/>
                <a:ext cx="285525" cy="161025"/>
              </a:xfrm>
              <a:custGeom>
                <a:avLst/>
                <a:gdLst/>
                <a:ahLst/>
                <a:cxnLst/>
                <a:rect l="l" t="t" r="r" b="b"/>
                <a:pathLst>
                  <a:path w="11421" h="6441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10934" y="6440"/>
                    </a:lnTo>
                    <a:lnTo>
                      <a:pt x="11421" y="6440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32"/>
              <p:cNvSpPr/>
              <p:nvPr/>
            </p:nvSpPr>
            <p:spPr>
              <a:xfrm>
                <a:off x="629975" y="2297975"/>
                <a:ext cx="56450" cy="33775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351" extrusionOk="0">
                    <a:moveTo>
                      <a:pt x="151" y="1"/>
                    </a:moveTo>
                    <a:cubicBezTo>
                      <a:pt x="107" y="1"/>
                      <a:pt x="63" y="22"/>
                      <a:pt x="20" y="66"/>
                    </a:cubicBezTo>
                    <a:cubicBezTo>
                      <a:pt x="0" y="105"/>
                      <a:pt x="0" y="183"/>
                      <a:pt x="78" y="241"/>
                    </a:cubicBezTo>
                    <a:lnTo>
                      <a:pt x="2024" y="1350"/>
                    </a:lnTo>
                    <a:lnTo>
                      <a:pt x="2257" y="1214"/>
                    </a:lnTo>
                    <a:lnTo>
                      <a:pt x="195" y="8"/>
                    </a:lnTo>
                    <a:cubicBezTo>
                      <a:pt x="180" y="3"/>
                      <a:pt x="166" y="1"/>
                      <a:pt x="1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32"/>
              <p:cNvSpPr/>
              <p:nvPr/>
            </p:nvSpPr>
            <p:spPr>
              <a:xfrm>
                <a:off x="527350" y="2349475"/>
                <a:ext cx="418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1" extrusionOk="0">
                    <a:moveTo>
                      <a:pt x="1206" y="749"/>
                    </a:moveTo>
                    <a:cubicBezTo>
                      <a:pt x="1206" y="749"/>
                      <a:pt x="1197" y="749"/>
                      <a:pt x="1191" y="756"/>
                    </a:cubicBezTo>
                    <a:lnTo>
                      <a:pt x="1191" y="756"/>
                    </a:lnTo>
                    <a:cubicBezTo>
                      <a:pt x="1196" y="754"/>
                      <a:pt x="1201" y="752"/>
                      <a:pt x="1206" y="749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4"/>
                      <a:pt x="0" y="380"/>
                      <a:pt x="0" y="535"/>
                    </a:cubicBezTo>
                    <a:cubicBezTo>
                      <a:pt x="0" y="672"/>
                      <a:pt x="98" y="827"/>
                      <a:pt x="253" y="924"/>
                    </a:cubicBezTo>
                    <a:cubicBezTo>
                      <a:pt x="428" y="1022"/>
                      <a:pt x="623" y="1061"/>
                      <a:pt x="817" y="1061"/>
                    </a:cubicBezTo>
                    <a:cubicBezTo>
                      <a:pt x="992" y="1061"/>
                      <a:pt x="1129" y="1041"/>
                      <a:pt x="1284" y="963"/>
                    </a:cubicBezTo>
                    <a:lnTo>
                      <a:pt x="1226" y="944"/>
                    </a:lnTo>
                    <a:cubicBezTo>
                      <a:pt x="1187" y="924"/>
                      <a:pt x="1168" y="847"/>
                      <a:pt x="1187" y="769"/>
                    </a:cubicBezTo>
                    <a:cubicBezTo>
                      <a:pt x="1187" y="763"/>
                      <a:pt x="1189" y="759"/>
                      <a:pt x="1191" y="756"/>
                    </a:cubicBezTo>
                    <a:lnTo>
                      <a:pt x="1191" y="756"/>
                    </a:lnTo>
                    <a:cubicBezTo>
                      <a:pt x="1078" y="805"/>
                      <a:pt x="948" y="828"/>
                      <a:pt x="818" y="828"/>
                    </a:cubicBezTo>
                    <a:cubicBezTo>
                      <a:pt x="657" y="828"/>
                      <a:pt x="496" y="793"/>
                      <a:pt x="370" y="730"/>
                    </a:cubicBezTo>
                    <a:cubicBezTo>
                      <a:pt x="292" y="672"/>
                      <a:pt x="234" y="613"/>
                      <a:pt x="234" y="535"/>
                    </a:cubicBezTo>
                    <a:cubicBezTo>
                      <a:pt x="234" y="458"/>
                      <a:pt x="292" y="419"/>
                      <a:pt x="370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ubicBezTo>
                      <a:pt x="992" y="244"/>
                      <a:pt x="1129" y="263"/>
                      <a:pt x="1245" y="341"/>
                    </a:cubicBezTo>
                    <a:cubicBezTo>
                      <a:pt x="1343" y="380"/>
                      <a:pt x="1401" y="458"/>
                      <a:pt x="1401" y="535"/>
                    </a:cubicBezTo>
                    <a:cubicBezTo>
                      <a:pt x="1401" y="613"/>
                      <a:pt x="1343" y="652"/>
                      <a:pt x="1245" y="730"/>
                    </a:cubicBezTo>
                    <a:cubicBezTo>
                      <a:pt x="1284" y="730"/>
                      <a:pt x="1323" y="730"/>
                      <a:pt x="1343" y="749"/>
                    </a:cubicBezTo>
                    <a:lnTo>
                      <a:pt x="1518" y="847"/>
                    </a:lnTo>
                    <a:cubicBezTo>
                      <a:pt x="1615" y="749"/>
                      <a:pt x="1673" y="652"/>
                      <a:pt x="1673" y="555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32"/>
              <p:cNvSpPr/>
              <p:nvPr/>
            </p:nvSpPr>
            <p:spPr>
              <a:xfrm>
                <a:off x="555550" y="2411250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18" y="243"/>
                    </a:moveTo>
                    <a:cubicBezTo>
                      <a:pt x="973" y="243"/>
                      <a:pt x="1129" y="282"/>
                      <a:pt x="1246" y="341"/>
                    </a:cubicBezTo>
                    <a:cubicBezTo>
                      <a:pt x="1343" y="399"/>
                      <a:pt x="1401" y="477"/>
                      <a:pt x="1401" y="535"/>
                    </a:cubicBezTo>
                    <a:cubicBezTo>
                      <a:pt x="1401" y="613"/>
                      <a:pt x="1343" y="671"/>
                      <a:pt x="1246" y="730"/>
                    </a:cubicBezTo>
                    <a:cubicBezTo>
                      <a:pt x="1129" y="807"/>
                      <a:pt x="973" y="846"/>
                      <a:pt x="815" y="846"/>
                    </a:cubicBezTo>
                    <a:cubicBezTo>
                      <a:pt x="657" y="846"/>
                      <a:pt x="497" y="807"/>
                      <a:pt x="370" y="730"/>
                    </a:cubicBezTo>
                    <a:cubicBezTo>
                      <a:pt x="273" y="691"/>
                      <a:pt x="234" y="613"/>
                      <a:pt x="234" y="535"/>
                    </a:cubicBezTo>
                    <a:cubicBezTo>
                      <a:pt x="234" y="477"/>
                      <a:pt x="273" y="418"/>
                      <a:pt x="370" y="341"/>
                    </a:cubicBezTo>
                    <a:cubicBezTo>
                      <a:pt x="487" y="282"/>
                      <a:pt x="662" y="243"/>
                      <a:pt x="818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91"/>
                      <a:pt x="98" y="827"/>
                      <a:pt x="273" y="924"/>
                    </a:cubicBezTo>
                    <a:cubicBezTo>
                      <a:pt x="448" y="1021"/>
                      <a:pt x="643" y="1080"/>
                      <a:pt x="837" y="1080"/>
                    </a:cubicBezTo>
                    <a:cubicBezTo>
                      <a:pt x="1012" y="1080"/>
                      <a:pt x="1207" y="1021"/>
                      <a:pt x="1343" y="983"/>
                    </a:cubicBezTo>
                    <a:lnTo>
                      <a:pt x="1304" y="963"/>
                    </a:lnTo>
                    <a:cubicBezTo>
                      <a:pt x="1207" y="905"/>
                      <a:pt x="1168" y="827"/>
                      <a:pt x="1226" y="788"/>
                    </a:cubicBezTo>
                    <a:cubicBezTo>
                      <a:pt x="1241" y="744"/>
                      <a:pt x="1288" y="722"/>
                      <a:pt x="1344" y="722"/>
                    </a:cubicBezTo>
                    <a:cubicBezTo>
                      <a:pt x="1362" y="722"/>
                      <a:pt x="1382" y="725"/>
                      <a:pt x="1401" y="730"/>
                    </a:cubicBezTo>
                    <a:lnTo>
                      <a:pt x="1538" y="807"/>
                    </a:lnTo>
                    <a:cubicBezTo>
                      <a:pt x="1615" y="730"/>
                      <a:pt x="1654" y="632"/>
                      <a:pt x="1654" y="535"/>
                    </a:cubicBezTo>
                    <a:cubicBezTo>
                      <a:pt x="1654" y="399"/>
                      <a:pt x="1557" y="243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32"/>
              <p:cNvSpPr/>
              <p:nvPr/>
            </p:nvSpPr>
            <p:spPr>
              <a:xfrm>
                <a:off x="703900" y="2314700"/>
                <a:ext cx="519475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20779" h="504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8463" y="5020"/>
                    </a:lnTo>
                    <a:cubicBezTo>
                      <a:pt x="8502" y="5020"/>
                      <a:pt x="8522" y="5039"/>
                      <a:pt x="8522" y="5039"/>
                    </a:cubicBezTo>
                    <a:lnTo>
                      <a:pt x="20662" y="5039"/>
                    </a:lnTo>
                    <a:cubicBezTo>
                      <a:pt x="20720" y="5039"/>
                      <a:pt x="20778" y="4981"/>
                      <a:pt x="20778" y="4922"/>
                    </a:cubicBezTo>
                    <a:cubicBezTo>
                      <a:pt x="20778" y="4845"/>
                      <a:pt x="20720" y="4786"/>
                      <a:pt x="20662" y="4786"/>
                    </a:cubicBezTo>
                    <a:lnTo>
                      <a:pt x="8541" y="47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32"/>
              <p:cNvSpPr/>
              <p:nvPr/>
            </p:nvSpPr>
            <p:spPr>
              <a:xfrm>
                <a:off x="698050" y="2309650"/>
                <a:ext cx="1267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507" h="320" extrusionOk="0">
                    <a:moveTo>
                      <a:pt x="152" y="0"/>
                    </a:moveTo>
                    <a:cubicBezTo>
                      <a:pt x="108" y="0"/>
                      <a:pt x="64" y="22"/>
                      <a:pt x="20" y="66"/>
                    </a:cubicBezTo>
                    <a:cubicBezTo>
                      <a:pt x="1" y="105"/>
                      <a:pt x="1" y="183"/>
                      <a:pt x="79" y="222"/>
                    </a:cubicBezTo>
                    <a:lnTo>
                      <a:pt x="273" y="319"/>
                    </a:lnTo>
                    <a:lnTo>
                      <a:pt x="507" y="183"/>
                    </a:lnTo>
                    <a:lnTo>
                      <a:pt x="195" y="8"/>
                    </a:lnTo>
                    <a:cubicBezTo>
                      <a:pt x="181" y="3"/>
                      <a:pt x="166" y="0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32"/>
              <p:cNvSpPr/>
              <p:nvPr/>
            </p:nvSpPr>
            <p:spPr>
              <a:xfrm>
                <a:off x="557025" y="2367700"/>
                <a:ext cx="97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39" h="21" extrusionOk="0">
                    <a:moveTo>
                      <a:pt x="39" y="1"/>
                    </a:moveTo>
                    <a:cubicBezTo>
                      <a:pt x="36" y="1"/>
                      <a:pt x="34" y="1"/>
                      <a:pt x="32" y="2"/>
                    </a:cubicBezTo>
                    <a:lnTo>
                      <a:pt x="32" y="2"/>
                    </a:lnTo>
                    <a:cubicBezTo>
                      <a:pt x="36" y="1"/>
                      <a:pt x="39" y="1"/>
                      <a:pt x="39" y="1"/>
                    </a:cubicBezTo>
                    <a:close/>
                    <a:moveTo>
                      <a:pt x="32" y="2"/>
                    </a:moveTo>
                    <a:cubicBezTo>
                      <a:pt x="25" y="3"/>
                      <a:pt x="12" y="8"/>
                      <a:pt x="0" y="20"/>
                    </a:cubicBezTo>
                    <a:cubicBezTo>
                      <a:pt x="17" y="20"/>
                      <a:pt x="19" y="6"/>
                      <a:pt x="32" y="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32"/>
              <p:cNvSpPr/>
              <p:nvPr/>
            </p:nvSpPr>
            <p:spPr>
              <a:xfrm>
                <a:off x="559450" y="2370150"/>
                <a:ext cx="212075" cy="119675"/>
              </a:xfrm>
              <a:custGeom>
                <a:avLst/>
                <a:gdLst/>
                <a:ahLst/>
                <a:cxnLst/>
                <a:rect l="l" t="t" r="r" b="b"/>
                <a:pathLst>
                  <a:path w="8483" h="4787" extrusionOk="0">
                    <a:moveTo>
                      <a:pt x="214" y="0"/>
                    </a:moveTo>
                    <a:cubicBezTo>
                      <a:pt x="175" y="20"/>
                      <a:pt x="136" y="78"/>
                      <a:pt x="98" y="97"/>
                    </a:cubicBezTo>
                    <a:cubicBezTo>
                      <a:pt x="78" y="117"/>
                      <a:pt x="20" y="117"/>
                      <a:pt x="0" y="136"/>
                    </a:cubicBezTo>
                    <a:lnTo>
                      <a:pt x="3055" y="1926"/>
                    </a:lnTo>
                    <a:cubicBezTo>
                      <a:pt x="3055" y="1848"/>
                      <a:pt x="3113" y="1790"/>
                      <a:pt x="3191" y="1790"/>
                    </a:cubicBezTo>
                    <a:cubicBezTo>
                      <a:pt x="3249" y="1790"/>
                      <a:pt x="3308" y="1848"/>
                      <a:pt x="3308" y="1926"/>
                    </a:cubicBezTo>
                    <a:lnTo>
                      <a:pt x="3308" y="2062"/>
                    </a:lnTo>
                    <a:lnTo>
                      <a:pt x="7996" y="4786"/>
                    </a:lnTo>
                    <a:lnTo>
                      <a:pt x="8483" y="4786"/>
                    </a:lnTo>
                    <a:lnTo>
                      <a:pt x="6265" y="3502"/>
                    </a:lnTo>
                    <a:cubicBezTo>
                      <a:pt x="6265" y="3599"/>
                      <a:pt x="6226" y="3638"/>
                      <a:pt x="6148" y="3638"/>
                    </a:cubicBezTo>
                    <a:cubicBezTo>
                      <a:pt x="6070" y="3638"/>
                      <a:pt x="6031" y="3599"/>
                      <a:pt x="6031" y="3522"/>
                    </a:cubicBezTo>
                    <a:lnTo>
                      <a:pt x="6031" y="3346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32"/>
              <p:cNvSpPr/>
              <p:nvPr/>
            </p:nvSpPr>
            <p:spPr>
              <a:xfrm>
                <a:off x="555550" y="2367700"/>
                <a:ext cx="87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35" extrusionOk="0">
                    <a:moveTo>
                      <a:pt x="98" y="1"/>
                    </a:moveTo>
                    <a:cubicBezTo>
                      <a:pt x="78" y="1"/>
                      <a:pt x="78" y="20"/>
                      <a:pt x="59" y="20"/>
                    </a:cubicBezTo>
                    <a:cubicBezTo>
                      <a:pt x="40" y="20"/>
                      <a:pt x="40" y="40"/>
                      <a:pt x="40" y="40"/>
                    </a:cubicBezTo>
                    <a:cubicBezTo>
                      <a:pt x="1" y="98"/>
                      <a:pt x="1" y="176"/>
                      <a:pt x="78" y="215"/>
                    </a:cubicBezTo>
                    <a:lnTo>
                      <a:pt x="137" y="234"/>
                    </a:lnTo>
                    <a:cubicBezTo>
                      <a:pt x="156" y="215"/>
                      <a:pt x="195" y="215"/>
                      <a:pt x="234" y="195"/>
                    </a:cubicBezTo>
                    <a:cubicBezTo>
                      <a:pt x="273" y="176"/>
                      <a:pt x="331" y="118"/>
                      <a:pt x="351" y="98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32"/>
              <p:cNvSpPr/>
              <p:nvPr/>
            </p:nvSpPr>
            <p:spPr>
              <a:xfrm>
                <a:off x="641650" y="2459625"/>
                <a:ext cx="52550" cy="3020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208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615" y="1207"/>
                    </a:lnTo>
                    <a:lnTo>
                      <a:pt x="2101" y="120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32"/>
              <p:cNvSpPr/>
              <p:nvPr/>
            </p:nvSpPr>
            <p:spPr>
              <a:xfrm>
                <a:off x="588625" y="2431900"/>
                <a:ext cx="4720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247" extrusionOk="0">
                    <a:moveTo>
                      <a:pt x="215" y="1"/>
                    </a:moveTo>
                    <a:cubicBezTo>
                      <a:pt x="176" y="59"/>
                      <a:pt x="117" y="98"/>
                      <a:pt x="78" y="137"/>
                    </a:cubicBezTo>
                    <a:cubicBezTo>
                      <a:pt x="39" y="137"/>
                      <a:pt x="20" y="157"/>
                      <a:pt x="1" y="157"/>
                    </a:cubicBezTo>
                    <a:lnTo>
                      <a:pt x="1888" y="1246"/>
                    </a:lnTo>
                    <a:lnTo>
                      <a:pt x="1888" y="954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32"/>
              <p:cNvSpPr/>
              <p:nvPr/>
            </p:nvSpPr>
            <p:spPr>
              <a:xfrm>
                <a:off x="585225" y="2429825"/>
                <a:ext cx="87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0" extrusionOk="0">
                    <a:moveTo>
                      <a:pt x="136" y="0"/>
                    </a:moveTo>
                    <a:cubicBezTo>
                      <a:pt x="98" y="0"/>
                      <a:pt x="62" y="19"/>
                      <a:pt x="39" y="64"/>
                    </a:cubicBezTo>
                    <a:cubicBezTo>
                      <a:pt x="0" y="123"/>
                      <a:pt x="0" y="181"/>
                      <a:pt x="78" y="240"/>
                    </a:cubicBezTo>
                    <a:lnTo>
                      <a:pt x="137" y="259"/>
                    </a:lnTo>
                    <a:cubicBezTo>
                      <a:pt x="156" y="259"/>
                      <a:pt x="175" y="240"/>
                      <a:pt x="214" y="240"/>
                    </a:cubicBezTo>
                    <a:cubicBezTo>
                      <a:pt x="253" y="162"/>
                      <a:pt x="312" y="123"/>
                      <a:pt x="351" y="84"/>
                    </a:cubicBezTo>
                    <a:lnTo>
                      <a:pt x="214" y="26"/>
                    </a:lnTo>
                    <a:cubicBezTo>
                      <a:pt x="190" y="9"/>
                      <a:pt x="163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32"/>
              <p:cNvSpPr/>
              <p:nvPr/>
            </p:nvSpPr>
            <p:spPr>
              <a:xfrm>
                <a:off x="710225" y="2378400"/>
                <a:ext cx="585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73" extrusionOk="0">
                    <a:moveTo>
                      <a:pt x="0" y="1"/>
                    </a:moveTo>
                    <a:lnTo>
                      <a:pt x="0" y="3016"/>
                    </a:lnTo>
                    <a:lnTo>
                      <a:pt x="234" y="3172"/>
                    </a:lnTo>
                    <a:lnTo>
                      <a:pt x="234" y="157"/>
                    </a:lnTo>
                    <a:cubicBezTo>
                      <a:pt x="175" y="98"/>
                      <a:pt x="78" y="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32"/>
              <p:cNvSpPr/>
              <p:nvPr/>
            </p:nvSpPr>
            <p:spPr>
              <a:xfrm>
                <a:off x="710225" y="2375000"/>
                <a:ext cx="5850" cy="780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2" extrusionOk="0">
                    <a:moveTo>
                      <a:pt x="117" y="1"/>
                    </a:moveTo>
                    <a:cubicBezTo>
                      <a:pt x="39" y="1"/>
                      <a:pt x="0" y="40"/>
                      <a:pt x="0" y="117"/>
                    </a:cubicBezTo>
                    <a:lnTo>
                      <a:pt x="0" y="176"/>
                    </a:lnTo>
                    <a:cubicBezTo>
                      <a:pt x="78" y="215"/>
                      <a:pt x="175" y="273"/>
                      <a:pt x="234" y="312"/>
                    </a:cubicBezTo>
                    <a:lnTo>
                      <a:pt x="234" y="117"/>
                    </a:lnTo>
                    <a:cubicBezTo>
                      <a:pt x="234" y="40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32"/>
              <p:cNvSpPr/>
              <p:nvPr/>
            </p:nvSpPr>
            <p:spPr>
              <a:xfrm>
                <a:off x="710225" y="2453800"/>
                <a:ext cx="585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93" extrusionOk="0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253"/>
                      <a:pt x="39" y="292"/>
                      <a:pt x="117" y="292"/>
                    </a:cubicBezTo>
                    <a:cubicBezTo>
                      <a:pt x="195" y="292"/>
                      <a:pt x="234" y="253"/>
                      <a:pt x="234" y="176"/>
                    </a:cubicBezTo>
                    <a:lnTo>
                      <a:pt x="234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32"/>
              <p:cNvSpPr/>
              <p:nvPr/>
            </p:nvSpPr>
            <p:spPr>
              <a:xfrm>
                <a:off x="775875" y="2416825"/>
                <a:ext cx="5875" cy="730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920" extrusionOk="0">
                    <a:moveTo>
                      <a:pt x="1" y="1"/>
                    </a:moveTo>
                    <a:lnTo>
                      <a:pt x="1" y="2919"/>
                    </a:lnTo>
                    <a:lnTo>
                      <a:pt x="234" y="2919"/>
                    </a:lnTo>
                    <a:lnTo>
                      <a:pt x="234" y="156"/>
                    </a:lnTo>
                    <a:cubicBezTo>
                      <a:pt x="176" y="98"/>
                      <a:pt x="98" y="59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32"/>
              <p:cNvSpPr/>
              <p:nvPr/>
            </p:nvSpPr>
            <p:spPr>
              <a:xfrm>
                <a:off x="775875" y="2412450"/>
                <a:ext cx="58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332" extrusionOk="0">
                    <a:moveTo>
                      <a:pt x="117" y="1"/>
                    </a:moveTo>
                    <a:cubicBezTo>
                      <a:pt x="40" y="1"/>
                      <a:pt x="1" y="59"/>
                      <a:pt x="1" y="137"/>
                    </a:cubicBezTo>
                    <a:lnTo>
                      <a:pt x="1" y="176"/>
                    </a:lnTo>
                    <a:cubicBezTo>
                      <a:pt x="79" y="234"/>
                      <a:pt x="176" y="273"/>
                      <a:pt x="234" y="331"/>
                    </a:cubicBezTo>
                    <a:lnTo>
                      <a:pt x="234" y="137"/>
                    </a:lnTo>
                    <a:cubicBezTo>
                      <a:pt x="234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32"/>
              <p:cNvSpPr/>
              <p:nvPr/>
            </p:nvSpPr>
            <p:spPr>
              <a:xfrm>
                <a:off x="635325" y="2418300"/>
                <a:ext cx="6350" cy="413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654" extrusionOk="0">
                    <a:moveTo>
                      <a:pt x="0" y="0"/>
                    </a:moveTo>
                    <a:lnTo>
                      <a:pt x="0" y="1498"/>
                    </a:lnTo>
                    <a:lnTo>
                      <a:pt x="253" y="1654"/>
                    </a:lnTo>
                    <a:lnTo>
                      <a:pt x="253" y="1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32"/>
              <p:cNvSpPr/>
              <p:nvPr/>
            </p:nvSpPr>
            <p:spPr>
              <a:xfrm>
                <a:off x="635325" y="2463050"/>
                <a:ext cx="63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071" extrusionOk="0">
                    <a:moveTo>
                      <a:pt x="0" y="0"/>
                    </a:moveTo>
                    <a:lnTo>
                      <a:pt x="0" y="1070"/>
                    </a:lnTo>
                    <a:lnTo>
                      <a:pt x="253" y="1070"/>
                    </a:lnTo>
                    <a:lnTo>
                      <a:pt x="253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32"/>
              <p:cNvSpPr/>
              <p:nvPr/>
            </p:nvSpPr>
            <p:spPr>
              <a:xfrm>
                <a:off x="635325" y="2414900"/>
                <a:ext cx="635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73" extrusionOk="0">
                    <a:moveTo>
                      <a:pt x="117" y="0"/>
                    </a:moveTo>
                    <a:cubicBezTo>
                      <a:pt x="59" y="0"/>
                      <a:pt x="0" y="58"/>
                      <a:pt x="0" y="136"/>
                    </a:cubicBezTo>
                    <a:lnTo>
                      <a:pt x="253" y="272"/>
                    </a:lnTo>
                    <a:lnTo>
                      <a:pt x="253" y="136"/>
                    </a:lnTo>
                    <a:cubicBezTo>
                      <a:pt x="253" y="58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32"/>
              <p:cNvSpPr/>
              <p:nvPr/>
            </p:nvSpPr>
            <p:spPr>
              <a:xfrm>
                <a:off x="635325" y="2455750"/>
                <a:ext cx="63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448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253" y="448"/>
                    </a:lnTo>
                    <a:lnTo>
                      <a:pt x="253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32"/>
              <p:cNvSpPr/>
              <p:nvPr/>
            </p:nvSpPr>
            <p:spPr>
              <a:xfrm>
                <a:off x="487450" y="729100"/>
                <a:ext cx="160050" cy="92450"/>
              </a:xfrm>
              <a:custGeom>
                <a:avLst/>
                <a:gdLst/>
                <a:ahLst/>
                <a:cxnLst/>
                <a:rect l="l" t="t" r="r" b="b"/>
                <a:pathLst>
                  <a:path w="6402" h="3698" extrusionOk="0">
                    <a:moveTo>
                      <a:pt x="3153" y="1"/>
                    </a:moveTo>
                    <a:lnTo>
                      <a:pt x="2588" y="312"/>
                    </a:lnTo>
                    <a:lnTo>
                      <a:pt x="3970" y="1110"/>
                    </a:lnTo>
                    <a:cubicBezTo>
                      <a:pt x="4028" y="1149"/>
                      <a:pt x="4048" y="1207"/>
                      <a:pt x="4028" y="1285"/>
                    </a:cubicBezTo>
                    <a:cubicBezTo>
                      <a:pt x="3989" y="1343"/>
                      <a:pt x="3950" y="1343"/>
                      <a:pt x="3931" y="1343"/>
                    </a:cubicBezTo>
                    <a:cubicBezTo>
                      <a:pt x="3892" y="1343"/>
                      <a:pt x="3872" y="1343"/>
                      <a:pt x="3872" y="1304"/>
                    </a:cubicBezTo>
                    <a:lnTo>
                      <a:pt x="2374" y="429"/>
                    </a:lnTo>
                    <a:lnTo>
                      <a:pt x="876" y="1285"/>
                    </a:lnTo>
                    <a:lnTo>
                      <a:pt x="2336" y="2141"/>
                    </a:lnTo>
                    <a:cubicBezTo>
                      <a:pt x="2394" y="2160"/>
                      <a:pt x="2413" y="2238"/>
                      <a:pt x="2394" y="2316"/>
                    </a:cubicBezTo>
                    <a:cubicBezTo>
                      <a:pt x="2374" y="2355"/>
                      <a:pt x="2316" y="2355"/>
                      <a:pt x="2297" y="2355"/>
                    </a:cubicBezTo>
                    <a:cubicBezTo>
                      <a:pt x="2277" y="2355"/>
                      <a:pt x="2238" y="2355"/>
                      <a:pt x="2238" y="2336"/>
                    </a:cubicBezTo>
                    <a:lnTo>
                      <a:pt x="662" y="1402"/>
                    </a:lnTo>
                    <a:lnTo>
                      <a:pt x="1" y="1791"/>
                    </a:lnTo>
                    <a:lnTo>
                      <a:pt x="2336" y="3133"/>
                    </a:lnTo>
                    <a:lnTo>
                      <a:pt x="2336" y="2569"/>
                    </a:lnTo>
                    <a:cubicBezTo>
                      <a:pt x="2199" y="2491"/>
                      <a:pt x="2238" y="2433"/>
                      <a:pt x="2316" y="2433"/>
                    </a:cubicBezTo>
                    <a:cubicBezTo>
                      <a:pt x="2394" y="2433"/>
                      <a:pt x="2433" y="2491"/>
                      <a:pt x="2433" y="2550"/>
                    </a:cubicBezTo>
                    <a:lnTo>
                      <a:pt x="2433" y="3269"/>
                    </a:lnTo>
                    <a:lnTo>
                      <a:pt x="3211" y="3697"/>
                    </a:lnTo>
                    <a:lnTo>
                      <a:pt x="4086" y="3192"/>
                    </a:lnTo>
                    <a:lnTo>
                      <a:pt x="4086" y="1869"/>
                    </a:lnTo>
                    <a:cubicBezTo>
                      <a:pt x="4086" y="1810"/>
                      <a:pt x="4145" y="1752"/>
                      <a:pt x="4223" y="1752"/>
                    </a:cubicBezTo>
                    <a:cubicBezTo>
                      <a:pt x="4281" y="1752"/>
                      <a:pt x="4339" y="1810"/>
                      <a:pt x="4339" y="1869"/>
                    </a:cubicBezTo>
                    <a:lnTo>
                      <a:pt x="4339" y="3075"/>
                    </a:lnTo>
                    <a:lnTo>
                      <a:pt x="6402" y="1869"/>
                    </a:lnTo>
                    <a:lnTo>
                      <a:pt x="5896" y="1577"/>
                    </a:lnTo>
                    <a:lnTo>
                      <a:pt x="4806" y="2219"/>
                    </a:lnTo>
                    <a:cubicBezTo>
                      <a:pt x="4767" y="2219"/>
                      <a:pt x="4748" y="2238"/>
                      <a:pt x="4748" y="2238"/>
                    </a:cubicBezTo>
                    <a:cubicBezTo>
                      <a:pt x="4709" y="2238"/>
                      <a:pt x="4670" y="2219"/>
                      <a:pt x="4651" y="2180"/>
                    </a:cubicBezTo>
                    <a:cubicBezTo>
                      <a:pt x="4631" y="2141"/>
                      <a:pt x="4631" y="2063"/>
                      <a:pt x="4709" y="2024"/>
                    </a:cubicBezTo>
                    <a:lnTo>
                      <a:pt x="5682" y="1460"/>
                    </a:lnTo>
                    <a:lnTo>
                      <a:pt x="4904" y="993"/>
                    </a:lnTo>
                    <a:lnTo>
                      <a:pt x="4262" y="1363"/>
                    </a:lnTo>
                    <a:cubicBezTo>
                      <a:pt x="4242" y="1363"/>
                      <a:pt x="4223" y="1382"/>
                      <a:pt x="4223" y="1382"/>
                    </a:cubicBezTo>
                    <a:cubicBezTo>
                      <a:pt x="4164" y="1382"/>
                      <a:pt x="4145" y="1363"/>
                      <a:pt x="4125" y="1343"/>
                    </a:cubicBezTo>
                    <a:cubicBezTo>
                      <a:pt x="4086" y="1285"/>
                      <a:pt x="4086" y="1207"/>
                      <a:pt x="4164" y="1168"/>
                    </a:cubicBezTo>
                    <a:lnTo>
                      <a:pt x="4670" y="876"/>
                    </a:lnTo>
                    <a:lnTo>
                      <a:pt x="3950" y="468"/>
                    </a:lnTo>
                    <a:lnTo>
                      <a:pt x="3639" y="623"/>
                    </a:lnTo>
                    <a:cubicBezTo>
                      <a:pt x="3600" y="623"/>
                      <a:pt x="3581" y="662"/>
                      <a:pt x="3581" y="662"/>
                    </a:cubicBezTo>
                    <a:cubicBezTo>
                      <a:pt x="3542" y="662"/>
                      <a:pt x="3503" y="623"/>
                      <a:pt x="3483" y="604"/>
                    </a:cubicBezTo>
                    <a:cubicBezTo>
                      <a:pt x="3464" y="565"/>
                      <a:pt x="3464" y="487"/>
                      <a:pt x="3542" y="429"/>
                    </a:cubicBezTo>
                    <a:lnTo>
                      <a:pt x="3736" y="332"/>
                    </a:lnTo>
                    <a:lnTo>
                      <a:pt x="31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32"/>
              <p:cNvSpPr/>
              <p:nvPr/>
            </p:nvSpPr>
            <p:spPr>
              <a:xfrm>
                <a:off x="542425" y="789900"/>
                <a:ext cx="58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38" extrusionOk="0">
                    <a:moveTo>
                      <a:pt x="117" y="1"/>
                    </a:moveTo>
                    <a:cubicBezTo>
                      <a:pt x="39" y="1"/>
                      <a:pt x="0" y="59"/>
                      <a:pt x="0" y="118"/>
                    </a:cubicBezTo>
                    <a:lnTo>
                      <a:pt x="0" y="682"/>
                    </a:lnTo>
                    <a:lnTo>
                      <a:pt x="234" y="837"/>
                    </a:lnTo>
                    <a:lnTo>
                      <a:pt x="234" y="118"/>
                    </a:lnTo>
                    <a:cubicBezTo>
                      <a:pt x="234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32"/>
              <p:cNvSpPr/>
              <p:nvPr/>
            </p:nvSpPr>
            <p:spPr>
              <a:xfrm>
                <a:off x="589600" y="773375"/>
                <a:ext cx="635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440" extrusionOk="0">
                    <a:moveTo>
                      <a:pt x="137" y="0"/>
                    </a:moveTo>
                    <a:cubicBezTo>
                      <a:pt x="59" y="0"/>
                      <a:pt x="0" y="59"/>
                      <a:pt x="0" y="137"/>
                    </a:cubicBezTo>
                    <a:lnTo>
                      <a:pt x="0" y="1440"/>
                    </a:lnTo>
                    <a:lnTo>
                      <a:pt x="253" y="1304"/>
                    </a:lnTo>
                    <a:lnTo>
                      <a:pt x="253" y="137"/>
                    </a:lnTo>
                    <a:cubicBezTo>
                      <a:pt x="253" y="59"/>
                      <a:pt x="17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32"/>
              <p:cNvSpPr/>
              <p:nvPr/>
            </p:nvSpPr>
            <p:spPr>
              <a:xfrm>
                <a:off x="500100" y="760725"/>
                <a:ext cx="447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071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1596" y="1071"/>
                    </a:lnTo>
                    <a:lnTo>
                      <a:pt x="1674" y="1071"/>
                    </a:lnTo>
                    <a:cubicBezTo>
                      <a:pt x="1713" y="1071"/>
                      <a:pt x="1732" y="1051"/>
                      <a:pt x="1771" y="1032"/>
                    </a:cubicBezTo>
                    <a:cubicBezTo>
                      <a:pt x="1791" y="973"/>
                      <a:pt x="1791" y="895"/>
                      <a:pt x="1713" y="857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32"/>
              <p:cNvSpPr/>
              <p:nvPr/>
            </p:nvSpPr>
            <p:spPr>
              <a:xfrm>
                <a:off x="628500" y="391075"/>
                <a:ext cx="667825" cy="377450"/>
              </a:xfrm>
              <a:custGeom>
                <a:avLst/>
                <a:gdLst/>
                <a:ahLst/>
                <a:cxnLst/>
                <a:rect l="l" t="t" r="r" b="b"/>
                <a:pathLst>
                  <a:path w="26713" h="15098" extrusionOk="0">
                    <a:moveTo>
                      <a:pt x="25779" y="1"/>
                    </a:moveTo>
                    <a:lnTo>
                      <a:pt x="1" y="14884"/>
                    </a:lnTo>
                    <a:lnTo>
                      <a:pt x="254" y="15098"/>
                    </a:lnTo>
                    <a:lnTo>
                      <a:pt x="4223" y="12822"/>
                    </a:lnTo>
                    <a:cubicBezTo>
                      <a:pt x="4164" y="12822"/>
                      <a:pt x="4125" y="12763"/>
                      <a:pt x="4125" y="12705"/>
                    </a:cubicBezTo>
                    <a:cubicBezTo>
                      <a:pt x="4125" y="12627"/>
                      <a:pt x="4164" y="12569"/>
                      <a:pt x="4242" y="12569"/>
                    </a:cubicBezTo>
                    <a:lnTo>
                      <a:pt x="4651" y="12569"/>
                    </a:lnTo>
                    <a:lnTo>
                      <a:pt x="6888" y="11285"/>
                    </a:lnTo>
                    <a:cubicBezTo>
                      <a:pt x="6849" y="11285"/>
                      <a:pt x="6791" y="11246"/>
                      <a:pt x="6791" y="11168"/>
                    </a:cubicBezTo>
                    <a:cubicBezTo>
                      <a:pt x="6791" y="11090"/>
                      <a:pt x="6849" y="11051"/>
                      <a:pt x="6907" y="11051"/>
                    </a:cubicBezTo>
                    <a:lnTo>
                      <a:pt x="7335" y="11051"/>
                    </a:lnTo>
                    <a:lnTo>
                      <a:pt x="14300" y="7004"/>
                    </a:lnTo>
                    <a:lnTo>
                      <a:pt x="14242" y="6985"/>
                    </a:lnTo>
                    <a:cubicBezTo>
                      <a:pt x="14184" y="6966"/>
                      <a:pt x="14164" y="6888"/>
                      <a:pt x="14184" y="6810"/>
                    </a:cubicBezTo>
                    <a:cubicBezTo>
                      <a:pt x="14198" y="6766"/>
                      <a:pt x="14246" y="6744"/>
                      <a:pt x="14301" y="6744"/>
                    </a:cubicBezTo>
                    <a:cubicBezTo>
                      <a:pt x="14320" y="6744"/>
                      <a:pt x="14339" y="6747"/>
                      <a:pt x="14359" y="6752"/>
                    </a:cubicBezTo>
                    <a:lnTo>
                      <a:pt x="14553" y="6849"/>
                    </a:lnTo>
                    <a:lnTo>
                      <a:pt x="17005" y="5429"/>
                    </a:lnTo>
                    <a:lnTo>
                      <a:pt x="16927" y="5390"/>
                    </a:lnTo>
                    <a:cubicBezTo>
                      <a:pt x="16888" y="5370"/>
                      <a:pt x="16868" y="5292"/>
                      <a:pt x="16888" y="5234"/>
                    </a:cubicBezTo>
                    <a:cubicBezTo>
                      <a:pt x="16902" y="5190"/>
                      <a:pt x="16950" y="5168"/>
                      <a:pt x="17005" y="5168"/>
                    </a:cubicBezTo>
                    <a:cubicBezTo>
                      <a:pt x="17024" y="5168"/>
                      <a:pt x="17043" y="5171"/>
                      <a:pt x="17063" y="5176"/>
                    </a:cubicBezTo>
                    <a:lnTo>
                      <a:pt x="17257" y="5273"/>
                    </a:lnTo>
                    <a:lnTo>
                      <a:pt x="19709" y="3833"/>
                    </a:lnTo>
                    <a:lnTo>
                      <a:pt x="19631" y="3814"/>
                    </a:lnTo>
                    <a:cubicBezTo>
                      <a:pt x="19592" y="3794"/>
                      <a:pt x="19553" y="3717"/>
                      <a:pt x="19592" y="3639"/>
                    </a:cubicBezTo>
                    <a:cubicBezTo>
                      <a:pt x="19606" y="3610"/>
                      <a:pt x="19652" y="3592"/>
                      <a:pt x="19698" y="3592"/>
                    </a:cubicBezTo>
                    <a:cubicBezTo>
                      <a:pt x="19715" y="3592"/>
                      <a:pt x="19732" y="3595"/>
                      <a:pt x="19748" y="3600"/>
                    </a:cubicBezTo>
                    <a:lnTo>
                      <a:pt x="19942" y="3697"/>
                    </a:lnTo>
                    <a:lnTo>
                      <a:pt x="22413" y="2257"/>
                    </a:lnTo>
                    <a:lnTo>
                      <a:pt x="22335" y="2238"/>
                    </a:lnTo>
                    <a:cubicBezTo>
                      <a:pt x="22277" y="2219"/>
                      <a:pt x="22257" y="2141"/>
                      <a:pt x="22277" y="2063"/>
                    </a:cubicBezTo>
                    <a:cubicBezTo>
                      <a:pt x="22304" y="2035"/>
                      <a:pt x="22342" y="2008"/>
                      <a:pt x="22389" y="2008"/>
                    </a:cubicBezTo>
                    <a:cubicBezTo>
                      <a:pt x="22408" y="2008"/>
                      <a:pt x="22429" y="2013"/>
                      <a:pt x="22452" y="2024"/>
                    </a:cubicBezTo>
                    <a:lnTo>
                      <a:pt x="22646" y="2121"/>
                    </a:lnTo>
                    <a:lnTo>
                      <a:pt x="25098" y="682"/>
                    </a:lnTo>
                    <a:lnTo>
                      <a:pt x="26460" y="1460"/>
                    </a:lnTo>
                    <a:lnTo>
                      <a:pt x="26713" y="1304"/>
                    </a:lnTo>
                    <a:lnTo>
                      <a:pt x="25351" y="526"/>
                    </a:lnTo>
                    <a:lnTo>
                      <a:pt x="2626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32"/>
              <p:cNvSpPr/>
              <p:nvPr/>
            </p:nvSpPr>
            <p:spPr>
              <a:xfrm>
                <a:off x="601750" y="764625"/>
                <a:ext cx="3262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798" extrusionOk="0">
                    <a:moveTo>
                      <a:pt x="1051" y="0"/>
                    </a:moveTo>
                    <a:lnTo>
                      <a:pt x="79" y="545"/>
                    </a:lnTo>
                    <a:cubicBezTo>
                      <a:pt x="40" y="623"/>
                      <a:pt x="1" y="701"/>
                      <a:pt x="59" y="739"/>
                    </a:cubicBezTo>
                    <a:cubicBezTo>
                      <a:pt x="79" y="798"/>
                      <a:pt x="137" y="798"/>
                      <a:pt x="157" y="798"/>
                    </a:cubicBezTo>
                    <a:cubicBezTo>
                      <a:pt x="176" y="798"/>
                      <a:pt x="195" y="798"/>
                      <a:pt x="195" y="778"/>
                    </a:cubicBezTo>
                    <a:lnTo>
                      <a:pt x="1304" y="136"/>
                    </a:ln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32"/>
              <p:cNvSpPr/>
              <p:nvPr/>
            </p:nvSpPr>
            <p:spPr>
              <a:xfrm>
                <a:off x="1187850" y="445075"/>
                <a:ext cx="39900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935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1342" y="934"/>
                    </a:lnTo>
                    <a:lnTo>
                      <a:pt x="1595" y="81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32"/>
              <p:cNvSpPr/>
              <p:nvPr/>
            </p:nvSpPr>
            <p:spPr>
              <a:xfrm>
                <a:off x="1184425" y="442375"/>
                <a:ext cx="97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4" extrusionOk="0">
                    <a:moveTo>
                      <a:pt x="137" y="0"/>
                    </a:moveTo>
                    <a:cubicBezTo>
                      <a:pt x="98" y="0"/>
                      <a:pt x="59" y="17"/>
                      <a:pt x="20" y="69"/>
                    </a:cubicBezTo>
                    <a:cubicBezTo>
                      <a:pt x="1" y="108"/>
                      <a:pt x="1" y="186"/>
                      <a:pt x="79" y="244"/>
                    </a:cubicBezTo>
                    <a:lnTo>
                      <a:pt x="137" y="264"/>
                    </a:lnTo>
                    <a:lnTo>
                      <a:pt x="390" y="108"/>
                    </a:lnTo>
                    <a:lnTo>
                      <a:pt x="195" y="11"/>
                    </a:lnTo>
                    <a:cubicBezTo>
                      <a:pt x="176" y="4"/>
                      <a:pt x="157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32"/>
              <p:cNvSpPr/>
              <p:nvPr/>
            </p:nvSpPr>
            <p:spPr>
              <a:xfrm>
                <a:off x="1119750" y="484950"/>
                <a:ext cx="4040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915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1362" y="915"/>
                    </a:lnTo>
                    <a:lnTo>
                      <a:pt x="1615" y="779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32"/>
              <p:cNvSpPr/>
              <p:nvPr/>
            </p:nvSpPr>
            <p:spPr>
              <a:xfrm>
                <a:off x="1116825" y="481275"/>
                <a:ext cx="975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5" extrusionOk="0">
                    <a:moveTo>
                      <a:pt x="137" y="1"/>
                    </a:moveTo>
                    <a:cubicBezTo>
                      <a:pt x="98" y="1"/>
                      <a:pt x="59" y="18"/>
                      <a:pt x="20" y="70"/>
                    </a:cubicBezTo>
                    <a:cubicBezTo>
                      <a:pt x="1" y="109"/>
                      <a:pt x="1" y="186"/>
                      <a:pt x="78" y="245"/>
                    </a:cubicBezTo>
                    <a:lnTo>
                      <a:pt x="137" y="264"/>
                    </a:lnTo>
                    <a:lnTo>
                      <a:pt x="390" y="109"/>
                    </a:lnTo>
                    <a:lnTo>
                      <a:pt x="195" y="11"/>
                    </a:lnTo>
                    <a:cubicBezTo>
                      <a:pt x="176" y="5"/>
                      <a:pt x="156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32"/>
              <p:cNvSpPr/>
              <p:nvPr/>
            </p:nvSpPr>
            <p:spPr>
              <a:xfrm>
                <a:off x="1052625" y="523850"/>
                <a:ext cx="3990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916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62" y="915"/>
                    </a:lnTo>
                    <a:lnTo>
                      <a:pt x="1596" y="77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32"/>
              <p:cNvSpPr/>
              <p:nvPr/>
            </p:nvSpPr>
            <p:spPr>
              <a:xfrm>
                <a:off x="1049225" y="520800"/>
                <a:ext cx="975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0" extrusionOk="0">
                    <a:moveTo>
                      <a:pt x="132" y="0"/>
                    </a:moveTo>
                    <a:cubicBezTo>
                      <a:pt x="98" y="0"/>
                      <a:pt x="62" y="19"/>
                      <a:pt x="39" y="65"/>
                    </a:cubicBezTo>
                    <a:cubicBezTo>
                      <a:pt x="0" y="123"/>
                      <a:pt x="0" y="181"/>
                      <a:pt x="78" y="240"/>
                    </a:cubicBezTo>
                    <a:lnTo>
                      <a:pt x="156" y="259"/>
                    </a:lnTo>
                    <a:lnTo>
                      <a:pt x="390" y="123"/>
                    </a:lnTo>
                    <a:lnTo>
                      <a:pt x="195" y="26"/>
                    </a:lnTo>
                    <a:cubicBezTo>
                      <a:pt x="179" y="10"/>
                      <a:pt x="156" y="0"/>
                      <a:pt x="1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32"/>
              <p:cNvSpPr/>
              <p:nvPr/>
            </p:nvSpPr>
            <p:spPr>
              <a:xfrm>
                <a:off x="985025" y="562775"/>
                <a:ext cx="39425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915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1343" y="915"/>
                    </a:lnTo>
                    <a:lnTo>
                      <a:pt x="1576" y="779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32"/>
              <p:cNvSpPr/>
              <p:nvPr/>
            </p:nvSpPr>
            <p:spPr>
              <a:xfrm>
                <a:off x="981125" y="559700"/>
                <a:ext cx="975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0" extrusionOk="0">
                    <a:moveTo>
                      <a:pt x="132" y="0"/>
                    </a:moveTo>
                    <a:cubicBezTo>
                      <a:pt x="99" y="0"/>
                      <a:pt x="62" y="19"/>
                      <a:pt x="40" y="65"/>
                    </a:cubicBezTo>
                    <a:cubicBezTo>
                      <a:pt x="1" y="123"/>
                      <a:pt x="1" y="182"/>
                      <a:pt x="79" y="240"/>
                    </a:cubicBezTo>
                    <a:lnTo>
                      <a:pt x="156" y="259"/>
                    </a:lnTo>
                    <a:lnTo>
                      <a:pt x="390" y="123"/>
                    </a:lnTo>
                    <a:lnTo>
                      <a:pt x="195" y="26"/>
                    </a:lnTo>
                    <a:cubicBezTo>
                      <a:pt x="179" y="10"/>
                      <a:pt x="156" y="0"/>
                      <a:pt x="1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32"/>
              <p:cNvSpPr/>
              <p:nvPr/>
            </p:nvSpPr>
            <p:spPr>
              <a:xfrm>
                <a:off x="1280250" y="420750"/>
                <a:ext cx="114325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2627" extrusionOk="0">
                    <a:moveTo>
                      <a:pt x="954" y="0"/>
                    </a:moveTo>
                    <a:lnTo>
                      <a:pt x="584" y="195"/>
                    </a:lnTo>
                    <a:lnTo>
                      <a:pt x="1071" y="487"/>
                    </a:lnTo>
                    <a:cubicBezTo>
                      <a:pt x="1129" y="506"/>
                      <a:pt x="1148" y="584"/>
                      <a:pt x="1129" y="662"/>
                    </a:cubicBezTo>
                    <a:cubicBezTo>
                      <a:pt x="1115" y="689"/>
                      <a:pt x="1072" y="717"/>
                      <a:pt x="1021" y="717"/>
                    </a:cubicBezTo>
                    <a:cubicBezTo>
                      <a:pt x="999" y="717"/>
                      <a:pt x="977" y="712"/>
                      <a:pt x="954" y="701"/>
                    </a:cubicBezTo>
                    <a:lnTo>
                      <a:pt x="351" y="351"/>
                    </a:lnTo>
                    <a:lnTo>
                      <a:pt x="1" y="545"/>
                    </a:lnTo>
                    <a:lnTo>
                      <a:pt x="3658" y="2627"/>
                    </a:lnTo>
                    <a:lnTo>
                      <a:pt x="4572" y="2102"/>
                    </a:lnTo>
                    <a:lnTo>
                      <a:pt x="9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32"/>
              <p:cNvSpPr/>
              <p:nvPr/>
            </p:nvSpPr>
            <p:spPr>
              <a:xfrm>
                <a:off x="1289500" y="425600"/>
                <a:ext cx="19950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34" extrusionOk="0">
                    <a:moveTo>
                      <a:pt x="234" y="1"/>
                    </a:moveTo>
                    <a:lnTo>
                      <a:pt x="0" y="157"/>
                    </a:lnTo>
                    <a:lnTo>
                      <a:pt x="603" y="526"/>
                    </a:lnTo>
                    <a:cubicBezTo>
                      <a:pt x="623" y="531"/>
                      <a:pt x="642" y="534"/>
                      <a:pt x="661" y="534"/>
                    </a:cubicBezTo>
                    <a:cubicBezTo>
                      <a:pt x="716" y="534"/>
                      <a:pt x="764" y="512"/>
                      <a:pt x="778" y="468"/>
                    </a:cubicBezTo>
                    <a:cubicBezTo>
                      <a:pt x="798" y="429"/>
                      <a:pt x="798" y="351"/>
                      <a:pt x="720" y="293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32"/>
              <p:cNvSpPr/>
              <p:nvPr/>
            </p:nvSpPr>
            <p:spPr>
              <a:xfrm>
                <a:off x="1214100" y="459175"/>
                <a:ext cx="1138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7" extrusionOk="0">
                    <a:moveTo>
                      <a:pt x="915" y="0"/>
                    </a:moveTo>
                    <a:lnTo>
                      <a:pt x="565" y="195"/>
                    </a:lnTo>
                    <a:lnTo>
                      <a:pt x="1051" y="487"/>
                    </a:lnTo>
                    <a:cubicBezTo>
                      <a:pt x="1090" y="565"/>
                      <a:pt x="1110" y="642"/>
                      <a:pt x="1090" y="681"/>
                    </a:cubicBezTo>
                    <a:cubicBezTo>
                      <a:pt x="1071" y="740"/>
                      <a:pt x="1032" y="740"/>
                      <a:pt x="993" y="740"/>
                    </a:cubicBezTo>
                    <a:cubicBezTo>
                      <a:pt x="973" y="740"/>
                      <a:pt x="954" y="740"/>
                      <a:pt x="954" y="701"/>
                    </a:cubicBezTo>
                    <a:lnTo>
                      <a:pt x="331" y="351"/>
                    </a:lnTo>
                    <a:lnTo>
                      <a:pt x="1" y="526"/>
                    </a:lnTo>
                    <a:lnTo>
                      <a:pt x="3619" y="2627"/>
                    </a:lnTo>
                    <a:lnTo>
                      <a:pt x="4553" y="2082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32"/>
              <p:cNvSpPr/>
              <p:nvPr/>
            </p:nvSpPr>
            <p:spPr>
              <a:xfrm>
                <a:off x="1221400" y="465000"/>
                <a:ext cx="19975" cy="131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27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643" y="507"/>
                    </a:lnTo>
                    <a:cubicBezTo>
                      <a:pt x="662" y="507"/>
                      <a:pt x="681" y="526"/>
                      <a:pt x="681" y="526"/>
                    </a:cubicBezTo>
                    <a:cubicBezTo>
                      <a:pt x="740" y="526"/>
                      <a:pt x="759" y="507"/>
                      <a:pt x="779" y="468"/>
                    </a:cubicBezTo>
                    <a:cubicBezTo>
                      <a:pt x="798" y="429"/>
                      <a:pt x="798" y="351"/>
                      <a:pt x="740" y="293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32"/>
              <p:cNvSpPr/>
              <p:nvPr/>
            </p:nvSpPr>
            <p:spPr>
              <a:xfrm>
                <a:off x="1146000" y="498075"/>
                <a:ext cx="113850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8" extrusionOk="0">
                    <a:moveTo>
                      <a:pt x="935" y="1"/>
                    </a:moveTo>
                    <a:lnTo>
                      <a:pt x="565" y="195"/>
                    </a:lnTo>
                    <a:lnTo>
                      <a:pt x="1052" y="487"/>
                    </a:lnTo>
                    <a:cubicBezTo>
                      <a:pt x="1129" y="565"/>
                      <a:pt x="1149" y="643"/>
                      <a:pt x="1090" y="682"/>
                    </a:cubicBezTo>
                    <a:cubicBezTo>
                      <a:pt x="1071" y="740"/>
                      <a:pt x="1032" y="740"/>
                      <a:pt x="993" y="740"/>
                    </a:cubicBezTo>
                    <a:cubicBezTo>
                      <a:pt x="974" y="740"/>
                      <a:pt x="954" y="740"/>
                      <a:pt x="954" y="701"/>
                    </a:cubicBezTo>
                    <a:lnTo>
                      <a:pt x="351" y="351"/>
                    </a:lnTo>
                    <a:lnTo>
                      <a:pt x="1" y="546"/>
                    </a:lnTo>
                    <a:lnTo>
                      <a:pt x="3620" y="2627"/>
                    </a:lnTo>
                    <a:lnTo>
                      <a:pt x="4553" y="2102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32"/>
              <p:cNvSpPr/>
              <p:nvPr/>
            </p:nvSpPr>
            <p:spPr>
              <a:xfrm>
                <a:off x="1153300" y="503925"/>
                <a:ext cx="1997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26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643" y="506"/>
                    </a:lnTo>
                    <a:cubicBezTo>
                      <a:pt x="662" y="506"/>
                      <a:pt x="682" y="526"/>
                      <a:pt x="682" y="526"/>
                    </a:cubicBezTo>
                    <a:cubicBezTo>
                      <a:pt x="740" y="526"/>
                      <a:pt x="760" y="506"/>
                      <a:pt x="779" y="467"/>
                    </a:cubicBezTo>
                    <a:cubicBezTo>
                      <a:pt x="798" y="428"/>
                      <a:pt x="798" y="350"/>
                      <a:pt x="740" y="292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32"/>
              <p:cNvSpPr/>
              <p:nvPr/>
            </p:nvSpPr>
            <p:spPr>
              <a:xfrm>
                <a:off x="1078400" y="537475"/>
                <a:ext cx="113850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8" extrusionOk="0">
                    <a:moveTo>
                      <a:pt x="935" y="1"/>
                    </a:moveTo>
                    <a:lnTo>
                      <a:pt x="565" y="195"/>
                    </a:lnTo>
                    <a:lnTo>
                      <a:pt x="1051" y="487"/>
                    </a:lnTo>
                    <a:cubicBezTo>
                      <a:pt x="1110" y="545"/>
                      <a:pt x="1129" y="623"/>
                      <a:pt x="1110" y="682"/>
                    </a:cubicBezTo>
                    <a:cubicBezTo>
                      <a:pt x="1071" y="740"/>
                      <a:pt x="1032" y="740"/>
                      <a:pt x="1012" y="740"/>
                    </a:cubicBezTo>
                    <a:cubicBezTo>
                      <a:pt x="973" y="740"/>
                      <a:pt x="954" y="740"/>
                      <a:pt x="954" y="720"/>
                    </a:cubicBezTo>
                    <a:lnTo>
                      <a:pt x="351" y="351"/>
                    </a:lnTo>
                    <a:lnTo>
                      <a:pt x="1" y="545"/>
                    </a:lnTo>
                    <a:lnTo>
                      <a:pt x="3639" y="2627"/>
                    </a:lnTo>
                    <a:lnTo>
                      <a:pt x="4553" y="2102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32"/>
              <p:cNvSpPr/>
              <p:nvPr/>
            </p:nvSpPr>
            <p:spPr>
              <a:xfrm>
                <a:off x="1085700" y="543800"/>
                <a:ext cx="204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507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643" y="487"/>
                    </a:lnTo>
                    <a:cubicBezTo>
                      <a:pt x="662" y="487"/>
                      <a:pt x="681" y="506"/>
                      <a:pt x="681" y="506"/>
                    </a:cubicBezTo>
                    <a:cubicBezTo>
                      <a:pt x="740" y="506"/>
                      <a:pt x="759" y="487"/>
                      <a:pt x="779" y="467"/>
                    </a:cubicBezTo>
                    <a:cubicBezTo>
                      <a:pt x="818" y="409"/>
                      <a:pt x="818" y="331"/>
                      <a:pt x="740" y="292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32"/>
              <p:cNvSpPr/>
              <p:nvPr/>
            </p:nvSpPr>
            <p:spPr>
              <a:xfrm>
                <a:off x="1011275" y="576400"/>
                <a:ext cx="1133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627" extrusionOk="0">
                    <a:moveTo>
                      <a:pt x="915" y="0"/>
                    </a:moveTo>
                    <a:lnTo>
                      <a:pt x="546" y="195"/>
                    </a:lnTo>
                    <a:lnTo>
                      <a:pt x="1032" y="486"/>
                    </a:lnTo>
                    <a:cubicBezTo>
                      <a:pt x="1090" y="564"/>
                      <a:pt x="1110" y="642"/>
                      <a:pt x="1090" y="681"/>
                    </a:cubicBezTo>
                    <a:cubicBezTo>
                      <a:pt x="1071" y="739"/>
                      <a:pt x="1013" y="739"/>
                      <a:pt x="993" y="739"/>
                    </a:cubicBezTo>
                    <a:cubicBezTo>
                      <a:pt x="974" y="739"/>
                      <a:pt x="935" y="739"/>
                      <a:pt x="935" y="720"/>
                    </a:cubicBezTo>
                    <a:lnTo>
                      <a:pt x="332" y="350"/>
                    </a:lnTo>
                    <a:lnTo>
                      <a:pt x="1" y="545"/>
                    </a:lnTo>
                    <a:lnTo>
                      <a:pt x="3620" y="2626"/>
                    </a:lnTo>
                    <a:lnTo>
                      <a:pt x="4534" y="2101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32"/>
              <p:cNvSpPr/>
              <p:nvPr/>
            </p:nvSpPr>
            <p:spPr>
              <a:xfrm>
                <a:off x="1018575" y="582700"/>
                <a:ext cx="199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07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623" y="487"/>
                    </a:lnTo>
                    <a:cubicBezTo>
                      <a:pt x="643" y="487"/>
                      <a:pt x="682" y="507"/>
                      <a:pt x="682" y="507"/>
                    </a:cubicBezTo>
                    <a:cubicBezTo>
                      <a:pt x="721" y="507"/>
                      <a:pt x="740" y="487"/>
                      <a:pt x="779" y="468"/>
                    </a:cubicBezTo>
                    <a:cubicBezTo>
                      <a:pt x="798" y="410"/>
                      <a:pt x="798" y="332"/>
                      <a:pt x="721" y="293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32"/>
              <p:cNvSpPr/>
              <p:nvPr/>
            </p:nvSpPr>
            <p:spPr>
              <a:xfrm>
                <a:off x="602725" y="509750"/>
                <a:ext cx="421225" cy="244200"/>
              </a:xfrm>
              <a:custGeom>
                <a:avLst/>
                <a:gdLst/>
                <a:ahLst/>
                <a:cxnLst/>
                <a:rect l="l" t="t" r="r" b="b"/>
                <a:pathLst>
                  <a:path w="16849" h="9768" extrusionOk="0">
                    <a:moveTo>
                      <a:pt x="16654" y="1"/>
                    </a:moveTo>
                    <a:lnTo>
                      <a:pt x="1" y="9631"/>
                    </a:lnTo>
                    <a:lnTo>
                      <a:pt x="234" y="9767"/>
                    </a:lnTo>
                    <a:lnTo>
                      <a:pt x="16849" y="176"/>
                    </a:lnTo>
                    <a:cubicBezTo>
                      <a:pt x="16849" y="137"/>
                      <a:pt x="16829" y="137"/>
                      <a:pt x="16829" y="117"/>
                    </a:cubicBezTo>
                    <a:cubicBezTo>
                      <a:pt x="16751" y="59"/>
                      <a:pt x="16693" y="40"/>
                      <a:pt x="166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32"/>
              <p:cNvSpPr/>
              <p:nvPr/>
            </p:nvSpPr>
            <p:spPr>
              <a:xfrm>
                <a:off x="588150" y="749050"/>
                <a:ext cx="199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46" extrusionOk="0">
                    <a:moveTo>
                      <a:pt x="545" y="1"/>
                    </a:moveTo>
                    <a:lnTo>
                      <a:pt x="39" y="292"/>
                    </a:lnTo>
                    <a:cubicBezTo>
                      <a:pt x="20" y="370"/>
                      <a:pt x="0" y="448"/>
                      <a:pt x="20" y="487"/>
                    </a:cubicBezTo>
                    <a:cubicBezTo>
                      <a:pt x="39" y="545"/>
                      <a:pt x="97" y="545"/>
                      <a:pt x="117" y="545"/>
                    </a:cubicBezTo>
                    <a:cubicBezTo>
                      <a:pt x="136" y="545"/>
                      <a:pt x="156" y="545"/>
                      <a:pt x="156" y="526"/>
                    </a:cubicBezTo>
                    <a:lnTo>
                      <a:pt x="798" y="15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32"/>
              <p:cNvSpPr/>
              <p:nvPr/>
            </p:nvSpPr>
            <p:spPr>
              <a:xfrm>
                <a:off x="1016625" y="4895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93" y="244"/>
                      <a:pt x="1149" y="263"/>
                      <a:pt x="1266" y="341"/>
                    </a:cubicBezTo>
                    <a:cubicBezTo>
                      <a:pt x="1363" y="399"/>
                      <a:pt x="1402" y="458"/>
                      <a:pt x="1402" y="535"/>
                    </a:cubicBezTo>
                    <a:cubicBezTo>
                      <a:pt x="1402" y="613"/>
                      <a:pt x="1363" y="652"/>
                      <a:pt x="1266" y="730"/>
                    </a:cubicBezTo>
                    <a:cubicBezTo>
                      <a:pt x="1139" y="798"/>
                      <a:pt x="974" y="832"/>
                      <a:pt x="813" y="832"/>
                    </a:cubicBezTo>
                    <a:cubicBezTo>
                      <a:pt x="653" y="832"/>
                      <a:pt x="497" y="798"/>
                      <a:pt x="390" y="730"/>
                    </a:cubicBezTo>
                    <a:cubicBezTo>
                      <a:pt x="293" y="672"/>
                      <a:pt x="234" y="613"/>
                      <a:pt x="234" y="535"/>
                    </a:cubicBezTo>
                    <a:cubicBezTo>
                      <a:pt x="234" y="458"/>
                      <a:pt x="293" y="419"/>
                      <a:pt x="390" y="341"/>
                    </a:cubicBezTo>
                    <a:cubicBezTo>
                      <a:pt x="507" y="263"/>
                      <a:pt x="682" y="244"/>
                      <a:pt x="818" y="244"/>
                    </a:cubicBezTo>
                    <a:close/>
                    <a:moveTo>
                      <a:pt x="825" y="0"/>
                    </a:moveTo>
                    <a:cubicBezTo>
                      <a:pt x="624" y="0"/>
                      <a:pt x="419" y="49"/>
                      <a:pt x="254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33"/>
                      <a:pt x="40" y="730"/>
                      <a:pt x="118" y="808"/>
                    </a:cubicBezTo>
                    <a:lnTo>
                      <a:pt x="195" y="749"/>
                    </a:lnTo>
                    <a:cubicBezTo>
                      <a:pt x="200" y="744"/>
                      <a:pt x="209" y="742"/>
                      <a:pt x="220" y="742"/>
                    </a:cubicBezTo>
                    <a:cubicBezTo>
                      <a:pt x="251" y="742"/>
                      <a:pt x="302" y="764"/>
                      <a:pt x="332" y="808"/>
                    </a:cubicBezTo>
                    <a:cubicBezTo>
                      <a:pt x="371" y="847"/>
                      <a:pt x="371" y="924"/>
                      <a:pt x="312" y="944"/>
                    </a:cubicBezTo>
                    <a:cubicBezTo>
                      <a:pt x="468" y="1022"/>
                      <a:pt x="662" y="1080"/>
                      <a:pt x="818" y="1080"/>
                    </a:cubicBezTo>
                    <a:cubicBezTo>
                      <a:pt x="1013" y="1080"/>
                      <a:pt x="1246" y="1022"/>
                      <a:pt x="1382" y="924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80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32"/>
              <p:cNvSpPr/>
              <p:nvPr/>
            </p:nvSpPr>
            <p:spPr>
              <a:xfrm>
                <a:off x="1019075" y="508125"/>
                <a:ext cx="6825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02" extrusionOk="0">
                    <a:moveTo>
                      <a:pt x="124" y="0"/>
                    </a:moveTo>
                    <a:cubicBezTo>
                      <a:pt x="108" y="0"/>
                      <a:pt x="93" y="2"/>
                      <a:pt x="78" y="7"/>
                    </a:cubicBezTo>
                    <a:lnTo>
                      <a:pt x="0" y="66"/>
                    </a:lnTo>
                    <a:cubicBezTo>
                      <a:pt x="39" y="105"/>
                      <a:pt x="97" y="163"/>
                      <a:pt x="175" y="182"/>
                    </a:cubicBezTo>
                    <a:cubicBezTo>
                      <a:pt x="195" y="182"/>
                      <a:pt x="195" y="202"/>
                      <a:pt x="214" y="202"/>
                    </a:cubicBezTo>
                    <a:cubicBezTo>
                      <a:pt x="273" y="163"/>
                      <a:pt x="273" y="105"/>
                      <a:pt x="234" y="66"/>
                    </a:cubicBezTo>
                    <a:cubicBezTo>
                      <a:pt x="219" y="22"/>
                      <a:pt x="172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32"/>
              <p:cNvSpPr/>
              <p:nvPr/>
            </p:nvSpPr>
            <p:spPr>
              <a:xfrm>
                <a:off x="654775" y="808575"/>
                <a:ext cx="41375" cy="270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3" extrusionOk="0">
                    <a:moveTo>
                      <a:pt x="826" y="0"/>
                    </a:moveTo>
                    <a:cubicBezTo>
                      <a:pt x="624" y="0"/>
                      <a:pt x="423" y="49"/>
                      <a:pt x="273" y="149"/>
                    </a:cubicBezTo>
                    <a:cubicBezTo>
                      <a:pt x="98" y="246"/>
                      <a:pt x="0" y="402"/>
                      <a:pt x="0" y="538"/>
                    </a:cubicBezTo>
                    <a:cubicBezTo>
                      <a:pt x="0" y="693"/>
                      <a:pt x="98" y="830"/>
                      <a:pt x="273" y="927"/>
                    </a:cubicBezTo>
                    <a:cubicBezTo>
                      <a:pt x="428" y="1024"/>
                      <a:pt x="623" y="1083"/>
                      <a:pt x="818" y="1083"/>
                    </a:cubicBezTo>
                    <a:cubicBezTo>
                      <a:pt x="1012" y="1083"/>
                      <a:pt x="1246" y="1024"/>
                      <a:pt x="1382" y="927"/>
                    </a:cubicBezTo>
                    <a:cubicBezTo>
                      <a:pt x="1557" y="830"/>
                      <a:pt x="1654" y="693"/>
                      <a:pt x="1654" y="538"/>
                    </a:cubicBezTo>
                    <a:cubicBezTo>
                      <a:pt x="1654" y="441"/>
                      <a:pt x="1635" y="382"/>
                      <a:pt x="1557" y="304"/>
                    </a:cubicBezTo>
                    <a:lnTo>
                      <a:pt x="1401" y="382"/>
                    </a:lnTo>
                    <a:cubicBezTo>
                      <a:pt x="1382" y="421"/>
                      <a:pt x="1362" y="421"/>
                      <a:pt x="1343" y="421"/>
                    </a:cubicBezTo>
                    <a:cubicBezTo>
                      <a:pt x="1323" y="421"/>
                      <a:pt x="1323" y="421"/>
                      <a:pt x="1285" y="402"/>
                    </a:cubicBezTo>
                    <a:lnTo>
                      <a:pt x="1285" y="402"/>
                    </a:lnTo>
                    <a:cubicBezTo>
                      <a:pt x="1362" y="441"/>
                      <a:pt x="1382" y="499"/>
                      <a:pt x="1382" y="577"/>
                    </a:cubicBezTo>
                    <a:cubicBezTo>
                      <a:pt x="1382" y="635"/>
                      <a:pt x="1343" y="693"/>
                      <a:pt x="1246" y="771"/>
                    </a:cubicBezTo>
                    <a:cubicBezTo>
                      <a:pt x="1119" y="839"/>
                      <a:pt x="954" y="873"/>
                      <a:pt x="793" y="873"/>
                    </a:cubicBezTo>
                    <a:cubicBezTo>
                      <a:pt x="633" y="873"/>
                      <a:pt x="477" y="839"/>
                      <a:pt x="370" y="771"/>
                    </a:cubicBezTo>
                    <a:cubicBezTo>
                      <a:pt x="273" y="713"/>
                      <a:pt x="214" y="635"/>
                      <a:pt x="214" y="577"/>
                    </a:cubicBezTo>
                    <a:cubicBezTo>
                      <a:pt x="214" y="499"/>
                      <a:pt x="273" y="441"/>
                      <a:pt x="370" y="382"/>
                    </a:cubicBezTo>
                    <a:cubicBezTo>
                      <a:pt x="487" y="304"/>
                      <a:pt x="662" y="285"/>
                      <a:pt x="798" y="285"/>
                    </a:cubicBezTo>
                    <a:cubicBezTo>
                      <a:pt x="973" y="285"/>
                      <a:pt x="1109" y="304"/>
                      <a:pt x="1246" y="382"/>
                    </a:cubicBezTo>
                    <a:lnTo>
                      <a:pt x="1265" y="382"/>
                    </a:lnTo>
                    <a:lnTo>
                      <a:pt x="1246" y="343"/>
                    </a:lnTo>
                    <a:cubicBezTo>
                      <a:pt x="1207" y="304"/>
                      <a:pt x="1207" y="227"/>
                      <a:pt x="1284" y="188"/>
                    </a:cubicBezTo>
                    <a:lnTo>
                      <a:pt x="1362" y="129"/>
                    </a:lnTo>
                    <a:cubicBezTo>
                      <a:pt x="1211" y="44"/>
                      <a:pt x="1018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32"/>
              <p:cNvSpPr/>
              <p:nvPr/>
            </p:nvSpPr>
            <p:spPr>
              <a:xfrm>
                <a:off x="968475" y="628200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57" y="243"/>
                    </a:moveTo>
                    <a:cubicBezTo>
                      <a:pt x="1032" y="243"/>
                      <a:pt x="1168" y="263"/>
                      <a:pt x="1285" y="340"/>
                    </a:cubicBezTo>
                    <a:cubicBezTo>
                      <a:pt x="1382" y="399"/>
                      <a:pt x="1441" y="457"/>
                      <a:pt x="1441" y="535"/>
                    </a:cubicBezTo>
                    <a:cubicBezTo>
                      <a:pt x="1441" y="613"/>
                      <a:pt x="1382" y="652"/>
                      <a:pt x="1285" y="730"/>
                    </a:cubicBezTo>
                    <a:cubicBezTo>
                      <a:pt x="1168" y="798"/>
                      <a:pt x="1003" y="832"/>
                      <a:pt x="840" y="832"/>
                    </a:cubicBezTo>
                    <a:cubicBezTo>
                      <a:pt x="677" y="832"/>
                      <a:pt x="516" y="798"/>
                      <a:pt x="409" y="730"/>
                    </a:cubicBezTo>
                    <a:cubicBezTo>
                      <a:pt x="312" y="671"/>
                      <a:pt x="273" y="613"/>
                      <a:pt x="273" y="535"/>
                    </a:cubicBezTo>
                    <a:cubicBezTo>
                      <a:pt x="273" y="457"/>
                      <a:pt x="312" y="399"/>
                      <a:pt x="409" y="340"/>
                    </a:cubicBezTo>
                    <a:cubicBezTo>
                      <a:pt x="546" y="263"/>
                      <a:pt x="701" y="243"/>
                      <a:pt x="857" y="243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52"/>
                      <a:pt x="40" y="749"/>
                      <a:pt x="137" y="827"/>
                    </a:cubicBezTo>
                    <a:lnTo>
                      <a:pt x="234" y="788"/>
                    </a:lnTo>
                    <a:cubicBezTo>
                      <a:pt x="267" y="763"/>
                      <a:pt x="300" y="753"/>
                      <a:pt x="328" y="753"/>
                    </a:cubicBezTo>
                    <a:cubicBezTo>
                      <a:pt x="367" y="753"/>
                      <a:pt x="398" y="773"/>
                      <a:pt x="409" y="807"/>
                    </a:cubicBezTo>
                    <a:cubicBezTo>
                      <a:pt x="448" y="846"/>
                      <a:pt x="448" y="924"/>
                      <a:pt x="371" y="982"/>
                    </a:cubicBezTo>
                    <a:cubicBezTo>
                      <a:pt x="507" y="1021"/>
                      <a:pt x="662" y="1080"/>
                      <a:pt x="818" y="1080"/>
                    </a:cubicBezTo>
                    <a:cubicBezTo>
                      <a:pt x="1013" y="1080"/>
                      <a:pt x="1246" y="1021"/>
                      <a:pt x="1382" y="924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99"/>
                      <a:pt x="1557" y="243"/>
                      <a:pt x="1382" y="146"/>
                    </a:cubicBezTo>
                    <a:cubicBezTo>
                      <a:pt x="1227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32"/>
              <p:cNvSpPr/>
              <p:nvPr/>
            </p:nvSpPr>
            <p:spPr>
              <a:xfrm>
                <a:off x="971400" y="67245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73" y="244"/>
                      <a:pt x="1129" y="263"/>
                      <a:pt x="1246" y="341"/>
                    </a:cubicBezTo>
                    <a:cubicBezTo>
                      <a:pt x="1343" y="399"/>
                      <a:pt x="1401" y="477"/>
                      <a:pt x="1401" y="535"/>
                    </a:cubicBezTo>
                    <a:cubicBezTo>
                      <a:pt x="1401" y="613"/>
                      <a:pt x="1343" y="672"/>
                      <a:pt x="1246" y="730"/>
                    </a:cubicBezTo>
                    <a:cubicBezTo>
                      <a:pt x="1129" y="808"/>
                      <a:pt x="964" y="847"/>
                      <a:pt x="801" y="847"/>
                    </a:cubicBezTo>
                    <a:cubicBezTo>
                      <a:pt x="638" y="847"/>
                      <a:pt x="477" y="808"/>
                      <a:pt x="370" y="730"/>
                    </a:cubicBezTo>
                    <a:cubicBezTo>
                      <a:pt x="273" y="691"/>
                      <a:pt x="215" y="613"/>
                      <a:pt x="215" y="535"/>
                    </a:cubicBezTo>
                    <a:cubicBezTo>
                      <a:pt x="234" y="477"/>
                      <a:pt x="273" y="399"/>
                      <a:pt x="370" y="341"/>
                    </a:cubicBezTo>
                    <a:cubicBezTo>
                      <a:pt x="487" y="283"/>
                      <a:pt x="662" y="244"/>
                      <a:pt x="818" y="244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99"/>
                      <a:pt x="1" y="535"/>
                    </a:cubicBezTo>
                    <a:cubicBezTo>
                      <a:pt x="1" y="633"/>
                      <a:pt x="59" y="730"/>
                      <a:pt x="117" y="808"/>
                    </a:cubicBezTo>
                    <a:lnTo>
                      <a:pt x="254" y="730"/>
                    </a:lnTo>
                    <a:cubicBezTo>
                      <a:pt x="260" y="723"/>
                      <a:pt x="273" y="719"/>
                      <a:pt x="289" y="719"/>
                    </a:cubicBezTo>
                    <a:cubicBezTo>
                      <a:pt x="321" y="719"/>
                      <a:pt x="364" y="736"/>
                      <a:pt x="390" y="788"/>
                    </a:cubicBezTo>
                    <a:cubicBezTo>
                      <a:pt x="429" y="827"/>
                      <a:pt x="429" y="905"/>
                      <a:pt x="351" y="963"/>
                    </a:cubicBezTo>
                    <a:lnTo>
                      <a:pt x="331" y="983"/>
                    </a:lnTo>
                    <a:cubicBezTo>
                      <a:pt x="468" y="1041"/>
                      <a:pt x="643" y="1080"/>
                      <a:pt x="837" y="1080"/>
                    </a:cubicBezTo>
                    <a:cubicBezTo>
                      <a:pt x="1032" y="1080"/>
                      <a:pt x="1246" y="1022"/>
                      <a:pt x="1401" y="925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32"/>
              <p:cNvSpPr/>
              <p:nvPr/>
            </p:nvSpPr>
            <p:spPr>
              <a:xfrm>
                <a:off x="987950" y="945050"/>
                <a:ext cx="41350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3" extrusionOk="0">
                    <a:moveTo>
                      <a:pt x="837" y="215"/>
                    </a:moveTo>
                    <a:cubicBezTo>
                      <a:pt x="992" y="215"/>
                      <a:pt x="1148" y="234"/>
                      <a:pt x="1265" y="312"/>
                    </a:cubicBezTo>
                    <a:cubicBezTo>
                      <a:pt x="1362" y="371"/>
                      <a:pt x="1420" y="429"/>
                      <a:pt x="1420" y="507"/>
                    </a:cubicBezTo>
                    <a:cubicBezTo>
                      <a:pt x="1420" y="585"/>
                      <a:pt x="1362" y="624"/>
                      <a:pt x="1265" y="701"/>
                    </a:cubicBezTo>
                    <a:cubicBezTo>
                      <a:pt x="1148" y="779"/>
                      <a:pt x="983" y="818"/>
                      <a:pt x="820" y="818"/>
                    </a:cubicBezTo>
                    <a:cubicBezTo>
                      <a:pt x="657" y="818"/>
                      <a:pt x="496" y="779"/>
                      <a:pt x="389" y="701"/>
                    </a:cubicBezTo>
                    <a:cubicBezTo>
                      <a:pt x="292" y="662"/>
                      <a:pt x="253" y="585"/>
                      <a:pt x="253" y="507"/>
                    </a:cubicBezTo>
                    <a:cubicBezTo>
                      <a:pt x="253" y="429"/>
                      <a:pt x="292" y="390"/>
                      <a:pt x="389" y="312"/>
                    </a:cubicBezTo>
                    <a:cubicBezTo>
                      <a:pt x="506" y="234"/>
                      <a:pt x="681" y="215"/>
                      <a:pt x="837" y="215"/>
                    </a:cubicBezTo>
                    <a:close/>
                    <a:moveTo>
                      <a:pt x="700" y="1"/>
                    </a:moveTo>
                    <a:cubicBezTo>
                      <a:pt x="545" y="20"/>
                      <a:pt x="389" y="40"/>
                      <a:pt x="272" y="118"/>
                    </a:cubicBezTo>
                    <a:cubicBezTo>
                      <a:pt x="97" y="215"/>
                      <a:pt x="0" y="371"/>
                      <a:pt x="0" y="507"/>
                    </a:cubicBezTo>
                    <a:cubicBezTo>
                      <a:pt x="0" y="643"/>
                      <a:pt x="97" y="799"/>
                      <a:pt x="272" y="896"/>
                    </a:cubicBezTo>
                    <a:cubicBezTo>
                      <a:pt x="448" y="993"/>
                      <a:pt x="642" y="1032"/>
                      <a:pt x="837" y="1032"/>
                    </a:cubicBezTo>
                    <a:cubicBezTo>
                      <a:pt x="1031" y="1032"/>
                      <a:pt x="1245" y="993"/>
                      <a:pt x="1381" y="896"/>
                    </a:cubicBezTo>
                    <a:cubicBezTo>
                      <a:pt x="1557" y="799"/>
                      <a:pt x="1654" y="643"/>
                      <a:pt x="1654" y="507"/>
                    </a:cubicBezTo>
                    <a:cubicBezTo>
                      <a:pt x="1654" y="371"/>
                      <a:pt x="1557" y="215"/>
                      <a:pt x="1381" y="118"/>
                    </a:cubicBezTo>
                    <a:cubicBezTo>
                      <a:pt x="1265" y="40"/>
                      <a:pt x="1090" y="1"/>
                      <a:pt x="953" y="1"/>
                    </a:cubicBezTo>
                    <a:lnTo>
                      <a:pt x="953" y="40"/>
                    </a:lnTo>
                    <a:cubicBezTo>
                      <a:pt x="953" y="98"/>
                      <a:pt x="895" y="176"/>
                      <a:pt x="837" y="176"/>
                    </a:cubicBezTo>
                    <a:cubicBezTo>
                      <a:pt x="759" y="176"/>
                      <a:pt x="700" y="118"/>
                      <a:pt x="700" y="40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32"/>
              <p:cNvSpPr/>
              <p:nvPr/>
            </p:nvSpPr>
            <p:spPr>
              <a:xfrm>
                <a:off x="794850" y="773925"/>
                <a:ext cx="4137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49" extrusionOk="0">
                    <a:moveTo>
                      <a:pt x="837" y="251"/>
                    </a:moveTo>
                    <a:cubicBezTo>
                      <a:pt x="1012" y="251"/>
                      <a:pt x="1148" y="270"/>
                      <a:pt x="1285" y="348"/>
                    </a:cubicBezTo>
                    <a:cubicBezTo>
                      <a:pt x="1382" y="406"/>
                      <a:pt x="1421" y="465"/>
                      <a:pt x="1421" y="543"/>
                    </a:cubicBezTo>
                    <a:cubicBezTo>
                      <a:pt x="1421" y="620"/>
                      <a:pt x="1382" y="698"/>
                      <a:pt x="1285" y="737"/>
                    </a:cubicBezTo>
                    <a:cubicBezTo>
                      <a:pt x="1158" y="815"/>
                      <a:pt x="993" y="854"/>
                      <a:pt x="832" y="854"/>
                    </a:cubicBezTo>
                    <a:cubicBezTo>
                      <a:pt x="672" y="854"/>
                      <a:pt x="516" y="815"/>
                      <a:pt x="409" y="737"/>
                    </a:cubicBezTo>
                    <a:cubicBezTo>
                      <a:pt x="312" y="698"/>
                      <a:pt x="253" y="620"/>
                      <a:pt x="253" y="543"/>
                    </a:cubicBezTo>
                    <a:cubicBezTo>
                      <a:pt x="253" y="465"/>
                      <a:pt x="312" y="426"/>
                      <a:pt x="409" y="348"/>
                    </a:cubicBezTo>
                    <a:cubicBezTo>
                      <a:pt x="526" y="270"/>
                      <a:pt x="701" y="251"/>
                      <a:pt x="837" y="251"/>
                    </a:cubicBezTo>
                    <a:close/>
                    <a:moveTo>
                      <a:pt x="812" y="0"/>
                    </a:moveTo>
                    <a:cubicBezTo>
                      <a:pt x="620" y="0"/>
                      <a:pt x="424" y="44"/>
                      <a:pt x="253" y="134"/>
                    </a:cubicBezTo>
                    <a:cubicBezTo>
                      <a:pt x="98" y="231"/>
                      <a:pt x="0" y="367"/>
                      <a:pt x="0" y="523"/>
                    </a:cubicBezTo>
                    <a:cubicBezTo>
                      <a:pt x="0" y="659"/>
                      <a:pt x="98" y="815"/>
                      <a:pt x="253" y="912"/>
                    </a:cubicBezTo>
                    <a:cubicBezTo>
                      <a:pt x="428" y="1009"/>
                      <a:pt x="623" y="1048"/>
                      <a:pt x="818" y="1048"/>
                    </a:cubicBezTo>
                    <a:cubicBezTo>
                      <a:pt x="1012" y="1048"/>
                      <a:pt x="1226" y="1009"/>
                      <a:pt x="1382" y="912"/>
                    </a:cubicBezTo>
                    <a:cubicBezTo>
                      <a:pt x="1557" y="815"/>
                      <a:pt x="1654" y="659"/>
                      <a:pt x="1654" y="523"/>
                    </a:cubicBezTo>
                    <a:cubicBezTo>
                      <a:pt x="1654" y="426"/>
                      <a:pt x="1596" y="329"/>
                      <a:pt x="1518" y="251"/>
                    </a:cubicBezTo>
                    <a:lnTo>
                      <a:pt x="1401" y="329"/>
                    </a:lnTo>
                    <a:cubicBezTo>
                      <a:pt x="1401" y="348"/>
                      <a:pt x="1382" y="348"/>
                      <a:pt x="1362" y="348"/>
                    </a:cubicBezTo>
                    <a:cubicBezTo>
                      <a:pt x="1304" y="348"/>
                      <a:pt x="1285" y="329"/>
                      <a:pt x="1265" y="309"/>
                    </a:cubicBezTo>
                    <a:cubicBezTo>
                      <a:pt x="1226" y="251"/>
                      <a:pt x="1226" y="173"/>
                      <a:pt x="1304" y="134"/>
                    </a:cubicBezTo>
                    <a:lnTo>
                      <a:pt x="1323" y="115"/>
                    </a:lnTo>
                    <a:cubicBezTo>
                      <a:pt x="1172" y="39"/>
                      <a:pt x="994" y="0"/>
                      <a:pt x="8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32"/>
              <p:cNvSpPr/>
              <p:nvPr/>
            </p:nvSpPr>
            <p:spPr>
              <a:xfrm>
                <a:off x="578425" y="599725"/>
                <a:ext cx="69575" cy="141075"/>
              </a:xfrm>
              <a:custGeom>
                <a:avLst/>
                <a:gdLst/>
                <a:ahLst/>
                <a:cxnLst/>
                <a:rect l="l" t="t" r="r" b="b"/>
                <a:pathLst>
                  <a:path w="2783" h="5643" extrusionOk="0">
                    <a:moveTo>
                      <a:pt x="2665" y="1"/>
                    </a:moveTo>
                    <a:cubicBezTo>
                      <a:pt x="2588" y="1"/>
                      <a:pt x="2549" y="40"/>
                      <a:pt x="2549" y="118"/>
                    </a:cubicBezTo>
                    <a:lnTo>
                      <a:pt x="2549" y="4009"/>
                    </a:lnTo>
                    <a:lnTo>
                      <a:pt x="0" y="5487"/>
                    </a:lnTo>
                    <a:lnTo>
                      <a:pt x="233" y="5643"/>
                    </a:lnTo>
                    <a:lnTo>
                      <a:pt x="2743" y="4164"/>
                    </a:lnTo>
                    <a:cubicBezTo>
                      <a:pt x="2782" y="4125"/>
                      <a:pt x="2782" y="4086"/>
                      <a:pt x="2782" y="4067"/>
                    </a:cubicBezTo>
                    <a:lnTo>
                      <a:pt x="2782" y="118"/>
                    </a:lnTo>
                    <a:cubicBezTo>
                      <a:pt x="2782" y="40"/>
                      <a:pt x="2743" y="1"/>
                      <a:pt x="26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32"/>
              <p:cNvSpPr/>
              <p:nvPr/>
            </p:nvSpPr>
            <p:spPr>
              <a:xfrm>
                <a:off x="572100" y="735925"/>
                <a:ext cx="121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32" extrusionOk="0">
                    <a:moveTo>
                      <a:pt x="253" y="0"/>
                    </a:moveTo>
                    <a:lnTo>
                      <a:pt x="58" y="98"/>
                    </a:lnTo>
                    <a:cubicBezTo>
                      <a:pt x="20" y="136"/>
                      <a:pt x="0" y="214"/>
                      <a:pt x="20" y="292"/>
                    </a:cubicBezTo>
                    <a:cubicBezTo>
                      <a:pt x="58" y="331"/>
                      <a:pt x="97" y="331"/>
                      <a:pt x="117" y="331"/>
                    </a:cubicBezTo>
                    <a:cubicBezTo>
                      <a:pt x="156" y="331"/>
                      <a:pt x="175" y="331"/>
                      <a:pt x="175" y="312"/>
                    </a:cubicBezTo>
                    <a:lnTo>
                      <a:pt x="486" y="13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32"/>
              <p:cNvSpPr/>
              <p:nvPr/>
            </p:nvSpPr>
            <p:spPr>
              <a:xfrm>
                <a:off x="688825" y="649825"/>
                <a:ext cx="288925" cy="167350"/>
              </a:xfrm>
              <a:custGeom>
                <a:avLst/>
                <a:gdLst/>
                <a:ahLst/>
                <a:cxnLst/>
                <a:rect l="l" t="t" r="r" b="b"/>
                <a:pathLst>
                  <a:path w="11557" h="6694" extrusionOk="0">
                    <a:moveTo>
                      <a:pt x="11343" y="1"/>
                    </a:moveTo>
                    <a:lnTo>
                      <a:pt x="10078" y="740"/>
                    </a:lnTo>
                    <a:cubicBezTo>
                      <a:pt x="10085" y="737"/>
                      <a:pt x="10092" y="735"/>
                      <a:pt x="10100" y="735"/>
                    </a:cubicBezTo>
                    <a:cubicBezTo>
                      <a:pt x="10136" y="735"/>
                      <a:pt x="10175" y="770"/>
                      <a:pt x="10175" y="818"/>
                    </a:cubicBezTo>
                    <a:cubicBezTo>
                      <a:pt x="10175" y="896"/>
                      <a:pt x="10117" y="935"/>
                      <a:pt x="10039" y="935"/>
                    </a:cubicBezTo>
                    <a:lnTo>
                      <a:pt x="9650" y="935"/>
                    </a:lnTo>
                    <a:lnTo>
                      <a:pt x="7413" y="2219"/>
                    </a:lnTo>
                    <a:cubicBezTo>
                      <a:pt x="7471" y="2219"/>
                      <a:pt x="7510" y="2277"/>
                      <a:pt x="7510" y="2355"/>
                    </a:cubicBezTo>
                    <a:cubicBezTo>
                      <a:pt x="7510" y="2413"/>
                      <a:pt x="7471" y="2472"/>
                      <a:pt x="7393" y="2472"/>
                    </a:cubicBezTo>
                    <a:lnTo>
                      <a:pt x="7004" y="2472"/>
                    </a:lnTo>
                    <a:lnTo>
                      <a:pt x="0" y="6538"/>
                    </a:lnTo>
                    <a:cubicBezTo>
                      <a:pt x="0" y="6538"/>
                      <a:pt x="20" y="6538"/>
                      <a:pt x="20" y="6557"/>
                    </a:cubicBezTo>
                    <a:cubicBezTo>
                      <a:pt x="98" y="6596"/>
                      <a:pt x="156" y="6654"/>
                      <a:pt x="195" y="6693"/>
                    </a:cubicBezTo>
                    <a:lnTo>
                      <a:pt x="4553" y="4203"/>
                    </a:lnTo>
                    <a:cubicBezTo>
                      <a:pt x="4494" y="4164"/>
                      <a:pt x="4475" y="4145"/>
                      <a:pt x="4475" y="4086"/>
                    </a:cubicBezTo>
                    <a:cubicBezTo>
                      <a:pt x="4475" y="4028"/>
                      <a:pt x="4533" y="3970"/>
                      <a:pt x="4592" y="3970"/>
                    </a:cubicBezTo>
                    <a:lnTo>
                      <a:pt x="4942" y="3970"/>
                    </a:lnTo>
                    <a:lnTo>
                      <a:pt x="11557" y="156"/>
                    </a:lnTo>
                    <a:cubicBezTo>
                      <a:pt x="11537" y="137"/>
                      <a:pt x="11479" y="137"/>
                      <a:pt x="11459" y="98"/>
                    </a:cubicBezTo>
                    <a:cubicBezTo>
                      <a:pt x="11401" y="79"/>
                      <a:pt x="11362" y="40"/>
                      <a:pt x="11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32"/>
              <p:cNvSpPr/>
              <p:nvPr/>
            </p:nvSpPr>
            <p:spPr>
              <a:xfrm>
                <a:off x="686400" y="818600"/>
                <a:ext cx="500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21" extrusionOk="0">
                    <a:moveTo>
                      <a:pt x="0" y="1"/>
                    </a:moveTo>
                    <a:cubicBezTo>
                      <a:pt x="19" y="1"/>
                      <a:pt x="19" y="20"/>
                      <a:pt x="0" y="1"/>
                    </a:cubicBezTo>
                    <a:cubicBezTo>
                      <a:pt x="19" y="20"/>
                      <a:pt x="19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32"/>
              <p:cNvSpPr/>
              <p:nvPr/>
            </p:nvSpPr>
            <p:spPr>
              <a:xfrm>
                <a:off x="685425" y="812275"/>
                <a:ext cx="78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93" extrusionOk="0">
                    <a:moveTo>
                      <a:pt x="136" y="1"/>
                    </a:moveTo>
                    <a:lnTo>
                      <a:pt x="58" y="59"/>
                    </a:lnTo>
                    <a:cubicBezTo>
                      <a:pt x="20" y="79"/>
                      <a:pt x="0" y="156"/>
                      <a:pt x="20" y="234"/>
                    </a:cubicBezTo>
                    <a:cubicBezTo>
                      <a:pt x="20" y="254"/>
                      <a:pt x="39" y="254"/>
                      <a:pt x="39" y="254"/>
                    </a:cubicBezTo>
                    <a:cubicBezTo>
                      <a:pt x="39" y="254"/>
                      <a:pt x="58" y="254"/>
                      <a:pt x="58" y="273"/>
                    </a:cubicBezTo>
                    <a:cubicBezTo>
                      <a:pt x="97" y="273"/>
                      <a:pt x="97" y="293"/>
                      <a:pt x="117" y="293"/>
                    </a:cubicBezTo>
                    <a:cubicBezTo>
                      <a:pt x="136" y="293"/>
                      <a:pt x="156" y="293"/>
                      <a:pt x="156" y="273"/>
                    </a:cubicBezTo>
                    <a:lnTo>
                      <a:pt x="311" y="195"/>
                    </a:lnTo>
                    <a:cubicBezTo>
                      <a:pt x="292" y="137"/>
                      <a:pt x="234" y="79"/>
                      <a:pt x="156" y="40"/>
                    </a:cubicBezTo>
                    <a:cubicBezTo>
                      <a:pt x="156" y="40"/>
                      <a:pt x="136" y="40"/>
                      <a:pt x="1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32"/>
              <p:cNvSpPr/>
              <p:nvPr/>
            </p:nvSpPr>
            <p:spPr>
              <a:xfrm>
                <a:off x="972875" y="646725"/>
                <a:ext cx="73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42" extrusionOk="0">
                    <a:moveTo>
                      <a:pt x="152" y="1"/>
                    </a:moveTo>
                    <a:cubicBezTo>
                      <a:pt x="135" y="1"/>
                      <a:pt x="117" y="3"/>
                      <a:pt x="97" y="8"/>
                    </a:cubicBezTo>
                    <a:lnTo>
                      <a:pt x="0" y="66"/>
                    </a:lnTo>
                    <a:cubicBezTo>
                      <a:pt x="19" y="105"/>
                      <a:pt x="78" y="164"/>
                      <a:pt x="117" y="183"/>
                    </a:cubicBezTo>
                    <a:cubicBezTo>
                      <a:pt x="136" y="203"/>
                      <a:pt x="195" y="203"/>
                      <a:pt x="214" y="241"/>
                    </a:cubicBezTo>
                    <a:cubicBezTo>
                      <a:pt x="272" y="203"/>
                      <a:pt x="292" y="125"/>
                      <a:pt x="272" y="66"/>
                    </a:cubicBezTo>
                    <a:cubicBezTo>
                      <a:pt x="243" y="23"/>
                      <a:pt x="203" y="1"/>
                      <a:pt x="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32"/>
              <p:cNvSpPr/>
              <p:nvPr/>
            </p:nvSpPr>
            <p:spPr>
              <a:xfrm>
                <a:off x="827925" y="753925"/>
                <a:ext cx="51100" cy="262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051" extrusionOk="0">
                    <a:moveTo>
                      <a:pt x="1557" y="0"/>
                    </a:moveTo>
                    <a:lnTo>
                      <a:pt x="0" y="915"/>
                    </a:lnTo>
                    <a:cubicBezTo>
                      <a:pt x="39" y="915"/>
                      <a:pt x="59" y="934"/>
                      <a:pt x="78" y="934"/>
                    </a:cubicBezTo>
                    <a:cubicBezTo>
                      <a:pt x="137" y="953"/>
                      <a:pt x="176" y="1012"/>
                      <a:pt x="234" y="1051"/>
                    </a:cubicBezTo>
                    <a:lnTo>
                      <a:pt x="20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32"/>
              <p:cNvSpPr/>
              <p:nvPr/>
            </p:nvSpPr>
            <p:spPr>
              <a:xfrm>
                <a:off x="878025" y="692625"/>
                <a:ext cx="101675" cy="55475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2219" extrusionOk="0">
                    <a:moveTo>
                      <a:pt x="3833" y="1"/>
                    </a:moveTo>
                    <a:lnTo>
                      <a:pt x="0" y="2219"/>
                    </a:lnTo>
                    <a:lnTo>
                      <a:pt x="487" y="2219"/>
                    </a:lnTo>
                    <a:lnTo>
                      <a:pt x="4066" y="156"/>
                    </a:lnTo>
                    <a:cubicBezTo>
                      <a:pt x="4027" y="156"/>
                      <a:pt x="4008" y="118"/>
                      <a:pt x="3989" y="118"/>
                    </a:cubicBezTo>
                    <a:cubicBezTo>
                      <a:pt x="3911" y="79"/>
                      <a:pt x="3872" y="59"/>
                      <a:pt x="38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32"/>
              <p:cNvSpPr/>
              <p:nvPr/>
            </p:nvSpPr>
            <p:spPr>
              <a:xfrm>
                <a:off x="973825" y="690025"/>
                <a:ext cx="83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61" extrusionOk="0">
                    <a:moveTo>
                      <a:pt x="183" y="0"/>
                    </a:moveTo>
                    <a:cubicBezTo>
                      <a:pt x="167" y="0"/>
                      <a:pt x="152" y="3"/>
                      <a:pt x="137" y="8"/>
                    </a:cubicBezTo>
                    <a:lnTo>
                      <a:pt x="1" y="85"/>
                    </a:lnTo>
                    <a:cubicBezTo>
                      <a:pt x="59" y="144"/>
                      <a:pt x="98" y="202"/>
                      <a:pt x="157" y="222"/>
                    </a:cubicBezTo>
                    <a:cubicBezTo>
                      <a:pt x="176" y="222"/>
                      <a:pt x="195" y="260"/>
                      <a:pt x="234" y="260"/>
                    </a:cubicBezTo>
                    <a:lnTo>
                      <a:pt x="254" y="222"/>
                    </a:lnTo>
                    <a:cubicBezTo>
                      <a:pt x="293" y="202"/>
                      <a:pt x="332" y="124"/>
                      <a:pt x="293" y="66"/>
                    </a:cubicBezTo>
                    <a:cubicBezTo>
                      <a:pt x="278" y="22"/>
                      <a:pt x="231" y="0"/>
                      <a:pt x="1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32"/>
              <p:cNvSpPr/>
              <p:nvPr/>
            </p:nvSpPr>
            <p:spPr>
              <a:xfrm>
                <a:off x="825500" y="777250"/>
                <a:ext cx="73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35" extrusionOk="0">
                    <a:moveTo>
                      <a:pt x="97" y="1"/>
                    </a:moveTo>
                    <a:lnTo>
                      <a:pt x="78" y="20"/>
                    </a:lnTo>
                    <a:cubicBezTo>
                      <a:pt x="39" y="40"/>
                      <a:pt x="0" y="118"/>
                      <a:pt x="39" y="196"/>
                    </a:cubicBezTo>
                    <a:cubicBezTo>
                      <a:pt x="59" y="234"/>
                      <a:pt x="97" y="234"/>
                      <a:pt x="117" y="234"/>
                    </a:cubicBezTo>
                    <a:cubicBezTo>
                      <a:pt x="156" y="234"/>
                      <a:pt x="175" y="234"/>
                      <a:pt x="175" y="215"/>
                    </a:cubicBezTo>
                    <a:lnTo>
                      <a:pt x="292" y="137"/>
                    </a:lnTo>
                    <a:cubicBezTo>
                      <a:pt x="273" y="98"/>
                      <a:pt x="253" y="40"/>
                      <a:pt x="175" y="20"/>
                    </a:cubicBezTo>
                    <a:cubicBezTo>
                      <a:pt x="156" y="1"/>
                      <a:pt x="117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32"/>
              <p:cNvSpPr/>
              <p:nvPr/>
            </p:nvSpPr>
            <p:spPr>
              <a:xfrm>
                <a:off x="733075" y="705275"/>
                <a:ext cx="1410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254" extrusionOk="0">
                    <a:moveTo>
                      <a:pt x="429" y="1"/>
                    </a:moveTo>
                    <a:lnTo>
                      <a:pt x="1" y="254"/>
                    </a:lnTo>
                    <a:lnTo>
                      <a:pt x="5234" y="254"/>
                    </a:lnTo>
                    <a:lnTo>
                      <a:pt x="564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32"/>
              <p:cNvSpPr/>
              <p:nvPr/>
            </p:nvSpPr>
            <p:spPr>
              <a:xfrm>
                <a:off x="730650" y="705275"/>
                <a:ext cx="131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54" extrusionOk="0">
                    <a:moveTo>
                      <a:pt x="137" y="1"/>
                    </a:moveTo>
                    <a:cubicBezTo>
                      <a:pt x="59" y="1"/>
                      <a:pt x="0" y="59"/>
                      <a:pt x="0" y="137"/>
                    </a:cubicBezTo>
                    <a:cubicBezTo>
                      <a:pt x="0" y="195"/>
                      <a:pt x="59" y="254"/>
                      <a:pt x="98" y="254"/>
                    </a:cubicBezTo>
                    <a:lnTo>
                      <a:pt x="5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32"/>
              <p:cNvSpPr/>
              <p:nvPr/>
            </p:nvSpPr>
            <p:spPr>
              <a:xfrm>
                <a:off x="863925" y="705275"/>
                <a:ext cx="126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06" h="254" extrusionOk="0">
                    <a:moveTo>
                      <a:pt x="409" y="1"/>
                    </a:moveTo>
                    <a:lnTo>
                      <a:pt x="0" y="254"/>
                    </a:lnTo>
                    <a:lnTo>
                      <a:pt x="389" y="254"/>
                    </a:lnTo>
                    <a:cubicBezTo>
                      <a:pt x="467" y="254"/>
                      <a:pt x="506" y="195"/>
                      <a:pt x="506" y="137"/>
                    </a:cubicBezTo>
                    <a:cubicBezTo>
                      <a:pt x="506" y="59"/>
                      <a:pt x="467" y="20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32"/>
              <p:cNvSpPr/>
              <p:nvPr/>
            </p:nvSpPr>
            <p:spPr>
              <a:xfrm>
                <a:off x="799725" y="667350"/>
                <a:ext cx="1410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642" h="234" extrusionOk="0">
                    <a:moveTo>
                      <a:pt x="409" y="0"/>
                    </a:moveTo>
                    <a:lnTo>
                      <a:pt x="0" y="234"/>
                    </a:lnTo>
                    <a:lnTo>
                      <a:pt x="5214" y="234"/>
                    </a:lnTo>
                    <a:lnTo>
                      <a:pt x="56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32"/>
              <p:cNvSpPr/>
              <p:nvPr/>
            </p:nvSpPr>
            <p:spPr>
              <a:xfrm>
                <a:off x="797275" y="667350"/>
                <a:ext cx="126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07" h="234" extrusionOk="0">
                    <a:moveTo>
                      <a:pt x="117" y="0"/>
                    </a:moveTo>
                    <a:cubicBezTo>
                      <a:pt x="40" y="0"/>
                      <a:pt x="1" y="39"/>
                      <a:pt x="1" y="117"/>
                    </a:cubicBezTo>
                    <a:cubicBezTo>
                      <a:pt x="1" y="195"/>
                      <a:pt x="40" y="234"/>
                      <a:pt x="98" y="234"/>
                    </a:cubicBez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32"/>
              <p:cNvSpPr/>
              <p:nvPr/>
            </p:nvSpPr>
            <p:spPr>
              <a:xfrm>
                <a:off x="930050" y="667350"/>
                <a:ext cx="131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34" extrusionOk="0">
                    <a:moveTo>
                      <a:pt x="429" y="0"/>
                    </a:moveTo>
                    <a:lnTo>
                      <a:pt x="1" y="234"/>
                    </a:lnTo>
                    <a:lnTo>
                      <a:pt x="390" y="234"/>
                    </a:lnTo>
                    <a:cubicBezTo>
                      <a:pt x="468" y="234"/>
                      <a:pt x="526" y="195"/>
                      <a:pt x="526" y="117"/>
                    </a:cubicBezTo>
                    <a:cubicBezTo>
                      <a:pt x="526" y="39"/>
                      <a:pt x="468" y="2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32"/>
              <p:cNvSpPr/>
              <p:nvPr/>
            </p:nvSpPr>
            <p:spPr>
              <a:xfrm>
                <a:off x="803125" y="748075"/>
                <a:ext cx="749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235" extrusionOk="0">
                    <a:moveTo>
                      <a:pt x="389" y="1"/>
                    </a:moveTo>
                    <a:lnTo>
                      <a:pt x="0" y="215"/>
                    </a:lnTo>
                    <a:cubicBezTo>
                      <a:pt x="0" y="234"/>
                      <a:pt x="20" y="234"/>
                      <a:pt x="59" y="234"/>
                    </a:cubicBezTo>
                    <a:lnTo>
                      <a:pt x="2588" y="234"/>
                    </a:lnTo>
                    <a:lnTo>
                      <a:pt x="29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32"/>
              <p:cNvSpPr/>
              <p:nvPr/>
            </p:nvSpPr>
            <p:spPr>
              <a:xfrm>
                <a:off x="879000" y="474250"/>
                <a:ext cx="602625" cy="279700"/>
              </a:xfrm>
              <a:custGeom>
                <a:avLst/>
                <a:gdLst/>
                <a:ahLst/>
                <a:cxnLst/>
                <a:rect l="l" t="t" r="r" b="b"/>
                <a:pathLst>
                  <a:path w="24105" h="11188" extrusionOk="0">
                    <a:moveTo>
                      <a:pt x="10609" y="7793"/>
                    </a:moveTo>
                    <a:cubicBezTo>
                      <a:pt x="10604" y="7796"/>
                      <a:pt x="10600" y="7798"/>
                      <a:pt x="10595" y="7801"/>
                    </a:cubicBezTo>
                    <a:lnTo>
                      <a:pt x="10595" y="7801"/>
                    </a:lnTo>
                    <a:lnTo>
                      <a:pt x="10609" y="7793"/>
                    </a:lnTo>
                    <a:close/>
                    <a:moveTo>
                      <a:pt x="24105" y="0"/>
                    </a:moveTo>
                    <a:lnTo>
                      <a:pt x="10609" y="7793"/>
                    </a:lnTo>
                    <a:lnTo>
                      <a:pt x="10609" y="7793"/>
                    </a:lnTo>
                    <a:cubicBezTo>
                      <a:pt x="10624" y="7786"/>
                      <a:pt x="10641" y="7782"/>
                      <a:pt x="10662" y="7782"/>
                    </a:cubicBezTo>
                    <a:cubicBezTo>
                      <a:pt x="10720" y="7782"/>
                      <a:pt x="10778" y="7841"/>
                      <a:pt x="10778" y="7919"/>
                    </a:cubicBezTo>
                    <a:lnTo>
                      <a:pt x="10778" y="7977"/>
                    </a:lnTo>
                    <a:lnTo>
                      <a:pt x="24105" y="292"/>
                    </a:lnTo>
                    <a:lnTo>
                      <a:pt x="24105" y="0"/>
                    </a:lnTo>
                    <a:close/>
                    <a:moveTo>
                      <a:pt x="8804" y="8836"/>
                    </a:moveTo>
                    <a:lnTo>
                      <a:pt x="8804" y="8836"/>
                    </a:lnTo>
                    <a:cubicBezTo>
                      <a:pt x="8779" y="8841"/>
                      <a:pt x="8759" y="8854"/>
                      <a:pt x="8745" y="8870"/>
                    </a:cubicBezTo>
                    <a:lnTo>
                      <a:pt x="8745" y="8870"/>
                    </a:lnTo>
                    <a:lnTo>
                      <a:pt x="8804" y="8836"/>
                    </a:lnTo>
                    <a:close/>
                    <a:moveTo>
                      <a:pt x="10595" y="7801"/>
                    </a:moveTo>
                    <a:lnTo>
                      <a:pt x="8804" y="8836"/>
                    </a:lnTo>
                    <a:lnTo>
                      <a:pt x="8804" y="8836"/>
                    </a:lnTo>
                    <a:cubicBezTo>
                      <a:pt x="8813" y="8834"/>
                      <a:pt x="8822" y="8833"/>
                      <a:pt x="8833" y="8833"/>
                    </a:cubicBezTo>
                    <a:cubicBezTo>
                      <a:pt x="8911" y="8833"/>
                      <a:pt x="8949" y="8891"/>
                      <a:pt x="8949" y="8950"/>
                    </a:cubicBezTo>
                    <a:lnTo>
                      <a:pt x="8949" y="9028"/>
                    </a:lnTo>
                    <a:lnTo>
                      <a:pt x="10545" y="8113"/>
                    </a:lnTo>
                    <a:lnTo>
                      <a:pt x="10545" y="7919"/>
                    </a:lnTo>
                    <a:cubicBezTo>
                      <a:pt x="10545" y="7867"/>
                      <a:pt x="10562" y="7825"/>
                      <a:pt x="10595" y="7801"/>
                    </a:cubicBezTo>
                    <a:close/>
                    <a:moveTo>
                      <a:pt x="6988" y="9885"/>
                    </a:moveTo>
                    <a:lnTo>
                      <a:pt x="6988" y="9885"/>
                    </a:lnTo>
                    <a:cubicBezTo>
                      <a:pt x="6956" y="9889"/>
                      <a:pt x="6927" y="9904"/>
                      <a:pt x="6908" y="9931"/>
                    </a:cubicBezTo>
                    <a:lnTo>
                      <a:pt x="6908" y="9931"/>
                    </a:lnTo>
                    <a:lnTo>
                      <a:pt x="6988" y="9885"/>
                    </a:lnTo>
                    <a:close/>
                    <a:moveTo>
                      <a:pt x="8745" y="8870"/>
                    </a:moveTo>
                    <a:lnTo>
                      <a:pt x="6988" y="9885"/>
                    </a:lnTo>
                    <a:lnTo>
                      <a:pt x="6988" y="9885"/>
                    </a:lnTo>
                    <a:cubicBezTo>
                      <a:pt x="6993" y="9884"/>
                      <a:pt x="6999" y="9884"/>
                      <a:pt x="7004" y="9884"/>
                    </a:cubicBezTo>
                    <a:cubicBezTo>
                      <a:pt x="7082" y="9884"/>
                      <a:pt x="7140" y="9923"/>
                      <a:pt x="7140" y="10000"/>
                    </a:cubicBezTo>
                    <a:lnTo>
                      <a:pt x="7140" y="10098"/>
                    </a:lnTo>
                    <a:lnTo>
                      <a:pt x="8716" y="9183"/>
                    </a:lnTo>
                    <a:lnTo>
                      <a:pt x="8716" y="8950"/>
                    </a:lnTo>
                    <a:cubicBezTo>
                      <a:pt x="8716" y="8921"/>
                      <a:pt x="8726" y="8892"/>
                      <a:pt x="8745" y="8870"/>
                    </a:cubicBezTo>
                    <a:close/>
                    <a:moveTo>
                      <a:pt x="6908" y="9931"/>
                    </a:moveTo>
                    <a:lnTo>
                      <a:pt x="5136" y="10954"/>
                    </a:lnTo>
                    <a:lnTo>
                      <a:pt x="428" y="10954"/>
                    </a:lnTo>
                    <a:lnTo>
                      <a:pt x="0" y="11187"/>
                    </a:lnTo>
                    <a:lnTo>
                      <a:pt x="5058" y="11187"/>
                    </a:lnTo>
                    <a:lnTo>
                      <a:pt x="5058" y="11070"/>
                    </a:lnTo>
                    <a:cubicBezTo>
                      <a:pt x="5058" y="10993"/>
                      <a:pt x="5117" y="10954"/>
                      <a:pt x="5195" y="10954"/>
                    </a:cubicBezTo>
                    <a:cubicBezTo>
                      <a:pt x="5253" y="10954"/>
                      <a:pt x="5311" y="10993"/>
                      <a:pt x="5311" y="11070"/>
                    </a:cubicBezTo>
                    <a:lnTo>
                      <a:pt x="5311" y="11148"/>
                    </a:lnTo>
                    <a:lnTo>
                      <a:pt x="6887" y="10214"/>
                    </a:lnTo>
                    <a:lnTo>
                      <a:pt x="6887" y="10000"/>
                    </a:lnTo>
                    <a:cubicBezTo>
                      <a:pt x="6887" y="9972"/>
                      <a:pt x="6895" y="9949"/>
                      <a:pt x="6908" y="99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32"/>
              <p:cNvSpPr/>
              <p:nvPr/>
            </p:nvSpPr>
            <p:spPr>
              <a:xfrm>
                <a:off x="801175" y="748075"/>
                <a:ext cx="1170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15" extrusionOk="0">
                    <a:moveTo>
                      <a:pt x="137" y="1"/>
                    </a:moveTo>
                    <a:cubicBezTo>
                      <a:pt x="59" y="1"/>
                      <a:pt x="0" y="78"/>
                      <a:pt x="0" y="117"/>
                    </a:cubicBezTo>
                    <a:cubicBezTo>
                      <a:pt x="0" y="176"/>
                      <a:pt x="39" y="195"/>
                      <a:pt x="78" y="215"/>
                    </a:cubicBezTo>
                    <a:lnTo>
                      <a:pt x="4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32"/>
              <p:cNvSpPr/>
              <p:nvPr/>
            </p:nvSpPr>
            <p:spPr>
              <a:xfrm>
                <a:off x="866825" y="748075"/>
                <a:ext cx="229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235" extrusionOk="0">
                    <a:moveTo>
                      <a:pt x="429" y="1"/>
                    </a:moveTo>
                    <a:lnTo>
                      <a:pt x="1" y="234"/>
                    </a:lnTo>
                    <a:lnTo>
                      <a:pt x="487" y="234"/>
                    </a:lnTo>
                    <a:lnTo>
                      <a:pt x="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32"/>
              <p:cNvSpPr/>
              <p:nvPr/>
            </p:nvSpPr>
            <p:spPr>
              <a:xfrm>
                <a:off x="1155750" y="2081725"/>
                <a:ext cx="104575" cy="60825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2433" extrusionOk="0">
                    <a:moveTo>
                      <a:pt x="3969" y="0"/>
                    </a:moveTo>
                    <a:lnTo>
                      <a:pt x="0" y="2296"/>
                    </a:lnTo>
                    <a:cubicBezTo>
                      <a:pt x="20" y="2296"/>
                      <a:pt x="58" y="2315"/>
                      <a:pt x="58" y="2315"/>
                    </a:cubicBezTo>
                    <a:cubicBezTo>
                      <a:pt x="117" y="2374"/>
                      <a:pt x="175" y="2393"/>
                      <a:pt x="214" y="2432"/>
                    </a:cubicBezTo>
                    <a:lnTo>
                      <a:pt x="4183" y="156"/>
                    </a:lnTo>
                    <a:cubicBezTo>
                      <a:pt x="4163" y="156"/>
                      <a:pt x="4125" y="117"/>
                      <a:pt x="4105" y="117"/>
                    </a:cubicBezTo>
                    <a:cubicBezTo>
                      <a:pt x="4066" y="98"/>
                      <a:pt x="4008" y="59"/>
                      <a:pt x="39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32"/>
              <p:cNvSpPr/>
              <p:nvPr/>
            </p:nvSpPr>
            <p:spPr>
              <a:xfrm>
                <a:off x="1252050" y="206152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328" y="712"/>
                    </a:moveTo>
                    <a:cubicBezTo>
                      <a:pt x="345" y="726"/>
                      <a:pt x="366" y="738"/>
                      <a:pt x="389" y="750"/>
                    </a:cubicBezTo>
                    <a:cubicBezTo>
                      <a:pt x="390" y="751"/>
                      <a:pt x="391" y="751"/>
                      <a:pt x="393" y="752"/>
                    </a:cubicBezTo>
                    <a:lnTo>
                      <a:pt x="393" y="752"/>
                    </a:lnTo>
                    <a:cubicBezTo>
                      <a:pt x="377" y="730"/>
                      <a:pt x="354" y="716"/>
                      <a:pt x="328" y="712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8" y="50"/>
                      <a:pt x="253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33"/>
                      <a:pt x="39" y="731"/>
                      <a:pt x="117" y="808"/>
                    </a:cubicBezTo>
                    <a:lnTo>
                      <a:pt x="234" y="731"/>
                    </a:lnTo>
                    <a:cubicBezTo>
                      <a:pt x="260" y="718"/>
                      <a:pt x="285" y="711"/>
                      <a:pt x="309" y="711"/>
                    </a:cubicBezTo>
                    <a:cubicBezTo>
                      <a:pt x="316" y="711"/>
                      <a:pt x="322" y="712"/>
                      <a:pt x="328" y="712"/>
                    </a:cubicBezTo>
                    <a:lnTo>
                      <a:pt x="328" y="712"/>
                    </a:lnTo>
                    <a:cubicBezTo>
                      <a:pt x="258" y="661"/>
                      <a:pt x="234" y="602"/>
                      <a:pt x="234" y="555"/>
                    </a:cubicBezTo>
                    <a:cubicBezTo>
                      <a:pt x="234" y="478"/>
                      <a:pt x="292" y="400"/>
                      <a:pt x="389" y="361"/>
                    </a:cubicBezTo>
                    <a:cubicBezTo>
                      <a:pt x="506" y="283"/>
                      <a:pt x="681" y="264"/>
                      <a:pt x="817" y="264"/>
                    </a:cubicBezTo>
                    <a:cubicBezTo>
                      <a:pt x="992" y="264"/>
                      <a:pt x="1129" y="283"/>
                      <a:pt x="1245" y="361"/>
                    </a:cubicBezTo>
                    <a:cubicBezTo>
                      <a:pt x="1362" y="400"/>
                      <a:pt x="1401" y="478"/>
                      <a:pt x="1401" y="555"/>
                    </a:cubicBezTo>
                    <a:cubicBezTo>
                      <a:pt x="1401" y="614"/>
                      <a:pt x="1343" y="672"/>
                      <a:pt x="1245" y="750"/>
                    </a:cubicBezTo>
                    <a:cubicBezTo>
                      <a:pt x="1129" y="818"/>
                      <a:pt x="968" y="852"/>
                      <a:pt x="810" y="852"/>
                    </a:cubicBezTo>
                    <a:cubicBezTo>
                      <a:pt x="654" y="852"/>
                      <a:pt x="499" y="819"/>
                      <a:pt x="393" y="752"/>
                    </a:cubicBezTo>
                    <a:lnTo>
                      <a:pt x="393" y="752"/>
                    </a:lnTo>
                    <a:cubicBezTo>
                      <a:pt x="400" y="762"/>
                      <a:pt x="405" y="775"/>
                      <a:pt x="409" y="789"/>
                    </a:cubicBezTo>
                    <a:cubicBezTo>
                      <a:pt x="428" y="847"/>
                      <a:pt x="428" y="906"/>
                      <a:pt x="350" y="964"/>
                    </a:cubicBezTo>
                    <a:lnTo>
                      <a:pt x="331" y="983"/>
                    </a:lnTo>
                    <a:cubicBezTo>
                      <a:pt x="487" y="1061"/>
                      <a:pt x="642" y="1081"/>
                      <a:pt x="817" y="1081"/>
                    </a:cubicBezTo>
                    <a:cubicBezTo>
                      <a:pt x="1012" y="1081"/>
                      <a:pt x="1226" y="1042"/>
                      <a:pt x="1381" y="925"/>
                    </a:cubicBezTo>
                    <a:cubicBezTo>
                      <a:pt x="1557" y="847"/>
                      <a:pt x="1654" y="692"/>
                      <a:pt x="1654" y="536"/>
                    </a:cubicBezTo>
                    <a:cubicBezTo>
                      <a:pt x="1654" y="400"/>
                      <a:pt x="1537" y="244"/>
                      <a:pt x="1381" y="147"/>
                    </a:cubicBezTo>
                    <a:cubicBezTo>
                      <a:pt x="1226" y="50"/>
                      <a:pt x="1026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32"/>
              <p:cNvSpPr/>
              <p:nvPr/>
            </p:nvSpPr>
            <p:spPr>
              <a:xfrm>
                <a:off x="1254950" y="2079100"/>
                <a:ext cx="782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61" extrusionOk="0">
                    <a:moveTo>
                      <a:pt x="175" y="1"/>
                    </a:moveTo>
                    <a:cubicBezTo>
                      <a:pt x="157" y="1"/>
                      <a:pt x="137" y="3"/>
                      <a:pt x="118" y="8"/>
                    </a:cubicBezTo>
                    <a:lnTo>
                      <a:pt x="1" y="86"/>
                    </a:lnTo>
                    <a:cubicBezTo>
                      <a:pt x="40" y="164"/>
                      <a:pt x="98" y="183"/>
                      <a:pt x="137" y="222"/>
                    </a:cubicBezTo>
                    <a:cubicBezTo>
                      <a:pt x="157" y="261"/>
                      <a:pt x="195" y="261"/>
                      <a:pt x="215" y="261"/>
                    </a:cubicBezTo>
                    <a:lnTo>
                      <a:pt x="234" y="222"/>
                    </a:lnTo>
                    <a:cubicBezTo>
                      <a:pt x="293" y="203"/>
                      <a:pt x="312" y="144"/>
                      <a:pt x="293" y="66"/>
                    </a:cubicBezTo>
                    <a:cubicBezTo>
                      <a:pt x="278" y="23"/>
                      <a:pt x="231" y="1"/>
                      <a:pt x="1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32"/>
              <p:cNvSpPr/>
              <p:nvPr/>
            </p:nvSpPr>
            <p:spPr>
              <a:xfrm>
                <a:off x="1123650" y="2137525"/>
                <a:ext cx="40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37" extrusionOk="0">
                    <a:moveTo>
                      <a:pt x="778" y="181"/>
                    </a:moveTo>
                    <a:cubicBezTo>
                      <a:pt x="953" y="181"/>
                      <a:pt x="1090" y="200"/>
                      <a:pt x="1206" y="278"/>
                    </a:cubicBezTo>
                    <a:cubicBezTo>
                      <a:pt x="1304" y="317"/>
                      <a:pt x="1362" y="395"/>
                      <a:pt x="1362" y="473"/>
                    </a:cubicBezTo>
                    <a:cubicBezTo>
                      <a:pt x="1362" y="550"/>
                      <a:pt x="1304" y="589"/>
                      <a:pt x="1206" y="667"/>
                    </a:cubicBezTo>
                    <a:cubicBezTo>
                      <a:pt x="1099" y="735"/>
                      <a:pt x="944" y="769"/>
                      <a:pt x="783" y="769"/>
                    </a:cubicBezTo>
                    <a:cubicBezTo>
                      <a:pt x="623" y="769"/>
                      <a:pt x="457" y="735"/>
                      <a:pt x="331" y="667"/>
                    </a:cubicBezTo>
                    <a:cubicBezTo>
                      <a:pt x="234" y="628"/>
                      <a:pt x="195" y="550"/>
                      <a:pt x="195" y="473"/>
                    </a:cubicBezTo>
                    <a:cubicBezTo>
                      <a:pt x="195" y="395"/>
                      <a:pt x="234" y="356"/>
                      <a:pt x="331" y="278"/>
                    </a:cubicBezTo>
                    <a:cubicBezTo>
                      <a:pt x="467" y="200"/>
                      <a:pt x="623" y="181"/>
                      <a:pt x="778" y="181"/>
                    </a:cubicBezTo>
                    <a:close/>
                    <a:moveTo>
                      <a:pt x="807" y="1"/>
                    </a:moveTo>
                    <a:cubicBezTo>
                      <a:pt x="632" y="1"/>
                      <a:pt x="457" y="35"/>
                      <a:pt x="311" y="103"/>
                    </a:cubicBezTo>
                    <a:cubicBezTo>
                      <a:pt x="370" y="161"/>
                      <a:pt x="389" y="200"/>
                      <a:pt x="331" y="259"/>
                    </a:cubicBezTo>
                    <a:cubicBezTo>
                      <a:pt x="311" y="297"/>
                      <a:pt x="272" y="297"/>
                      <a:pt x="234" y="297"/>
                    </a:cubicBezTo>
                    <a:cubicBezTo>
                      <a:pt x="214" y="297"/>
                      <a:pt x="195" y="297"/>
                      <a:pt x="195" y="278"/>
                    </a:cubicBezTo>
                    <a:lnTo>
                      <a:pt x="117" y="220"/>
                    </a:lnTo>
                    <a:cubicBezTo>
                      <a:pt x="39" y="297"/>
                      <a:pt x="0" y="395"/>
                      <a:pt x="0" y="492"/>
                    </a:cubicBezTo>
                    <a:cubicBezTo>
                      <a:pt x="0" y="648"/>
                      <a:pt x="97" y="784"/>
                      <a:pt x="272" y="881"/>
                    </a:cubicBezTo>
                    <a:cubicBezTo>
                      <a:pt x="428" y="978"/>
                      <a:pt x="623" y="1037"/>
                      <a:pt x="817" y="1037"/>
                    </a:cubicBezTo>
                    <a:cubicBezTo>
                      <a:pt x="992" y="1037"/>
                      <a:pt x="1167" y="978"/>
                      <a:pt x="1304" y="939"/>
                    </a:cubicBezTo>
                    <a:lnTo>
                      <a:pt x="1265" y="920"/>
                    </a:lnTo>
                    <a:cubicBezTo>
                      <a:pt x="1167" y="842"/>
                      <a:pt x="1148" y="764"/>
                      <a:pt x="1187" y="725"/>
                    </a:cubicBezTo>
                    <a:cubicBezTo>
                      <a:pt x="1201" y="682"/>
                      <a:pt x="1249" y="660"/>
                      <a:pt x="1304" y="660"/>
                    </a:cubicBezTo>
                    <a:cubicBezTo>
                      <a:pt x="1323" y="660"/>
                      <a:pt x="1342" y="662"/>
                      <a:pt x="1362" y="667"/>
                    </a:cubicBezTo>
                    <a:lnTo>
                      <a:pt x="1498" y="764"/>
                    </a:lnTo>
                    <a:cubicBezTo>
                      <a:pt x="1576" y="687"/>
                      <a:pt x="1634" y="589"/>
                      <a:pt x="1634" y="492"/>
                    </a:cubicBezTo>
                    <a:cubicBezTo>
                      <a:pt x="1634" y="395"/>
                      <a:pt x="1576" y="297"/>
                      <a:pt x="1498" y="220"/>
                    </a:cubicBezTo>
                    <a:lnTo>
                      <a:pt x="1440" y="278"/>
                    </a:lnTo>
                    <a:cubicBezTo>
                      <a:pt x="1401" y="278"/>
                      <a:pt x="1381" y="297"/>
                      <a:pt x="1381" y="297"/>
                    </a:cubicBezTo>
                    <a:cubicBezTo>
                      <a:pt x="1342" y="297"/>
                      <a:pt x="1304" y="278"/>
                      <a:pt x="1284" y="259"/>
                    </a:cubicBezTo>
                    <a:cubicBezTo>
                      <a:pt x="1265" y="200"/>
                      <a:pt x="1265" y="122"/>
                      <a:pt x="1304" y="103"/>
                    </a:cubicBezTo>
                    <a:cubicBezTo>
                      <a:pt x="1158" y="35"/>
                      <a:pt x="983" y="1"/>
                      <a:pt x="8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32"/>
              <p:cNvSpPr/>
              <p:nvPr/>
            </p:nvSpPr>
            <p:spPr>
              <a:xfrm>
                <a:off x="1153800" y="2139125"/>
                <a:ext cx="6825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15" extrusionOk="0">
                    <a:moveTo>
                      <a:pt x="78" y="0"/>
                    </a:moveTo>
                    <a:cubicBezTo>
                      <a:pt x="39" y="39"/>
                      <a:pt x="0" y="97"/>
                      <a:pt x="59" y="175"/>
                    </a:cubicBezTo>
                    <a:cubicBezTo>
                      <a:pt x="78" y="214"/>
                      <a:pt x="117" y="214"/>
                      <a:pt x="156" y="214"/>
                    </a:cubicBezTo>
                    <a:cubicBezTo>
                      <a:pt x="175" y="214"/>
                      <a:pt x="195" y="214"/>
                      <a:pt x="195" y="195"/>
                    </a:cubicBezTo>
                    <a:lnTo>
                      <a:pt x="273" y="136"/>
                    </a:lnTo>
                    <a:cubicBezTo>
                      <a:pt x="214" y="97"/>
                      <a:pt x="175" y="39"/>
                      <a:pt x="117" y="19"/>
                    </a:cubicBezTo>
                    <a:cubicBezTo>
                      <a:pt x="98" y="19"/>
                      <a:pt x="78" y="0"/>
                      <a:pt x="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32"/>
              <p:cNvSpPr/>
              <p:nvPr/>
            </p:nvSpPr>
            <p:spPr>
              <a:xfrm>
                <a:off x="1155250" y="2156125"/>
                <a:ext cx="326375" cy="192650"/>
              </a:xfrm>
              <a:custGeom>
                <a:avLst/>
                <a:gdLst/>
                <a:ahLst/>
                <a:cxnLst/>
                <a:rect l="l" t="t" r="r" b="b"/>
                <a:pathLst>
                  <a:path w="13055" h="7706" extrusionOk="0">
                    <a:moveTo>
                      <a:pt x="215" y="1"/>
                    </a:moveTo>
                    <a:cubicBezTo>
                      <a:pt x="195" y="59"/>
                      <a:pt x="137" y="98"/>
                      <a:pt x="78" y="137"/>
                    </a:cubicBezTo>
                    <a:cubicBezTo>
                      <a:pt x="40" y="137"/>
                      <a:pt x="20" y="176"/>
                      <a:pt x="1" y="176"/>
                    </a:cubicBezTo>
                    <a:lnTo>
                      <a:pt x="13055" y="7705"/>
                    </a:lnTo>
                    <a:lnTo>
                      <a:pt x="13055" y="7413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32"/>
              <p:cNvSpPr/>
              <p:nvPr/>
            </p:nvSpPr>
            <p:spPr>
              <a:xfrm>
                <a:off x="1152825" y="2153925"/>
                <a:ext cx="830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65" extrusionOk="0">
                    <a:moveTo>
                      <a:pt x="137" y="0"/>
                    </a:moveTo>
                    <a:cubicBezTo>
                      <a:pt x="98" y="0"/>
                      <a:pt x="59" y="18"/>
                      <a:pt x="20" y="69"/>
                    </a:cubicBezTo>
                    <a:cubicBezTo>
                      <a:pt x="0" y="108"/>
                      <a:pt x="0" y="186"/>
                      <a:pt x="78" y="225"/>
                    </a:cubicBezTo>
                    <a:lnTo>
                      <a:pt x="117" y="264"/>
                    </a:lnTo>
                    <a:cubicBezTo>
                      <a:pt x="137" y="264"/>
                      <a:pt x="175" y="225"/>
                      <a:pt x="195" y="225"/>
                    </a:cubicBezTo>
                    <a:cubicBezTo>
                      <a:pt x="234" y="186"/>
                      <a:pt x="292" y="147"/>
                      <a:pt x="331" y="108"/>
                    </a:cubicBezTo>
                    <a:lnTo>
                      <a:pt x="195" y="11"/>
                    </a:lnTo>
                    <a:cubicBezTo>
                      <a:pt x="175" y="5"/>
                      <a:pt x="15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32"/>
              <p:cNvSpPr/>
              <p:nvPr/>
            </p:nvSpPr>
            <p:spPr>
              <a:xfrm>
                <a:off x="1067700" y="2106050"/>
                <a:ext cx="63250" cy="3747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1499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16" y="1498"/>
                    </a:lnTo>
                    <a:cubicBezTo>
                      <a:pt x="2335" y="1420"/>
                      <a:pt x="2374" y="1401"/>
                      <a:pt x="2452" y="1342"/>
                    </a:cubicBezTo>
                    <a:cubicBezTo>
                      <a:pt x="2472" y="1342"/>
                      <a:pt x="2510" y="1323"/>
                      <a:pt x="2530" y="1323"/>
                    </a:cubicBezTo>
                    <a:lnTo>
                      <a:pt x="2510" y="132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32"/>
              <p:cNvSpPr/>
              <p:nvPr/>
            </p:nvSpPr>
            <p:spPr>
              <a:xfrm>
                <a:off x="1028300" y="2083175"/>
                <a:ext cx="394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916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24" y="915"/>
                    </a:lnTo>
                    <a:lnTo>
                      <a:pt x="1577" y="77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32"/>
              <p:cNvSpPr/>
              <p:nvPr/>
            </p:nvSpPr>
            <p:spPr>
              <a:xfrm>
                <a:off x="1125575" y="2139600"/>
                <a:ext cx="63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6" extrusionOk="0">
                    <a:moveTo>
                      <a:pt x="215" y="0"/>
                    </a:moveTo>
                    <a:cubicBezTo>
                      <a:pt x="195" y="0"/>
                      <a:pt x="157" y="20"/>
                      <a:pt x="137" y="20"/>
                    </a:cubicBezTo>
                    <a:cubicBezTo>
                      <a:pt x="59" y="59"/>
                      <a:pt x="20" y="98"/>
                      <a:pt x="1" y="156"/>
                    </a:cubicBezTo>
                    <a:lnTo>
                      <a:pt x="59" y="195"/>
                    </a:lnTo>
                    <a:lnTo>
                      <a:pt x="137" y="195"/>
                    </a:lnTo>
                    <a:cubicBezTo>
                      <a:pt x="195" y="195"/>
                      <a:pt x="215" y="176"/>
                      <a:pt x="234" y="156"/>
                    </a:cubicBezTo>
                    <a:cubicBezTo>
                      <a:pt x="254" y="98"/>
                      <a:pt x="254" y="20"/>
                      <a:pt x="2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32"/>
              <p:cNvSpPr/>
              <p:nvPr/>
            </p:nvSpPr>
            <p:spPr>
              <a:xfrm>
                <a:off x="888225" y="2106050"/>
                <a:ext cx="179500" cy="84650"/>
              </a:xfrm>
              <a:custGeom>
                <a:avLst/>
                <a:gdLst/>
                <a:ahLst/>
                <a:cxnLst/>
                <a:rect l="l" t="t" r="r" b="b"/>
                <a:pathLst>
                  <a:path w="7180" h="3386" extrusionOk="0">
                    <a:moveTo>
                      <a:pt x="6927" y="0"/>
                    </a:moveTo>
                    <a:lnTo>
                      <a:pt x="4359" y="1498"/>
                    </a:lnTo>
                    <a:cubicBezTo>
                      <a:pt x="4398" y="1518"/>
                      <a:pt x="4417" y="1576"/>
                      <a:pt x="4398" y="1654"/>
                    </a:cubicBezTo>
                    <a:cubicBezTo>
                      <a:pt x="4378" y="1712"/>
                      <a:pt x="4339" y="1712"/>
                      <a:pt x="4300" y="1712"/>
                    </a:cubicBezTo>
                    <a:cubicBezTo>
                      <a:pt x="4281" y="1712"/>
                      <a:pt x="4261" y="1712"/>
                      <a:pt x="4261" y="1673"/>
                    </a:cubicBezTo>
                    <a:lnTo>
                      <a:pt x="4145" y="1615"/>
                    </a:lnTo>
                    <a:lnTo>
                      <a:pt x="1557" y="3093"/>
                    </a:lnTo>
                    <a:lnTo>
                      <a:pt x="254" y="2335"/>
                    </a:lnTo>
                    <a:lnTo>
                      <a:pt x="1" y="2490"/>
                    </a:lnTo>
                    <a:lnTo>
                      <a:pt x="1518" y="3366"/>
                    </a:lnTo>
                    <a:cubicBezTo>
                      <a:pt x="1538" y="3366"/>
                      <a:pt x="1557" y="3385"/>
                      <a:pt x="1557" y="3385"/>
                    </a:cubicBezTo>
                    <a:cubicBezTo>
                      <a:pt x="1577" y="3385"/>
                      <a:pt x="1616" y="3385"/>
                      <a:pt x="1616" y="3366"/>
                    </a:cubicBezTo>
                    <a:lnTo>
                      <a:pt x="7180" y="156"/>
                    </a:lnTo>
                    <a:lnTo>
                      <a:pt x="692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32"/>
              <p:cNvSpPr/>
              <p:nvPr/>
            </p:nvSpPr>
            <p:spPr>
              <a:xfrm>
                <a:off x="1068200" y="2001475"/>
                <a:ext cx="143975" cy="104100"/>
              </a:xfrm>
              <a:custGeom>
                <a:avLst/>
                <a:gdLst/>
                <a:ahLst/>
                <a:cxnLst/>
                <a:rect l="l" t="t" r="r" b="b"/>
                <a:pathLst>
                  <a:path w="5759" h="4164" extrusionOk="0">
                    <a:moveTo>
                      <a:pt x="4339" y="0"/>
                    </a:moveTo>
                    <a:lnTo>
                      <a:pt x="4086" y="156"/>
                    </a:lnTo>
                    <a:lnTo>
                      <a:pt x="5409" y="915"/>
                    </a:lnTo>
                    <a:lnTo>
                      <a:pt x="2743" y="2432"/>
                    </a:lnTo>
                    <a:cubicBezTo>
                      <a:pt x="2802" y="2471"/>
                      <a:pt x="2821" y="2529"/>
                      <a:pt x="2802" y="2607"/>
                    </a:cubicBezTo>
                    <a:cubicBezTo>
                      <a:pt x="2782" y="2666"/>
                      <a:pt x="2724" y="2666"/>
                      <a:pt x="2704" y="2666"/>
                    </a:cubicBezTo>
                    <a:cubicBezTo>
                      <a:pt x="2685" y="2666"/>
                      <a:pt x="2646" y="2666"/>
                      <a:pt x="2646" y="2627"/>
                    </a:cubicBezTo>
                    <a:lnTo>
                      <a:pt x="2529" y="2568"/>
                    </a:lnTo>
                    <a:lnTo>
                      <a:pt x="0" y="4027"/>
                    </a:lnTo>
                    <a:lnTo>
                      <a:pt x="253" y="4164"/>
                    </a:lnTo>
                    <a:lnTo>
                      <a:pt x="5720" y="1012"/>
                    </a:lnTo>
                    <a:cubicBezTo>
                      <a:pt x="5759" y="973"/>
                      <a:pt x="5759" y="934"/>
                      <a:pt x="5759" y="915"/>
                    </a:cubicBezTo>
                    <a:cubicBezTo>
                      <a:pt x="5759" y="856"/>
                      <a:pt x="5739" y="837"/>
                      <a:pt x="5720" y="817"/>
                    </a:cubicBezTo>
                    <a:lnTo>
                      <a:pt x="43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2"/>
              <p:cNvSpPr/>
              <p:nvPr/>
            </p:nvSpPr>
            <p:spPr>
              <a:xfrm>
                <a:off x="1061375" y="21026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254" y="254"/>
                    </a:lnTo>
                    <a:lnTo>
                      <a:pt x="487" y="13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32"/>
              <p:cNvSpPr/>
              <p:nvPr/>
            </p:nvSpPr>
            <p:spPr>
              <a:xfrm>
                <a:off x="1097850" y="2043300"/>
                <a:ext cx="3895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915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1324" y="915"/>
                    </a:lnTo>
                    <a:lnTo>
                      <a:pt x="1557" y="759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32"/>
              <p:cNvSpPr/>
              <p:nvPr/>
            </p:nvSpPr>
            <p:spPr>
              <a:xfrm>
                <a:off x="1130925" y="2062275"/>
                <a:ext cx="782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34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118" y="234"/>
                    </a:lnTo>
                    <a:lnTo>
                      <a:pt x="195" y="234"/>
                    </a:lnTo>
                    <a:cubicBezTo>
                      <a:pt x="234" y="234"/>
                      <a:pt x="273" y="195"/>
                      <a:pt x="293" y="175"/>
                    </a:cubicBezTo>
                    <a:cubicBezTo>
                      <a:pt x="312" y="136"/>
                      <a:pt x="312" y="58"/>
                      <a:pt x="2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32"/>
              <p:cNvSpPr/>
              <p:nvPr/>
            </p:nvSpPr>
            <p:spPr>
              <a:xfrm>
                <a:off x="958275" y="2124525"/>
                <a:ext cx="389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96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1304" y="895"/>
                    </a:lnTo>
                    <a:lnTo>
                      <a:pt x="1557" y="759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32"/>
              <p:cNvSpPr/>
              <p:nvPr/>
            </p:nvSpPr>
            <p:spPr>
              <a:xfrm>
                <a:off x="990850" y="2143500"/>
                <a:ext cx="830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15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137" y="214"/>
                    </a:lnTo>
                    <a:lnTo>
                      <a:pt x="195" y="214"/>
                    </a:lnTo>
                    <a:cubicBezTo>
                      <a:pt x="254" y="214"/>
                      <a:pt x="273" y="175"/>
                      <a:pt x="293" y="156"/>
                    </a:cubicBezTo>
                    <a:cubicBezTo>
                      <a:pt x="332" y="117"/>
                      <a:pt x="332" y="39"/>
                      <a:pt x="2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32"/>
              <p:cNvSpPr/>
              <p:nvPr/>
            </p:nvSpPr>
            <p:spPr>
              <a:xfrm>
                <a:off x="997675" y="1901750"/>
                <a:ext cx="192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4437" extrusionOk="0">
                    <a:moveTo>
                      <a:pt x="1323" y="1"/>
                    </a:moveTo>
                    <a:lnTo>
                      <a:pt x="0" y="760"/>
                    </a:lnTo>
                    <a:lnTo>
                      <a:pt x="6381" y="4437"/>
                    </a:lnTo>
                    <a:lnTo>
                      <a:pt x="6887" y="4145"/>
                    </a:lnTo>
                    <a:lnTo>
                      <a:pt x="5448" y="3308"/>
                    </a:lnTo>
                    <a:cubicBezTo>
                      <a:pt x="5428" y="3269"/>
                      <a:pt x="5409" y="3192"/>
                      <a:pt x="5428" y="3153"/>
                    </a:cubicBezTo>
                    <a:cubicBezTo>
                      <a:pt x="5443" y="3109"/>
                      <a:pt x="5490" y="3087"/>
                      <a:pt x="5546" y="3087"/>
                    </a:cubicBezTo>
                    <a:cubicBezTo>
                      <a:pt x="5564" y="3087"/>
                      <a:pt x="5584" y="3089"/>
                      <a:pt x="5603" y="3094"/>
                    </a:cubicBezTo>
                    <a:lnTo>
                      <a:pt x="7160" y="3989"/>
                    </a:lnTo>
                    <a:lnTo>
                      <a:pt x="7685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32"/>
              <p:cNvSpPr/>
              <p:nvPr/>
            </p:nvSpPr>
            <p:spPr>
              <a:xfrm>
                <a:off x="1132400" y="1978825"/>
                <a:ext cx="442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062" extrusionOk="0">
                    <a:moveTo>
                      <a:pt x="152" y="1"/>
                    </a:moveTo>
                    <a:cubicBezTo>
                      <a:pt x="108" y="1"/>
                      <a:pt x="65" y="18"/>
                      <a:pt x="39" y="70"/>
                    </a:cubicBezTo>
                    <a:cubicBezTo>
                      <a:pt x="0" y="109"/>
                      <a:pt x="0" y="186"/>
                      <a:pt x="78" y="225"/>
                    </a:cubicBezTo>
                    <a:lnTo>
                      <a:pt x="1518" y="1062"/>
                    </a:lnTo>
                    <a:lnTo>
                      <a:pt x="1771" y="906"/>
                    </a:lnTo>
                    <a:lnTo>
                      <a:pt x="214" y="11"/>
                    </a:lnTo>
                    <a:cubicBezTo>
                      <a:pt x="195" y="5"/>
                      <a:pt x="173" y="1"/>
                      <a:pt x="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32"/>
              <p:cNvSpPr/>
              <p:nvPr/>
            </p:nvSpPr>
            <p:spPr>
              <a:xfrm>
                <a:off x="926175" y="1943100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1"/>
                    </a:moveTo>
                    <a:lnTo>
                      <a:pt x="0" y="759"/>
                    </a:lnTo>
                    <a:lnTo>
                      <a:pt x="6362" y="4436"/>
                    </a:lnTo>
                    <a:lnTo>
                      <a:pt x="6868" y="4145"/>
                    </a:lnTo>
                    <a:lnTo>
                      <a:pt x="5487" y="3347"/>
                    </a:lnTo>
                    <a:cubicBezTo>
                      <a:pt x="5409" y="3308"/>
                      <a:pt x="5409" y="3230"/>
                      <a:pt x="5448" y="3191"/>
                    </a:cubicBezTo>
                    <a:cubicBezTo>
                      <a:pt x="5461" y="3164"/>
                      <a:pt x="5504" y="3136"/>
                      <a:pt x="5549" y="3136"/>
                    </a:cubicBezTo>
                    <a:cubicBezTo>
                      <a:pt x="5568" y="3136"/>
                      <a:pt x="5586" y="3141"/>
                      <a:pt x="5603" y="3152"/>
                    </a:cubicBezTo>
                    <a:lnTo>
                      <a:pt x="7121" y="4028"/>
                    </a:lnTo>
                    <a:lnTo>
                      <a:pt x="7685" y="3697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32"/>
              <p:cNvSpPr/>
              <p:nvPr/>
            </p:nvSpPr>
            <p:spPr>
              <a:xfrm>
                <a:off x="1061375" y="2021250"/>
                <a:ext cx="4282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39" extrusionOk="0">
                    <a:moveTo>
                      <a:pt x="133" y="1"/>
                    </a:moveTo>
                    <a:cubicBezTo>
                      <a:pt x="99" y="1"/>
                      <a:pt x="63" y="20"/>
                      <a:pt x="40" y="65"/>
                    </a:cubicBezTo>
                    <a:cubicBezTo>
                      <a:pt x="1" y="104"/>
                      <a:pt x="1" y="182"/>
                      <a:pt x="79" y="240"/>
                    </a:cubicBezTo>
                    <a:lnTo>
                      <a:pt x="1460" y="1038"/>
                    </a:lnTo>
                    <a:lnTo>
                      <a:pt x="1713" y="882"/>
                    </a:lnTo>
                    <a:lnTo>
                      <a:pt x="195" y="26"/>
                    </a:lnTo>
                    <a:cubicBezTo>
                      <a:pt x="179" y="10"/>
                      <a:pt x="156" y="1"/>
                      <a:pt x="1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32"/>
              <p:cNvSpPr/>
              <p:nvPr/>
            </p:nvSpPr>
            <p:spPr>
              <a:xfrm>
                <a:off x="786100" y="2023350"/>
                <a:ext cx="192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4437" extrusionOk="0">
                    <a:moveTo>
                      <a:pt x="1323" y="1"/>
                    </a:moveTo>
                    <a:lnTo>
                      <a:pt x="0" y="759"/>
                    </a:lnTo>
                    <a:lnTo>
                      <a:pt x="6382" y="4436"/>
                    </a:lnTo>
                    <a:lnTo>
                      <a:pt x="6868" y="4145"/>
                    </a:lnTo>
                    <a:lnTo>
                      <a:pt x="5467" y="3347"/>
                    </a:lnTo>
                    <a:cubicBezTo>
                      <a:pt x="5428" y="3347"/>
                      <a:pt x="5428" y="3269"/>
                      <a:pt x="5448" y="3191"/>
                    </a:cubicBezTo>
                    <a:cubicBezTo>
                      <a:pt x="5461" y="3164"/>
                      <a:pt x="5504" y="3136"/>
                      <a:pt x="5556" y="3136"/>
                    </a:cubicBezTo>
                    <a:cubicBezTo>
                      <a:pt x="5577" y="3136"/>
                      <a:pt x="5600" y="3141"/>
                      <a:pt x="5623" y="3152"/>
                    </a:cubicBezTo>
                    <a:lnTo>
                      <a:pt x="7121" y="4028"/>
                    </a:lnTo>
                    <a:lnTo>
                      <a:pt x="7685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32"/>
              <p:cNvSpPr/>
              <p:nvPr/>
            </p:nvSpPr>
            <p:spPr>
              <a:xfrm>
                <a:off x="921800" y="2101500"/>
                <a:ext cx="4232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1039" extrusionOk="0">
                    <a:moveTo>
                      <a:pt x="122" y="1"/>
                    </a:moveTo>
                    <a:cubicBezTo>
                      <a:pt x="88" y="1"/>
                      <a:pt x="54" y="20"/>
                      <a:pt x="20" y="65"/>
                    </a:cubicBezTo>
                    <a:cubicBezTo>
                      <a:pt x="0" y="104"/>
                      <a:pt x="0" y="182"/>
                      <a:pt x="78" y="240"/>
                    </a:cubicBezTo>
                    <a:lnTo>
                      <a:pt x="1459" y="1038"/>
                    </a:lnTo>
                    <a:lnTo>
                      <a:pt x="1693" y="882"/>
                    </a:lnTo>
                    <a:lnTo>
                      <a:pt x="195" y="26"/>
                    </a:lnTo>
                    <a:cubicBezTo>
                      <a:pt x="171" y="10"/>
                      <a:pt x="146" y="1"/>
                      <a:pt x="1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32"/>
              <p:cNvSpPr/>
              <p:nvPr/>
            </p:nvSpPr>
            <p:spPr>
              <a:xfrm>
                <a:off x="714600" y="2065675"/>
                <a:ext cx="192150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17" extrusionOk="0">
                    <a:moveTo>
                      <a:pt x="1304" y="0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926" y="4105"/>
                    </a:lnTo>
                    <a:lnTo>
                      <a:pt x="5603" y="3347"/>
                    </a:lnTo>
                    <a:cubicBezTo>
                      <a:pt x="5545" y="3327"/>
                      <a:pt x="5545" y="3249"/>
                      <a:pt x="5565" y="3171"/>
                    </a:cubicBezTo>
                    <a:cubicBezTo>
                      <a:pt x="5579" y="3143"/>
                      <a:pt x="5624" y="3125"/>
                      <a:pt x="5678" y="3125"/>
                    </a:cubicBezTo>
                    <a:cubicBezTo>
                      <a:pt x="5698" y="3125"/>
                      <a:pt x="5719" y="3127"/>
                      <a:pt x="5740" y="3133"/>
                    </a:cubicBezTo>
                    <a:lnTo>
                      <a:pt x="7160" y="3950"/>
                    </a:lnTo>
                    <a:lnTo>
                      <a:pt x="7685" y="3658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32"/>
              <p:cNvSpPr/>
              <p:nvPr/>
            </p:nvSpPr>
            <p:spPr>
              <a:xfrm>
                <a:off x="852725" y="2144175"/>
                <a:ext cx="40875" cy="246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985" extrusionOk="0">
                    <a:moveTo>
                      <a:pt x="146" y="0"/>
                    </a:moveTo>
                    <a:cubicBezTo>
                      <a:pt x="105" y="0"/>
                      <a:pt x="64" y="14"/>
                      <a:pt x="40" y="51"/>
                    </a:cubicBezTo>
                    <a:cubicBezTo>
                      <a:pt x="1" y="109"/>
                      <a:pt x="1" y="187"/>
                      <a:pt x="78" y="226"/>
                    </a:cubicBezTo>
                    <a:lnTo>
                      <a:pt x="1401" y="985"/>
                    </a:lnTo>
                    <a:lnTo>
                      <a:pt x="1635" y="829"/>
                    </a:lnTo>
                    <a:lnTo>
                      <a:pt x="215" y="12"/>
                    </a:lnTo>
                    <a:cubicBezTo>
                      <a:pt x="193" y="5"/>
                      <a:pt x="169" y="0"/>
                      <a:pt x="1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32"/>
              <p:cNvSpPr/>
              <p:nvPr/>
            </p:nvSpPr>
            <p:spPr>
              <a:xfrm>
                <a:off x="856125" y="1983950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1"/>
                    </a:moveTo>
                    <a:lnTo>
                      <a:pt x="1" y="760"/>
                    </a:lnTo>
                    <a:lnTo>
                      <a:pt x="6363" y="4437"/>
                    </a:lnTo>
                    <a:lnTo>
                      <a:pt x="6888" y="4145"/>
                    </a:lnTo>
                    <a:lnTo>
                      <a:pt x="5545" y="3367"/>
                    </a:lnTo>
                    <a:cubicBezTo>
                      <a:pt x="5487" y="3308"/>
                      <a:pt x="5468" y="3230"/>
                      <a:pt x="5487" y="3191"/>
                    </a:cubicBezTo>
                    <a:cubicBezTo>
                      <a:pt x="5516" y="3148"/>
                      <a:pt x="5556" y="3126"/>
                      <a:pt x="5607" y="3126"/>
                    </a:cubicBezTo>
                    <a:cubicBezTo>
                      <a:pt x="5625" y="3126"/>
                      <a:pt x="5643" y="3128"/>
                      <a:pt x="5662" y="3133"/>
                    </a:cubicBezTo>
                    <a:lnTo>
                      <a:pt x="7121" y="3989"/>
                    </a:lnTo>
                    <a:lnTo>
                      <a:pt x="7686" y="367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32"/>
              <p:cNvSpPr/>
              <p:nvPr/>
            </p:nvSpPr>
            <p:spPr>
              <a:xfrm>
                <a:off x="992800" y="2062000"/>
                <a:ext cx="413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04" extrusionOk="0">
                    <a:moveTo>
                      <a:pt x="145" y="0"/>
                    </a:moveTo>
                    <a:cubicBezTo>
                      <a:pt x="107" y="0"/>
                      <a:pt x="59" y="18"/>
                      <a:pt x="20" y="69"/>
                    </a:cubicBezTo>
                    <a:cubicBezTo>
                      <a:pt x="1" y="108"/>
                      <a:pt x="1" y="186"/>
                      <a:pt x="78" y="225"/>
                    </a:cubicBezTo>
                    <a:lnTo>
                      <a:pt x="1421" y="1003"/>
                    </a:lnTo>
                    <a:lnTo>
                      <a:pt x="1654" y="867"/>
                    </a:lnTo>
                    <a:lnTo>
                      <a:pt x="195" y="11"/>
                    </a:lnTo>
                    <a:cubicBezTo>
                      <a:pt x="182" y="5"/>
                      <a:pt x="165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32"/>
              <p:cNvSpPr/>
              <p:nvPr/>
            </p:nvSpPr>
            <p:spPr>
              <a:xfrm>
                <a:off x="357600" y="1812325"/>
                <a:ext cx="345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049" extrusionOk="0">
                    <a:moveTo>
                      <a:pt x="565" y="1"/>
                    </a:moveTo>
                    <a:cubicBezTo>
                      <a:pt x="367" y="1"/>
                      <a:pt x="170" y="44"/>
                      <a:pt x="20" y="134"/>
                    </a:cubicBezTo>
                    <a:lnTo>
                      <a:pt x="20" y="446"/>
                    </a:lnTo>
                    <a:cubicBezTo>
                      <a:pt x="20" y="407"/>
                      <a:pt x="39" y="348"/>
                      <a:pt x="117" y="329"/>
                    </a:cubicBezTo>
                    <a:cubicBezTo>
                      <a:pt x="234" y="251"/>
                      <a:pt x="409" y="232"/>
                      <a:pt x="565" y="232"/>
                    </a:cubicBezTo>
                    <a:cubicBezTo>
                      <a:pt x="720" y="232"/>
                      <a:pt x="876" y="251"/>
                      <a:pt x="993" y="329"/>
                    </a:cubicBezTo>
                    <a:cubicBezTo>
                      <a:pt x="1090" y="368"/>
                      <a:pt x="1148" y="446"/>
                      <a:pt x="1148" y="524"/>
                    </a:cubicBezTo>
                    <a:cubicBezTo>
                      <a:pt x="1148" y="601"/>
                      <a:pt x="1090" y="640"/>
                      <a:pt x="993" y="718"/>
                    </a:cubicBezTo>
                    <a:cubicBezTo>
                      <a:pt x="876" y="786"/>
                      <a:pt x="711" y="820"/>
                      <a:pt x="548" y="820"/>
                    </a:cubicBezTo>
                    <a:cubicBezTo>
                      <a:pt x="385" y="820"/>
                      <a:pt x="224" y="786"/>
                      <a:pt x="117" y="718"/>
                    </a:cubicBezTo>
                    <a:cubicBezTo>
                      <a:pt x="59" y="679"/>
                      <a:pt x="20" y="640"/>
                      <a:pt x="0" y="601"/>
                    </a:cubicBezTo>
                    <a:lnTo>
                      <a:pt x="0" y="913"/>
                    </a:lnTo>
                    <a:cubicBezTo>
                      <a:pt x="176" y="1010"/>
                      <a:pt x="351" y="1049"/>
                      <a:pt x="545" y="1049"/>
                    </a:cubicBezTo>
                    <a:cubicBezTo>
                      <a:pt x="740" y="1049"/>
                      <a:pt x="973" y="1010"/>
                      <a:pt x="1109" y="913"/>
                    </a:cubicBezTo>
                    <a:cubicBezTo>
                      <a:pt x="1284" y="815"/>
                      <a:pt x="1382" y="660"/>
                      <a:pt x="1382" y="524"/>
                    </a:cubicBezTo>
                    <a:cubicBezTo>
                      <a:pt x="1382" y="426"/>
                      <a:pt x="1323" y="329"/>
                      <a:pt x="1265" y="251"/>
                    </a:cubicBezTo>
                    <a:lnTo>
                      <a:pt x="1129" y="329"/>
                    </a:lnTo>
                    <a:cubicBezTo>
                      <a:pt x="1109" y="329"/>
                      <a:pt x="1090" y="348"/>
                      <a:pt x="1090" y="348"/>
                    </a:cubicBezTo>
                    <a:cubicBezTo>
                      <a:pt x="1032" y="348"/>
                      <a:pt x="1012" y="329"/>
                      <a:pt x="993" y="310"/>
                    </a:cubicBezTo>
                    <a:cubicBezTo>
                      <a:pt x="973" y="251"/>
                      <a:pt x="973" y="173"/>
                      <a:pt x="1032" y="134"/>
                    </a:cubicBezTo>
                    <a:lnTo>
                      <a:pt x="1090" y="115"/>
                    </a:lnTo>
                    <a:cubicBezTo>
                      <a:pt x="939" y="39"/>
                      <a:pt x="751" y="1"/>
                      <a:pt x="5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32"/>
              <p:cNvSpPr/>
              <p:nvPr/>
            </p:nvSpPr>
            <p:spPr>
              <a:xfrm>
                <a:off x="381425" y="1814225"/>
                <a:ext cx="73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3" extrusionOk="0">
                    <a:moveTo>
                      <a:pt x="98" y="0"/>
                    </a:moveTo>
                    <a:lnTo>
                      <a:pt x="40" y="20"/>
                    </a:lnTo>
                    <a:cubicBezTo>
                      <a:pt x="20" y="58"/>
                      <a:pt x="1" y="117"/>
                      <a:pt x="20" y="195"/>
                    </a:cubicBezTo>
                    <a:cubicBezTo>
                      <a:pt x="40" y="253"/>
                      <a:pt x="98" y="253"/>
                      <a:pt x="117" y="253"/>
                    </a:cubicBezTo>
                    <a:cubicBezTo>
                      <a:pt x="137" y="253"/>
                      <a:pt x="156" y="253"/>
                      <a:pt x="156" y="214"/>
                    </a:cubicBezTo>
                    <a:lnTo>
                      <a:pt x="293" y="156"/>
                    </a:lnTo>
                    <a:cubicBezTo>
                      <a:pt x="234" y="97"/>
                      <a:pt x="195" y="58"/>
                      <a:pt x="137" y="20"/>
                    </a:cubicBezTo>
                    <a:cubicBezTo>
                      <a:pt x="117" y="20"/>
                      <a:pt x="98" y="0"/>
                      <a:pt x="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32"/>
              <p:cNvSpPr/>
              <p:nvPr/>
            </p:nvSpPr>
            <p:spPr>
              <a:xfrm>
                <a:off x="382900" y="19266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798" y="232"/>
                    </a:moveTo>
                    <a:cubicBezTo>
                      <a:pt x="973" y="232"/>
                      <a:pt x="1129" y="251"/>
                      <a:pt x="1245" y="329"/>
                    </a:cubicBezTo>
                    <a:cubicBezTo>
                      <a:pt x="1343" y="368"/>
                      <a:pt x="1381" y="446"/>
                      <a:pt x="1381" y="523"/>
                    </a:cubicBezTo>
                    <a:cubicBezTo>
                      <a:pt x="1401" y="601"/>
                      <a:pt x="1343" y="660"/>
                      <a:pt x="1245" y="718"/>
                    </a:cubicBezTo>
                    <a:cubicBezTo>
                      <a:pt x="1129" y="786"/>
                      <a:pt x="963" y="820"/>
                      <a:pt x="800" y="820"/>
                    </a:cubicBezTo>
                    <a:cubicBezTo>
                      <a:pt x="637" y="820"/>
                      <a:pt x="477" y="786"/>
                      <a:pt x="370" y="718"/>
                    </a:cubicBezTo>
                    <a:cubicBezTo>
                      <a:pt x="272" y="660"/>
                      <a:pt x="234" y="601"/>
                      <a:pt x="234" y="523"/>
                    </a:cubicBezTo>
                    <a:cubicBezTo>
                      <a:pt x="234" y="446"/>
                      <a:pt x="272" y="407"/>
                      <a:pt x="370" y="329"/>
                    </a:cubicBezTo>
                    <a:cubicBezTo>
                      <a:pt x="487" y="251"/>
                      <a:pt x="662" y="232"/>
                      <a:pt x="798" y="232"/>
                    </a:cubicBezTo>
                    <a:close/>
                    <a:moveTo>
                      <a:pt x="807" y="1"/>
                    </a:moveTo>
                    <a:cubicBezTo>
                      <a:pt x="614" y="1"/>
                      <a:pt x="423" y="44"/>
                      <a:pt x="272" y="134"/>
                    </a:cubicBezTo>
                    <a:cubicBezTo>
                      <a:pt x="97" y="232"/>
                      <a:pt x="0" y="368"/>
                      <a:pt x="0" y="523"/>
                    </a:cubicBezTo>
                    <a:cubicBezTo>
                      <a:pt x="0" y="660"/>
                      <a:pt x="97" y="815"/>
                      <a:pt x="272" y="913"/>
                    </a:cubicBezTo>
                    <a:cubicBezTo>
                      <a:pt x="448" y="1010"/>
                      <a:pt x="642" y="1049"/>
                      <a:pt x="837" y="1049"/>
                    </a:cubicBezTo>
                    <a:cubicBezTo>
                      <a:pt x="1031" y="1049"/>
                      <a:pt x="1245" y="1010"/>
                      <a:pt x="1401" y="913"/>
                    </a:cubicBezTo>
                    <a:cubicBezTo>
                      <a:pt x="1557" y="815"/>
                      <a:pt x="1654" y="660"/>
                      <a:pt x="1654" y="523"/>
                    </a:cubicBezTo>
                    <a:cubicBezTo>
                      <a:pt x="1654" y="426"/>
                      <a:pt x="1615" y="329"/>
                      <a:pt x="1537" y="251"/>
                    </a:cubicBezTo>
                    <a:lnTo>
                      <a:pt x="1401" y="329"/>
                    </a:lnTo>
                    <a:cubicBezTo>
                      <a:pt x="1362" y="329"/>
                      <a:pt x="1343" y="348"/>
                      <a:pt x="1343" y="348"/>
                    </a:cubicBezTo>
                    <a:cubicBezTo>
                      <a:pt x="1284" y="348"/>
                      <a:pt x="1265" y="329"/>
                      <a:pt x="1245" y="309"/>
                    </a:cubicBezTo>
                    <a:cubicBezTo>
                      <a:pt x="1226" y="251"/>
                      <a:pt x="1226" y="173"/>
                      <a:pt x="1304" y="134"/>
                    </a:cubicBezTo>
                    <a:lnTo>
                      <a:pt x="1323" y="115"/>
                    </a:lnTo>
                    <a:cubicBezTo>
                      <a:pt x="1172" y="39"/>
                      <a:pt x="989" y="1"/>
                      <a:pt x="8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32"/>
              <p:cNvSpPr/>
              <p:nvPr/>
            </p:nvSpPr>
            <p:spPr>
              <a:xfrm>
                <a:off x="412075" y="1928500"/>
                <a:ext cx="83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54" extrusionOk="0">
                    <a:moveTo>
                      <a:pt x="98" y="1"/>
                    </a:moveTo>
                    <a:lnTo>
                      <a:pt x="78" y="20"/>
                    </a:lnTo>
                    <a:cubicBezTo>
                      <a:pt x="39" y="79"/>
                      <a:pt x="0" y="157"/>
                      <a:pt x="59" y="196"/>
                    </a:cubicBezTo>
                    <a:cubicBezTo>
                      <a:pt x="78" y="254"/>
                      <a:pt x="117" y="254"/>
                      <a:pt x="156" y="254"/>
                    </a:cubicBezTo>
                    <a:cubicBezTo>
                      <a:pt x="176" y="254"/>
                      <a:pt x="195" y="254"/>
                      <a:pt x="195" y="215"/>
                    </a:cubicBezTo>
                    <a:lnTo>
                      <a:pt x="331" y="157"/>
                    </a:lnTo>
                    <a:cubicBezTo>
                      <a:pt x="273" y="98"/>
                      <a:pt x="234" y="79"/>
                      <a:pt x="176" y="20"/>
                    </a:cubicBezTo>
                    <a:cubicBezTo>
                      <a:pt x="156" y="1"/>
                      <a:pt x="117" y="1"/>
                      <a:pt x="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32"/>
              <p:cNvSpPr/>
              <p:nvPr/>
            </p:nvSpPr>
            <p:spPr>
              <a:xfrm>
                <a:off x="507900" y="1887150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1243" y="310"/>
                    </a:moveTo>
                    <a:lnTo>
                      <a:pt x="1243" y="310"/>
                    </a:lnTo>
                    <a:cubicBezTo>
                      <a:pt x="1271" y="338"/>
                      <a:pt x="1290" y="352"/>
                      <a:pt x="1323" y="352"/>
                    </a:cubicBezTo>
                    <a:cubicBezTo>
                      <a:pt x="1323" y="352"/>
                      <a:pt x="1323" y="352"/>
                      <a:pt x="1323" y="352"/>
                    </a:cubicBezTo>
                    <a:lnTo>
                      <a:pt x="1323" y="352"/>
                    </a:lnTo>
                    <a:cubicBezTo>
                      <a:pt x="1311" y="344"/>
                      <a:pt x="1298" y="338"/>
                      <a:pt x="1284" y="332"/>
                    </a:cubicBezTo>
                    <a:cubicBezTo>
                      <a:pt x="1270" y="324"/>
                      <a:pt x="1257" y="317"/>
                      <a:pt x="1243" y="310"/>
                    </a:cubicBezTo>
                    <a:close/>
                    <a:moveTo>
                      <a:pt x="830" y="1"/>
                    </a:moveTo>
                    <a:cubicBezTo>
                      <a:pt x="632" y="1"/>
                      <a:pt x="429" y="44"/>
                      <a:pt x="253" y="138"/>
                    </a:cubicBezTo>
                    <a:cubicBezTo>
                      <a:pt x="97" y="235"/>
                      <a:pt x="0" y="371"/>
                      <a:pt x="0" y="527"/>
                    </a:cubicBezTo>
                    <a:cubicBezTo>
                      <a:pt x="0" y="663"/>
                      <a:pt x="97" y="818"/>
                      <a:pt x="253" y="916"/>
                    </a:cubicBezTo>
                    <a:cubicBezTo>
                      <a:pt x="428" y="1013"/>
                      <a:pt x="623" y="1052"/>
                      <a:pt x="817" y="1052"/>
                    </a:cubicBezTo>
                    <a:cubicBezTo>
                      <a:pt x="1012" y="1052"/>
                      <a:pt x="1226" y="1013"/>
                      <a:pt x="1381" y="916"/>
                    </a:cubicBezTo>
                    <a:cubicBezTo>
                      <a:pt x="1556" y="818"/>
                      <a:pt x="1654" y="663"/>
                      <a:pt x="1654" y="527"/>
                    </a:cubicBezTo>
                    <a:cubicBezTo>
                      <a:pt x="1654" y="429"/>
                      <a:pt x="1595" y="332"/>
                      <a:pt x="1518" y="254"/>
                    </a:cubicBezTo>
                    <a:lnTo>
                      <a:pt x="1381" y="332"/>
                    </a:lnTo>
                    <a:cubicBezTo>
                      <a:pt x="1381" y="351"/>
                      <a:pt x="1362" y="352"/>
                      <a:pt x="1323" y="352"/>
                    </a:cubicBezTo>
                    <a:lnTo>
                      <a:pt x="1323" y="352"/>
                    </a:lnTo>
                    <a:cubicBezTo>
                      <a:pt x="1392" y="394"/>
                      <a:pt x="1420" y="460"/>
                      <a:pt x="1420" y="527"/>
                    </a:cubicBezTo>
                    <a:cubicBezTo>
                      <a:pt x="1420" y="585"/>
                      <a:pt x="1362" y="663"/>
                      <a:pt x="1284" y="721"/>
                    </a:cubicBezTo>
                    <a:cubicBezTo>
                      <a:pt x="1158" y="789"/>
                      <a:pt x="992" y="823"/>
                      <a:pt x="832" y="823"/>
                    </a:cubicBezTo>
                    <a:cubicBezTo>
                      <a:pt x="671" y="823"/>
                      <a:pt x="516" y="789"/>
                      <a:pt x="409" y="721"/>
                    </a:cubicBezTo>
                    <a:cubicBezTo>
                      <a:pt x="311" y="663"/>
                      <a:pt x="253" y="585"/>
                      <a:pt x="253" y="527"/>
                    </a:cubicBezTo>
                    <a:cubicBezTo>
                      <a:pt x="253" y="449"/>
                      <a:pt x="311" y="390"/>
                      <a:pt x="409" y="332"/>
                    </a:cubicBezTo>
                    <a:cubicBezTo>
                      <a:pt x="525" y="254"/>
                      <a:pt x="700" y="235"/>
                      <a:pt x="837" y="235"/>
                    </a:cubicBezTo>
                    <a:cubicBezTo>
                      <a:pt x="994" y="235"/>
                      <a:pt x="1120" y="251"/>
                      <a:pt x="1243" y="310"/>
                    </a:cubicBezTo>
                    <a:lnTo>
                      <a:pt x="1243" y="310"/>
                    </a:lnTo>
                    <a:cubicBezTo>
                      <a:pt x="1238" y="305"/>
                      <a:pt x="1232" y="299"/>
                      <a:pt x="1226" y="293"/>
                    </a:cubicBezTo>
                    <a:cubicBezTo>
                      <a:pt x="1206" y="254"/>
                      <a:pt x="1206" y="176"/>
                      <a:pt x="1284" y="138"/>
                    </a:cubicBezTo>
                    <a:lnTo>
                      <a:pt x="1323" y="99"/>
                    </a:lnTo>
                    <a:cubicBezTo>
                      <a:pt x="1177" y="35"/>
                      <a:pt x="1006" y="1"/>
                      <a:pt x="8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32"/>
              <p:cNvSpPr/>
              <p:nvPr/>
            </p:nvSpPr>
            <p:spPr>
              <a:xfrm>
                <a:off x="538050" y="1890100"/>
                <a:ext cx="7800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53" extrusionOk="0">
                    <a:moveTo>
                      <a:pt x="117" y="0"/>
                    </a:moveTo>
                    <a:lnTo>
                      <a:pt x="78" y="39"/>
                    </a:lnTo>
                    <a:cubicBezTo>
                      <a:pt x="20" y="58"/>
                      <a:pt x="0" y="136"/>
                      <a:pt x="20" y="214"/>
                    </a:cubicBezTo>
                    <a:cubicBezTo>
                      <a:pt x="59" y="253"/>
                      <a:pt x="98" y="253"/>
                      <a:pt x="117" y="253"/>
                    </a:cubicBezTo>
                    <a:cubicBezTo>
                      <a:pt x="156" y="253"/>
                      <a:pt x="175" y="253"/>
                      <a:pt x="175" y="234"/>
                    </a:cubicBezTo>
                    <a:lnTo>
                      <a:pt x="312" y="156"/>
                    </a:lnTo>
                    <a:cubicBezTo>
                      <a:pt x="292" y="117"/>
                      <a:pt x="253" y="58"/>
                      <a:pt x="195" y="39"/>
                    </a:cubicBezTo>
                    <a:cubicBezTo>
                      <a:pt x="175" y="0"/>
                      <a:pt x="156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32"/>
              <p:cNvSpPr/>
              <p:nvPr/>
            </p:nvSpPr>
            <p:spPr>
              <a:xfrm>
                <a:off x="602250" y="1898225"/>
                <a:ext cx="4185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76" extrusionOk="0">
                    <a:moveTo>
                      <a:pt x="1279" y="326"/>
                    </a:moveTo>
                    <a:lnTo>
                      <a:pt x="1279" y="326"/>
                    </a:lnTo>
                    <a:cubicBezTo>
                      <a:pt x="1304" y="347"/>
                      <a:pt x="1306" y="375"/>
                      <a:pt x="1323" y="375"/>
                    </a:cubicBezTo>
                    <a:cubicBezTo>
                      <a:pt x="1323" y="337"/>
                      <a:pt x="1304" y="337"/>
                      <a:pt x="1304" y="337"/>
                    </a:cubicBezTo>
                    <a:cubicBezTo>
                      <a:pt x="1296" y="333"/>
                      <a:pt x="1287" y="329"/>
                      <a:pt x="1279" y="326"/>
                    </a:cubicBezTo>
                    <a:close/>
                    <a:moveTo>
                      <a:pt x="1323" y="375"/>
                    </a:moveTo>
                    <a:cubicBezTo>
                      <a:pt x="1323" y="392"/>
                      <a:pt x="1338" y="395"/>
                      <a:pt x="1355" y="395"/>
                    </a:cubicBezTo>
                    <a:lnTo>
                      <a:pt x="1355" y="395"/>
                    </a:lnTo>
                    <a:cubicBezTo>
                      <a:pt x="1345" y="388"/>
                      <a:pt x="1335" y="381"/>
                      <a:pt x="1323" y="375"/>
                    </a:cubicBezTo>
                    <a:close/>
                    <a:moveTo>
                      <a:pt x="850" y="1"/>
                    </a:moveTo>
                    <a:cubicBezTo>
                      <a:pt x="645" y="1"/>
                      <a:pt x="437" y="50"/>
                      <a:pt x="273" y="142"/>
                    </a:cubicBezTo>
                    <a:cubicBezTo>
                      <a:pt x="98" y="239"/>
                      <a:pt x="0" y="395"/>
                      <a:pt x="0" y="531"/>
                    </a:cubicBezTo>
                    <a:cubicBezTo>
                      <a:pt x="20" y="687"/>
                      <a:pt x="117" y="823"/>
                      <a:pt x="273" y="920"/>
                    </a:cubicBezTo>
                    <a:cubicBezTo>
                      <a:pt x="448" y="1017"/>
                      <a:pt x="642" y="1076"/>
                      <a:pt x="837" y="1076"/>
                    </a:cubicBezTo>
                    <a:cubicBezTo>
                      <a:pt x="1031" y="1076"/>
                      <a:pt x="1245" y="1017"/>
                      <a:pt x="1401" y="920"/>
                    </a:cubicBezTo>
                    <a:cubicBezTo>
                      <a:pt x="1576" y="823"/>
                      <a:pt x="1673" y="687"/>
                      <a:pt x="1673" y="531"/>
                    </a:cubicBezTo>
                    <a:cubicBezTo>
                      <a:pt x="1673" y="434"/>
                      <a:pt x="1615" y="375"/>
                      <a:pt x="1576" y="298"/>
                    </a:cubicBezTo>
                    <a:lnTo>
                      <a:pt x="1421" y="375"/>
                    </a:lnTo>
                    <a:cubicBezTo>
                      <a:pt x="1401" y="375"/>
                      <a:pt x="1362" y="395"/>
                      <a:pt x="1362" y="395"/>
                    </a:cubicBezTo>
                    <a:cubicBezTo>
                      <a:pt x="1360" y="395"/>
                      <a:pt x="1357" y="395"/>
                      <a:pt x="1355" y="395"/>
                    </a:cubicBezTo>
                    <a:lnTo>
                      <a:pt x="1355" y="395"/>
                    </a:lnTo>
                    <a:cubicBezTo>
                      <a:pt x="1412" y="436"/>
                      <a:pt x="1440" y="498"/>
                      <a:pt x="1440" y="531"/>
                    </a:cubicBezTo>
                    <a:cubicBezTo>
                      <a:pt x="1440" y="609"/>
                      <a:pt x="1401" y="648"/>
                      <a:pt x="1304" y="726"/>
                    </a:cubicBezTo>
                    <a:cubicBezTo>
                      <a:pt x="1177" y="803"/>
                      <a:pt x="1012" y="842"/>
                      <a:pt x="851" y="842"/>
                    </a:cubicBezTo>
                    <a:cubicBezTo>
                      <a:pt x="691" y="842"/>
                      <a:pt x="535" y="803"/>
                      <a:pt x="428" y="726"/>
                    </a:cubicBezTo>
                    <a:cubicBezTo>
                      <a:pt x="331" y="687"/>
                      <a:pt x="273" y="609"/>
                      <a:pt x="273" y="531"/>
                    </a:cubicBezTo>
                    <a:cubicBezTo>
                      <a:pt x="273" y="453"/>
                      <a:pt x="331" y="414"/>
                      <a:pt x="428" y="337"/>
                    </a:cubicBezTo>
                    <a:cubicBezTo>
                      <a:pt x="545" y="259"/>
                      <a:pt x="720" y="239"/>
                      <a:pt x="856" y="239"/>
                    </a:cubicBezTo>
                    <a:cubicBezTo>
                      <a:pt x="1021" y="239"/>
                      <a:pt x="1151" y="274"/>
                      <a:pt x="1279" y="326"/>
                    </a:cubicBezTo>
                    <a:lnTo>
                      <a:pt x="1279" y="326"/>
                    </a:lnTo>
                    <a:cubicBezTo>
                      <a:pt x="1275" y="323"/>
                      <a:pt x="1270" y="320"/>
                      <a:pt x="1265" y="317"/>
                    </a:cubicBezTo>
                    <a:cubicBezTo>
                      <a:pt x="1245" y="278"/>
                      <a:pt x="1245" y="200"/>
                      <a:pt x="1323" y="142"/>
                    </a:cubicBezTo>
                    <a:lnTo>
                      <a:pt x="1362" y="123"/>
                    </a:lnTo>
                    <a:cubicBezTo>
                      <a:pt x="1215" y="40"/>
                      <a:pt x="1033" y="1"/>
                      <a:pt x="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2"/>
              <p:cNvSpPr/>
              <p:nvPr/>
            </p:nvSpPr>
            <p:spPr>
              <a:xfrm>
                <a:off x="632875" y="1901275"/>
                <a:ext cx="88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3" extrusionOk="0">
                    <a:moveTo>
                      <a:pt x="118" y="1"/>
                    </a:moveTo>
                    <a:lnTo>
                      <a:pt x="79" y="20"/>
                    </a:lnTo>
                    <a:cubicBezTo>
                      <a:pt x="20" y="39"/>
                      <a:pt x="1" y="117"/>
                      <a:pt x="59" y="195"/>
                    </a:cubicBezTo>
                    <a:cubicBezTo>
                      <a:pt x="59" y="215"/>
                      <a:pt x="79" y="215"/>
                      <a:pt x="98" y="253"/>
                    </a:cubicBezTo>
                    <a:cubicBezTo>
                      <a:pt x="118" y="253"/>
                      <a:pt x="157" y="273"/>
                      <a:pt x="157" y="273"/>
                    </a:cubicBezTo>
                    <a:cubicBezTo>
                      <a:pt x="176" y="273"/>
                      <a:pt x="196" y="273"/>
                      <a:pt x="196" y="253"/>
                    </a:cubicBezTo>
                    <a:lnTo>
                      <a:pt x="351" y="176"/>
                    </a:lnTo>
                    <a:cubicBezTo>
                      <a:pt x="293" y="117"/>
                      <a:pt x="254" y="78"/>
                      <a:pt x="176" y="20"/>
                    </a:cubicBezTo>
                    <a:cubicBezTo>
                      <a:pt x="176" y="20"/>
                      <a:pt x="157" y="20"/>
                      <a:pt x="1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32"/>
              <p:cNvSpPr/>
              <p:nvPr/>
            </p:nvSpPr>
            <p:spPr>
              <a:xfrm>
                <a:off x="686400" y="188420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1260" y="312"/>
                    </a:moveTo>
                    <a:cubicBezTo>
                      <a:pt x="1273" y="326"/>
                      <a:pt x="1288" y="342"/>
                      <a:pt x="1314" y="349"/>
                    </a:cubicBezTo>
                    <a:lnTo>
                      <a:pt x="1314" y="349"/>
                    </a:lnTo>
                    <a:cubicBezTo>
                      <a:pt x="1300" y="337"/>
                      <a:pt x="1283" y="325"/>
                      <a:pt x="1265" y="314"/>
                    </a:cubicBezTo>
                    <a:cubicBezTo>
                      <a:pt x="1263" y="313"/>
                      <a:pt x="1262" y="312"/>
                      <a:pt x="1260" y="312"/>
                    </a:cubicBezTo>
                    <a:close/>
                    <a:moveTo>
                      <a:pt x="819" y="0"/>
                    </a:moveTo>
                    <a:cubicBezTo>
                      <a:pt x="621" y="0"/>
                      <a:pt x="423" y="39"/>
                      <a:pt x="272" y="119"/>
                    </a:cubicBezTo>
                    <a:cubicBezTo>
                      <a:pt x="97" y="217"/>
                      <a:pt x="0" y="372"/>
                      <a:pt x="0" y="508"/>
                    </a:cubicBezTo>
                    <a:cubicBezTo>
                      <a:pt x="0" y="664"/>
                      <a:pt x="97" y="800"/>
                      <a:pt x="272" y="898"/>
                    </a:cubicBezTo>
                    <a:cubicBezTo>
                      <a:pt x="447" y="995"/>
                      <a:pt x="642" y="1053"/>
                      <a:pt x="837" y="1053"/>
                    </a:cubicBezTo>
                    <a:cubicBezTo>
                      <a:pt x="1031" y="1053"/>
                      <a:pt x="1245" y="995"/>
                      <a:pt x="1381" y="898"/>
                    </a:cubicBezTo>
                    <a:cubicBezTo>
                      <a:pt x="1556" y="800"/>
                      <a:pt x="1654" y="664"/>
                      <a:pt x="1654" y="508"/>
                    </a:cubicBezTo>
                    <a:cubicBezTo>
                      <a:pt x="1654" y="411"/>
                      <a:pt x="1615" y="314"/>
                      <a:pt x="1537" y="256"/>
                    </a:cubicBezTo>
                    <a:lnTo>
                      <a:pt x="1381" y="314"/>
                    </a:lnTo>
                    <a:cubicBezTo>
                      <a:pt x="1381" y="353"/>
                      <a:pt x="1362" y="353"/>
                      <a:pt x="1342" y="353"/>
                    </a:cubicBezTo>
                    <a:cubicBezTo>
                      <a:pt x="1332" y="353"/>
                      <a:pt x="1322" y="351"/>
                      <a:pt x="1314" y="349"/>
                    </a:cubicBezTo>
                    <a:lnTo>
                      <a:pt x="1314" y="349"/>
                    </a:lnTo>
                    <a:cubicBezTo>
                      <a:pt x="1375" y="401"/>
                      <a:pt x="1401" y="461"/>
                      <a:pt x="1401" y="508"/>
                    </a:cubicBezTo>
                    <a:cubicBezTo>
                      <a:pt x="1420" y="586"/>
                      <a:pt x="1362" y="645"/>
                      <a:pt x="1265" y="703"/>
                    </a:cubicBezTo>
                    <a:cubicBezTo>
                      <a:pt x="1148" y="781"/>
                      <a:pt x="983" y="820"/>
                      <a:pt x="820" y="820"/>
                    </a:cubicBezTo>
                    <a:cubicBezTo>
                      <a:pt x="657" y="820"/>
                      <a:pt x="496" y="781"/>
                      <a:pt x="389" y="703"/>
                    </a:cubicBezTo>
                    <a:cubicBezTo>
                      <a:pt x="292" y="664"/>
                      <a:pt x="253" y="586"/>
                      <a:pt x="253" y="508"/>
                    </a:cubicBezTo>
                    <a:cubicBezTo>
                      <a:pt x="253" y="450"/>
                      <a:pt x="292" y="392"/>
                      <a:pt x="389" y="314"/>
                    </a:cubicBezTo>
                    <a:cubicBezTo>
                      <a:pt x="506" y="236"/>
                      <a:pt x="681" y="217"/>
                      <a:pt x="817" y="217"/>
                    </a:cubicBezTo>
                    <a:cubicBezTo>
                      <a:pt x="990" y="217"/>
                      <a:pt x="1144" y="255"/>
                      <a:pt x="1260" y="312"/>
                    </a:cubicBezTo>
                    <a:lnTo>
                      <a:pt x="1260" y="312"/>
                    </a:lnTo>
                    <a:cubicBezTo>
                      <a:pt x="1255" y="305"/>
                      <a:pt x="1250" y="299"/>
                      <a:pt x="1245" y="294"/>
                    </a:cubicBezTo>
                    <a:cubicBezTo>
                      <a:pt x="1226" y="256"/>
                      <a:pt x="1226" y="178"/>
                      <a:pt x="1284" y="119"/>
                    </a:cubicBezTo>
                    <a:lnTo>
                      <a:pt x="1342" y="100"/>
                    </a:lnTo>
                    <a:cubicBezTo>
                      <a:pt x="1192" y="34"/>
                      <a:pt x="1005" y="0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32"/>
              <p:cNvSpPr/>
              <p:nvPr/>
            </p:nvSpPr>
            <p:spPr>
              <a:xfrm>
                <a:off x="717025" y="1886675"/>
                <a:ext cx="78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35" extrusionOk="0">
                    <a:moveTo>
                      <a:pt x="117" y="1"/>
                    </a:moveTo>
                    <a:lnTo>
                      <a:pt x="59" y="20"/>
                    </a:lnTo>
                    <a:cubicBezTo>
                      <a:pt x="20" y="59"/>
                      <a:pt x="1" y="118"/>
                      <a:pt x="20" y="195"/>
                    </a:cubicBezTo>
                    <a:cubicBezTo>
                      <a:pt x="40" y="234"/>
                      <a:pt x="79" y="234"/>
                      <a:pt x="117" y="234"/>
                    </a:cubicBezTo>
                    <a:cubicBezTo>
                      <a:pt x="137" y="234"/>
                      <a:pt x="156" y="234"/>
                      <a:pt x="156" y="215"/>
                    </a:cubicBezTo>
                    <a:lnTo>
                      <a:pt x="312" y="137"/>
                    </a:lnTo>
                    <a:cubicBezTo>
                      <a:pt x="254" y="98"/>
                      <a:pt x="215" y="59"/>
                      <a:pt x="156" y="20"/>
                    </a:cubicBezTo>
                    <a:cubicBezTo>
                      <a:pt x="137" y="20"/>
                      <a:pt x="117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32"/>
              <p:cNvSpPr/>
              <p:nvPr/>
            </p:nvSpPr>
            <p:spPr>
              <a:xfrm>
                <a:off x="436400" y="1794550"/>
                <a:ext cx="41350" cy="265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0" extrusionOk="0">
                    <a:moveTo>
                      <a:pt x="856" y="242"/>
                    </a:moveTo>
                    <a:cubicBezTo>
                      <a:pt x="1031" y="242"/>
                      <a:pt x="1167" y="262"/>
                      <a:pt x="1284" y="340"/>
                    </a:cubicBezTo>
                    <a:cubicBezTo>
                      <a:pt x="1381" y="379"/>
                      <a:pt x="1440" y="456"/>
                      <a:pt x="1440" y="534"/>
                    </a:cubicBezTo>
                    <a:cubicBezTo>
                      <a:pt x="1440" y="593"/>
                      <a:pt x="1401" y="670"/>
                      <a:pt x="1304" y="729"/>
                    </a:cubicBezTo>
                    <a:cubicBezTo>
                      <a:pt x="1177" y="797"/>
                      <a:pt x="1012" y="831"/>
                      <a:pt x="851" y="831"/>
                    </a:cubicBezTo>
                    <a:cubicBezTo>
                      <a:pt x="691" y="831"/>
                      <a:pt x="535" y="797"/>
                      <a:pt x="428" y="729"/>
                    </a:cubicBezTo>
                    <a:cubicBezTo>
                      <a:pt x="331" y="670"/>
                      <a:pt x="273" y="593"/>
                      <a:pt x="273" y="534"/>
                    </a:cubicBezTo>
                    <a:cubicBezTo>
                      <a:pt x="273" y="456"/>
                      <a:pt x="331" y="398"/>
                      <a:pt x="428" y="340"/>
                    </a:cubicBezTo>
                    <a:cubicBezTo>
                      <a:pt x="545" y="262"/>
                      <a:pt x="720" y="242"/>
                      <a:pt x="856" y="242"/>
                    </a:cubicBezTo>
                    <a:close/>
                    <a:moveTo>
                      <a:pt x="869" y="1"/>
                    </a:moveTo>
                    <a:cubicBezTo>
                      <a:pt x="657" y="1"/>
                      <a:pt x="442" y="50"/>
                      <a:pt x="273" y="145"/>
                    </a:cubicBezTo>
                    <a:cubicBezTo>
                      <a:pt x="97" y="242"/>
                      <a:pt x="0" y="379"/>
                      <a:pt x="0" y="534"/>
                    </a:cubicBezTo>
                    <a:cubicBezTo>
                      <a:pt x="0" y="670"/>
                      <a:pt x="97" y="826"/>
                      <a:pt x="273" y="923"/>
                    </a:cubicBezTo>
                    <a:cubicBezTo>
                      <a:pt x="448" y="1021"/>
                      <a:pt x="642" y="1059"/>
                      <a:pt x="837" y="1059"/>
                    </a:cubicBezTo>
                    <a:cubicBezTo>
                      <a:pt x="1031" y="1059"/>
                      <a:pt x="1245" y="1021"/>
                      <a:pt x="1401" y="923"/>
                    </a:cubicBezTo>
                    <a:cubicBezTo>
                      <a:pt x="1557" y="826"/>
                      <a:pt x="1654" y="670"/>
                      <a:pt x="1654" y="534"/>
                    </a:cubicBezTo>
                    <a:cubicBezTo>
                      <a:pt x="1654" y="437"/>
                      <a:pt x="1615" y="359"/>
                      <a:pt x="1557" y="262"/>
                    </a:cubicBezTo>
                    <a:lnTo>
                      <a:pt x="1440" y="340"/>
                    </a:lnTo>
                    <a:cubicBezTo>
                      <a:pt x="1440" y="359"/>
                      <a:pt x="1420" y="359"/>
                      <a:pt x="1401" y="359"/>
                    </a:cubicBezTo>
                    <a:cubicBezTo>
                      <a:pt x="1343" y="359"/>
                      <a:pt x="1323" y="340"/>
                      <a:pt x="1304" y="301"/>
                    </a:cubicBezTo>
                    <a:cubicBezTo>
                      <a:pt x="1265" y="262"/>
                      <a:pt x="1265" y="184"/>
                      <a:pt x="1343" y="145"/>
                    </a:cubicBezTo>
                    <a:lnTo>
                      <a:pt x="1362" y="106"/>
                    </a:lnTo>
                    <a:cubicBezTo>
                      <a:pt x="1220" y="35"/>
                      <a:pt x="1046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32"/>
              <p:cNvSpPr/>
              <p:nvPr/>
            </p:nvSpPr>
            <p:spPr>
              <a:xfrm>
                <a:off x="468000" y="1797200"/>
                <a:ext cx="73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4" extrusionOk="0">
                    <a:moveTo>
                      <a:pt x="98" y="0"/>
                    </a:moveTo>
                    <a:lnTo>
                      <a:pt x="79" y="39"/>
                    </a:lnTo>
                    <a:cubicBezTo>
                      <a:pt x="20" y="59"/>
                      <a:pt x="1" y="136"/>
                      <a:pt x="20" y="195"/>
                    </a:cubicBezTo>
                    <a:cubicBezTo>
                      <a:pt x="59" y="253"/>
                      <a:pt x="98" y="253"/>
                      <a:pt x="117" y="253"/>
                    </a:cubicBezTo>
                    <a:cubicBezTo>
                      <a:pt x="156" y="253"/>
                      <a:pt x="176" y="253"/>
                      <a:pt x="176" y="214"/>
                    </a:cubicBezTo>
                    <a:lnTo>
                      <a:pt x="293" y="156"/>
                    </a:lnTo>
                    <a:cubicBezTo>
                      <a:pt x="273" y="136"/>
                      <a:pt x="234" y="78"/>
                      <a:pt x="156" y="39"/>
                    </a:cubicBezTo>
                    <a:cubicBezTo>
                      <a:pt x="137" y="39"/>
                      <a:pt x="137" y="0"/>
                      <a:pt x="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32"/>
              <p:cNvSpPr/>
              <p:nvPr/>
            </p:nvSpPr>
            <p:spPr>
              <a:xfrm>
                <a:off x="1481600" y="1840475"/>
                <a:ext cx="5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1" extrusionOk="0">
                    <a:moveTo>
                      <a:pt x="20" y="1"/>
                    </a:moveTo>
                    <a:cubicBezTo>
                      <a:pt x="1" y="1"/>
                      <a:pt x="1" y="1"/>
                      <a:pt x="1" y="20"/>
                    </a:cubicBez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32"/>
              <p:cNvSpPr/>
              <p:nvPr/>
            </p:nvSpPr>
            <p:spPr>
              <a:xfrm>
                <a:off x="1472375" y="1844850"/>
                <a:ext cx="9250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02" extrusionOk="0">
                    <a:moveTo>
                      <a:pt x="136" y="1"/>
                    </a:moveTo>
                    <a:cubicBezTo>
                      <a:pt x="59" y="79"/>
                      <a:pt x="0" y="156"/>
                      <a:pt x="0" y="273"/>
                    </a:cubicBezTo>
                    <a:cubicBezTo>
                      <a:pt x="0" y="409"/>
                      <a:pt x="98" y="565"/>
                      <a:pt x="273" y="662"/>
                    </a:cubicBezTo>
                    <a:cubicBezTo>
                      <a:pt x="292" y="682"/>
                      <a:pt x="350" y="682"/>
                      <a:pt x="370" y="701"/>
                    </a:cubicBezTo>
                    <a:lnTo>
                      <a:pt x="370" y="429"/>
                    </a:lnTo>
                    <a:cubicBezTo>
                      <a:pt x="292" y="390"/>
                      <a:pt x="253" y="331"/>
                      <a:pt x="253" y="273"/>
                    </a:cubicBezTo>
                    <a:cubicBezTo>
                      <a:pt x="253" y="215"/>
                      <a:pt x="292" y="137"/>
                      <a:pt x="370" y="98"/>
                    </a:cubicBezTo>
                    <a:lnTo>
                      <a:pt x="370" y="40"/>
                    </a:lnTo>
                    <a:cubicBezTo>
                      <a:pt x="350" y="79"/>
                      <a:pt x="331" y="98"/>
                      <a:pt x="292" y="98"/>
                    </a:cubicBezTo>
                    <a:cubicBezTo>
                      <a:pt x="273" y="98"/>
                      <a:pt x="253" y="98"/>
                      <a:pt x="253" y="7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32"/>
              <p:cNvSpPr/>
              <p:nvPr/>
            </p:nvSpPr>
            <p:spPr>
              <a:xfrm>
                <a:off x="1482100" y="1841450"/>
                <a:ext cx="1475" cy="3925"/>
              </a:xfrm>
              <a:custGeom>
                <a:avLst/>
                <a:gdLst/>
                <a:ahLst/>
                <a:cxnLst/>
                <a:rect l="l" t="t" r="r" b="b"/>
                <a:pathLst>
                  <a:path w="59" h="157" extrusionOk="0">
                    <a:moveTo>
                      <a:pt x="0" y="1"/>
                    </a:moveTo>
                    <a:lnTo>
                      <a:pt x="39" y="156"/>
                    </a:lnTo>
                    <a:cubicBezTo>
                      <a:pt x="59" y="117"/>
                      <a:pt x="59" y="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2"/>
              <p:cNvSpPr/>
              <p:nvPr/>
            </p:nvSpPr>
            <p:spPr>
              <a:xfrm>
                <a:off x="1474800" y="1840475"/>
                <a:ext cx="68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54" extrusionOk="0">
                    <a:moveTo>
                      <a:pt x="234" y="1"/>
                    </a:moveTo>
                    <a:cubicBezTo>
                      <a:pt x="195" y="1"/>
                      <a:pt x="176" y="20"/>
                      <a:pt x="156" y="20"/>
                    </a:cubicBezTo>
                    <a:cubicBezTo>
                      <a:pt x="78" y="59"/>
                      <a:pt x="39" y="98"/>
                      <a:pt x="1" y="156"/>
                    </a:cubicBezTo>
                    <a:lnTo>
                      <a:pt x="137" y="215"/>
                    </a:lnTo>
                    <a:cubicBezTo>
                      <a:pt x="176" y="254"/>
                      <a:pt x="195" y="254"/>
                      <a:pt x="195" y="254"/>
                    </a:cubicBezTo>
                    <a:cubicBezTo>
                      <a:pt x="234" y="254"/>
                      <a:pt x="253" y="215"/>
                      <a:pt x="273" y="195"/>
                    </a:cubicBezTo>
                    <a:lnTo>
                      <a:pt x="273" y="20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32"/>
              <p:cNvSpPr/>
              <p:nvPr/>
            </p:nvSpPr>
            <p:spPr>
              <a:xfrm>
                <a:off x="365375" y="12429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04"/>
                    </a:moveTo>
                    <a:cubicBezTo>
                      <a:pt x="993" y="204"/>
                      <a:pt x="1149" y="243"/>
                      <a:pt x="1265" y="321"/>
                    </a:cubicBezTo>
                    <a:cubicBezTo>
                      <a:pt x="1363" y="360"/>
                      <a:pt x="1421" y="438"/>
                      <a:pt x="1421" y="516"/>
                    </a:cubicBezTo>
                    <a:cubicBezTo>
                      <a:pt x="1421" y="574"/>
                      <a:pt x="1363" y="632"/>
                      <a:pt x="1265" y="710"/>
                    </a:cubicBezTo>
                    <a:cubicBezTo>
                      <a:pt x="1149" y="778"/>
                      <a:pt x="993" y="812"/>
                      <a:pt x="835" y="812"/>
                    </a:cubicBezTo>
                    <a:cubicBezTo>
                      <a:pt x="677" y="812"/>
                      <a:pt x="516" y="778"/>
                      <a:pt x="390" y="710"/>
                    </a:cubicBezTo>
                    <a:cubicBezTo>
                      <a:pt x="293" y="652"/>
                      <a:pt x="254" y="574"/>
                      <a:pt x="254" y="516"/>
                    </a:cubicBezTo>
                    <a:cubicBezTo>
                      <a:pt x="254" y="438"/>
                      <a:pt x="293" y="380"/>
                      <a:pt x="390" y="321"/>
                    </a:cubicBezTo>
                    <a:cubicBezTo>
                      <a:pt x="507" y="243"/>
                      <a:pt x="682" y="204"/>
                      <a:pt x="837" y="20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80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48" y="1022"/>
                      <a:pt x="643" y="1060"/>
                      <a:pt x="837" y="1060"/>
                    </a:cubicBezTo>
                    <a:cubicBezTo>
                      <a:pt x="993" y="1060"/>
                      <a:pt x="1168" y="1022"/>
                      <a:pt x="1343" y="963"/>
                    </a:cubicBezTo>
                    <a:cubicBezTo>
                      <a:pt x="1265" y="924"/>
                      <a:pt x="1246" y="846"/>
                      <a:pt x="1265" y="769"/>
                    </a:cubicBezTo>
                    <a:cubicBezTo>
                      <a:pt x="1280" y="740"/>
                      <a:pt x="1325" y="722"/>
                      <a:pt x="1379" y="722"/>
                    </a:cubicBezTo>
                    <a:cubicBezTo>
                      <a:pt x="1399" y="722"/>
                      <a:pt x="1420" y="724"/>
                      <a:pt x="1440" y="730"/>
                    </a:cubicBezTo>
                    <a:lnTo>
                      <a:pt x="1538" y="808"/>
                    </a:lnTo>
                    <a:cubicBezTo>
                      <a:pt x="1616" y="730"/>
                      <a:pt x="1654" y="632"/>
                      <a:pt x="1654" y="535"/>
                    </a:cubicBezTo>
                    <a:cubicBezTo>
                      <a:pt x="1654" y="380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32"/>
              <p:cNvSpPr/>
              <p:nvPr/>
            </p:nvSpPr>
            <p:spPr>
              <a:xfrm>
                <a:off x="397000" y="1260925"/>
                <a:ext cx="7325" cy="56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6" extrusionOk="0">
                    <a:moveTo>
                      <a:pt x="139" y="0"/>
                    </a:moveTo>
                    <a:cubicBezTo>
                      <a:pt x="102" y="0"/>
                      <a:pt x="57" y="14"/>
                      <a:pt x="20" y="51"/>
                    </a:cubicBezTo>
                    <a:cubicBezTo>
                      <a:pt x="0" y="109"/>
                      <a:pt x="0" y="167"/>
                      <a:pt x="78" y="226"/>
                    </a:cubicBezTo>
                    <a:cubicBezTo>
                      <a:pt x="98" y="226"/>
                      <a:pt x="117" y="206"/>
                      <a:pt x="156" y="206"/>
                    </a:cubicBezTo>
                    <a:cubicBezTo>
                      <a:pt x="195" y="187"/>
                      <a:pt x="253" y="128"/>
                      <a:pt x="292" y="90"/>
                    </a:cubicBezTo>
                    <a:lnTo>
                      <a:pt x="195" y="12"/>
                    </a:lnTo>
                    <a:cubicBezTo>
                      <a:pt x="181" y="5"/>
                      <a:pt x="161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32"/>
              <p:cNvSpPr/>
              <p:nvPr/>
            </p:nvSpPr>
            <p:spPr>
              <a:xfrm>
                <a:off x="357600" y="1172450"/>
                <a:ext cx="35050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100" extrusionOk="0">
                    <a:moveTo>
                      <a:pt x="577" y="0"/>
                    </a:moveTo>
                    <a:cubicBezTo>
                      <a:pt x="375" y="0"/>
                      <a:pt x="176" y="49"/>
                      <a:pt x="20" y="146"/>
                    </a:cubicBezTo>
                    <a:cubicBezTo>
                      <a:pt x="0" y="146"/>
                      <a:pt x="0" y="166"/>
                      <a:pt x="0" y="166"/>
                    </a:cubicBezTo>
                    <a:lnTo>
                      <a:pt x="0" y="555"/>
                    </a:lnTo>
                    <a:cubicBezTo>
                      <a:pt x="0" y="477"/>
                      <a:pt x="39" y="438"/>
                      <a:pt x="137" y="360"/>
                    </a:cubicBezTo>
                    <a:cubicBezTo>
                      <a:pt x="273" y="282"/>
                      <a:pt x="428" y="263"/>
                      <a:pt x="584" y="263"/>
                    </a:cubicBezTo>
                    <a:cubicBezTo>
                      <a:pt x="759" y="263"/>
                      <a:pt x="895" y="282"/>
                      <a:pt x="1012" y="360"/>
                    </a:cubicBezTo>
                    <a:cubicBezTo>
                      <a:pt x="1109" y="418"/>
                      <a:pt x="1168" y="477"/>
                      <a:pt x="1168" y="555"/>
                    </a:cubicBezTo>
                    <a:cubicBezTo>
                      <a:pt x="1168" y="632"/>
                      <a:pt x="1109" y="671"/>
                      <a:pt x="1012" y="749"/>
                    </a:cubicBezTo>
                    <a:cubicBezTo>
                      <a:pt x="895" y="827"/>
                      <a:pt x="730" y="866"/>
                      <a:pt x="567" y="866"/>
                    </a:cubicBezTo>
                    <a:cubicBezTo>
                      <a:pt x="404" y="866"/>
                      <a:pt x="244" y="827"/>
                      <a:pt x="137" y="749"/>
                    </a:cubicBezTo>
                    <a:cubicBezTo>
                      <a:pt x="39" y="710"/>
                      <a:pt x="0" y="632"/>
                      <a:pt x="0" y="555"/>
                    </a:cubicBezTo>
                    <a:lnTo>
                      <a:pt x="0" y="924"/>
                    </a:lnTo>
                    <a:lnTo>
                      <a:pt x="20" y="944"/>
                    </a:lnTo>
                    <a:cubicBezTo>
                      <a:pt x="176" y="1041"/>
                      <a:pt x="390" y="1099"/>
                      <a:pt x="584" y="1099"/>
                    </a:cubicBezTo>
                    <a:cubicBezTo>
                      <a:pt x="759" y="1099"/>
                      <a:pt x="954" y="1041"/>
                      <a:pt x="1090" y="963"/>
                    </a:cubicBezTo>
                    <a:cubicBezTo>
                      <a:pt x="1051" y="944"/>
                      <a:pt x="1012" y="866"/>
                      <a:pt x="1051" y="808"/>
                    </a:cubicBezTo>
                    <a:cubicBezTo>
                      <a:pt x="1066" y="764"/>
                      <a:pt x="1113" y="742"/>
                      <a:pt x="1160" y="742"/>
                    </a:cubicBezTo>
                    <a:cubicBezTo>
                      <a:pt x="1176" y="742"/>
                      <a:pt x="1192" y="744"/>
                      <a:pt x="1207" y="749"/>
                    </a:cubicBezTo>
                    <a:lnTo>
                      <a:pt x="1284" y="808"/>
                    </a:lnTo>
                    <a:cubicBezTo>
                      <a:pt x="1362" y="730"/>
                      <a:pt x="1401" y="632"/>
                      <a:pt x="1401" y="535"/>
                    </a:cubicBezTo>
                    <a:cubicBezTo>
                      <a:pt x="1401" y="380"/>
                      <a:pt x="1304" y="243"/>
                      <a:pt x="1148" y="146"/>
                    </a:cubicBezTo>
                    <a:cubicBezTo>
                      <a:pt x="983" y="49"/>
                      <a:pt x="779" y="0"/>
                      <a:pt x="5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32"/>
              <p:cNvSpPr/>
              <p:nvPr/>
            </p:nvSpPr>
            <p:spPr>
              <a:xfrm>
                <a:off x="383875" y="1191400"/>
                <a:ext cx="73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25" extrusionOk="0">
                    <a:moveTo>
                      <a:pt x="101" y="0"/>
                    </a:moveTo>
                    <a:cubicBezTo>
                      <a:pt x="60" y="0"/>
                      <a:pt x="30" y="25"/>
                      <a:pt x="19" y="69"/>
                    </a:cubicBezTo>
                    <a:cubicBezTo>
                      <a:pt x="0" y="108"/>
                      <a:pt x="0" y="186"/>
                      <a:pt x="58" y="225"/>
                    </a:cubicBezTo>
                    <a:cubicBezTo>
                      <a:pt x="97" y="225"/>
                      <a:pt x="97" y="205"/>
                      <a:pt x="117" y="205"/>
                    </a:cubicBezTo>
                    <a:cubicBezTo>
                      <a:pt x="195" y="166"/>
                      <a:pt x="233" y="127"/>
                      <a:pt x="292" y="88"/>
                    </a:cubicBezTo>
                    <a:lnTo>
                      <a:pt x="214" y="50"/>
                    </a:lnTo>
                    <a:cubicBezTo>
                      <a:pt x="171" y="15"/>
                      <a:pt x="132" y="0"/>
                      <a:pt x="1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32"/>
              <p:cNvSpPr/>
              <p:nvPr/>
            </p:nvSpPr>
            <p:spPr>
              <a:xfrm>
                <a:off x="394075" y="11038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1303" y="714"/>
                    </a:moveTo>
                    <a:cubicBezTo>
                      <a:pt x="1269" y="719"/>
                      <a:pt x="1240" y="738"/>
                      <a:pt x="1217" y="759"/>
                    </a:cubicBezTo>
                    <a:lnTo>
                      <a:pt x="1217" y="759"/>
                    </a:lnTo>
                    <a:cubicBezTo>
                      <a:pt x="1241" y="750"/>
                      <a:pt x="1263" y="740"/>
                      <a:pt x="1285" y="730"/>
                    </a:cubicBezTo>
                    <a:cubicBezTo>
                      <a:pt x="1291" y="724"/>
                      <a:pt x="1297" y="719"/>
                      <a:pt x="1303" y="714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79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lnTo>
                      <a:pt x="1265" y="944"/>
                    </a:lnTo>
                    <a:cubicBezTo>
                      <a:pt x="1207" y="924"/>
                      <a:pt x="1187" y="846"/>
                      <a:pt x="1207" y="768"/>
                    </a:cubicBezTo>
                    <a:cubicBezTo>
                      <a:pt x="1210" y="765"/>
                      <a:pt x="1214" y="762"/>
                      <a:pt x="1217" y="759"/>
                    </a:cubicBezTo>
                    <a:lnTo>
                      <a:pt x="1217" y="759"/>
                    </a:lnTo>
                    <a:cubicBezTo>
                      <a:pt x="1111" y="798"/>
                      <a:pt x="983" y="817"/>
                      <a:pt x="854" y="817"/>
                    </a:cubicBezTo>
                    <a:cubicBezTo>
                      <a:pt x="696" y="817"/>
                      <a:pt x="536" y="788"/>
                      <a:pt x="409" y="730"/>
                    </a:cubicBezTo>
                    <a:cubicBezTo>
                      <a:pt x="312" y="671"/>
                      <a:pt x="273" y="593"/>
                      <a:pt x="273" y="516"/>
                    </a:cubicBezTo>
                    <a:cubicBezTo>
                      <a:pt x="273" y="457"/>
                      <a:pt x="312" y="399"/>
                      <a:pt x="409" y="321"/>
                    </a:cubicBezTo>
                    <a:cubicBezTo>
                      <a:pt x="526" y="263"/>
                      <a:pt x="701" y="224"/>
                      <a:pt x="837" y="224"/>
                    </a:cubicBezTo>
                    <a:cubicBezTo>
                      <a:pt x="1012" y="224"/>
                      <a:pt x="1168" y="263"/>
                      <a:pt x="1285" y="321"/>
                    </a:cubicBezTo>
                    <a:cubicBezTo>
                      <a:pt x="1382" y="379"/>
                      <a:pt x="1421" y="457"/>
                      <a:pt x="1421" y="516"/>
                    </a:cubicBezTo>
                    <a:cubicBezTo>
                      <a:pt x="1421" y="588"/>
                      <a:pt x="1387" y="644"/>
                      <a:pt x="1303" y="714"/>
                    </a:cubicBezTo>
                    <a:lnTo>
                      <a:pt x="1303" y="714"/>
                    </a:lnTo>
                    <a:cubicBezTo>
                      <a:pt x="1308" y="714"/>
                      <a:pt x="1313" y="713"/>
                      <a:pt x="1319" y="713"/>
                    </a:cubicBezTo>
                    <a:cubicBezTo>
                      <a:pt x="1338" y="713"/>
                      <a:pt x="1359" y="718"/>
                      <a:pt x="1382" y="730"/>
                    </a:cubicBezTo>
                    <a:lnTo>
                      <a:pt x="1538" y="827"/>
                    </a:lnTo>
                    <a:cubicBezTo>
                      <a:pt x="1596" y="749"/>
                      <a:pt x="1654" y="632"/>
                      <a:pt x="1654" y="535"/>
                    </a:cubicBezTo>
                    <a:cubicBezTo>
                      <a:pt x="1654" y="37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32"/>
              <p:cNvSpPr/>
              <p:nvPr/>
            </p:nvSpPr>
            <p:spPr>
              <a:xfrm>
                <a:off x="424225" y="1121475"/>
                <a:ext cx="87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0" extrusionOk="0">
                    <a:moveTo>
                      <a:pt x="133" y="0"/>
                    </a:moveTo>
                    <a:cubicBezTo>
                      <a:pt x="99" y="0"/>
                      <a:pt x="63" y="19"/>
                      <a:pt x="40" y="64"/>
                    </a:cubicBezTo>
                    <a:cubicBezTo>
                      <a:pt x="1" y="103"/>
                      <a:pt x="1" y="181"/>
                      <a:pt x="79" y="240"/>
                    </a:cubicBezTo>
                    <a:lnTo>
                      <a:pt x="137" y="259"/>
                    </a:lnTo>
                    <a:cubicBezTo>
                      <a:pt x="156" y="240"/>
                      <a:pt x="195" y="240"/>
                      <a:pt x="234" y="201"/>
                    </a:cubicBezTo>
                    <a:cubicBezTo>
                      <a:pt x="254" y="181"/>
                      <a:pt x="293" y="162"/>
                      <a:pt x="351" y="123"/>
                    </a:cubicBezTo>
                    <a:lnTo>
                      <a:pt x="195" y="26"/>
                    </a:lnTo>
                    <a:cubicBezTo>
                      <a:pt x="179" y="9"/>
                      <a:pt x="156" y="0"/>
                      <a:pt x="1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32"/>
              <p:cNvSpPr/>
              <p:nvPr/>
            </p:nvSpPr>
            <p:spPr>
              <a:xfrm>
                <a:off x="368300" y="9944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44"/>
                    </a:moveTo>
                    <a:cubicBezTo>
                      <a:pt x="954" y="244"/>
                      <a:pt x="1129" y="263"/>
                      <a:pt x="1246" y="341"/>
                    </a:cubicBezTo>
                    <a:cubicBezTo>
                      <a:pt x="1343" y="380"/>
                      <a:pt x="1382" y="458"/>
                      <a:pt x="1382" y="536"/>
                    </a:cubicBezTo>
                    <a:cubicBezTo>
                      <a:pt x="1382" y="594"/>
                      <a:pt x="1343" y="652"/>
                      <a:pt x="1246" y="730"/>
                    </a:cubicBezTo>
                    <a:cubicBezTo>
                      <a:pt x="1139" y="798"/>
                      <a:pt x="983" y="832"/>
                      <a:pt x="822" y="832"/>
                    </a:cubicBezTo>
                    <a:cubicBezTo>
                      <a:pt x="662" y="832"/>
                      <a:pt x="497" y="798"/>
                      <a:pt x="370" y="730"/>
                    </a:cubicBezTo>
                    <a:cubicBezTo>
                      <a:pt x="273" y="672"/>
                      <a:pt x="234" y="594"/>
                      <a:pt x="234" y="536"/>
                    </a:cubicBezTo>
                    <a:cubicBezTo>
                      <a:pt x="234" y="458"/>
                      <a:pt x="273" y="399"/>
                      <a:pt x="370" y="341"/>
                    </a:cubicBezTo>
                    <a:cubicBezTo>
                      <a:pt x="487" y="263"/>
                      <a:pt x="662" y="244"/>
                      <a:pt x="818" y="244"/>
                    </a:cubicBezTo>
                    <a:close/>
                    <a:moveTo>
                      <a:pt x="830" y="1"/>
                    </a:moveTo>
                    <a:cubicBezTo>
                      <a:pt x="628" y="1"/>
                      <a:pt x="428" y="49"/>
                      <a:pt x="273" y="147"/>
                    </a:cubicBezTo>
                    <a:cubicBezTo>
                      <a:pt x="98" y="244"/>
                      <a:pt x="0" y="380"/>
                      <a:pt x="0" y="536"/>
                    </a:cubicBezTo>
                    <a:cubicBezTo>
                      <a:pt x="0" y="672"/>
                      <a:pt x="98" y="827"/>
                      <a:pt x="273" y="925"/>
                    </a:cubicBezTo>
                    <a:cubicBezTo>
                      <a:pt x="448" y="1022"/>
                      <a:pt x="642" y="1061"/>
                      <a:pt x="837" y="1061"/>
                    </a:cubicBezTo>
                    <a:cubicBezTo>
                      <a:pt x="973" y="1061"/>
                      <a:pt x="1129" y="1041"/>
                      <a:pt x="1265" y="983"/>
                    </a:cubicBezTo>
                    <a:lnTo>
                      <a:pt x="1226" y="964"/>
                    </a:lnTo>
                    <a:cubicBezTo>
                      <a:pt x="1148" y="944"/>
                      <a:pt x="1129" y="866"/>
                      <a:pt x="1168" y="789"/>
                    </a:cubicBezTo>
                    <a:cubicBezTo>
                      <a:pt x="1196" y="760"/>
                      <a:pt x="1235" y="742"/>
                      <a:pt x="1285" y="742"/>
                    </a:cubicBezTo>
                    <a:cubicBezTo>
                      <a:pt x="1303" y="742"/>
                      <a:pt x="1322" y="744"/>
                      <a:pt x="1343" y="750"/>
                    </a:cubicBezTo>
                    <a:lnTo>
                      <a:pt x="1518" y="847"/>
                    </a:lnTo>
                    <a:cubicBezTo>
                      <a:pt x="1615" y="750"/>
                      <a:pt x="1654" y="652"/>
                      <a:pt x="1654" y="536"/>
                    </a:cubicBezTo>
                    <a:cubicBezTo>
                      <a:pt x="1654" y="380"/>
                      <a:pt x="1557" y="244"/>
                      <a:pt x="1401" y="147"/>
                    </a:cubicBezTo>
                    <a:cubicBezTo>
                      <a:pt x="1236" y="49"/>
                      <a:pt x="1032" y="1"/>
                      <a:pt x="8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2"/>
              <p:cNvSpPr/>
              <p:nvPr/>
            </p:nvSpPr>
            <p:spPr>
              <a:xfrm>
                <a:off x="396500" y="1012875"/>
                <a:ext cx="9275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371" h="246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118" y="245"/>
                    </a:lnTo>
                    <a:cubicBezTo>
                      <a:pt x="176" y="226"/>
                      <a:pt x="215" y="206"/>
                      <a:pt x="234" y="187"/>
                    </a:cubicBezTo>
                    <a:cubicBezTo>
                      <a:pt x="293" y="148"/>
                      <a:pt x="332" y="128"/>
                      <a:pt x="371" y="109"/>
                    </a:cubicBezTo>
                    <a:lnTo>
                      <a:pt x="195" y="12"/>
                    </a:lnTo>
                    <a:cubicBezTo>
                      <a:pt x="174" y="5"/>
                      <a:pt x="153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32"/>
              <p:cNvSpPr/>
              <p:nvPr/>
            </p:nvSpPr>
            <p:spPr>
              <a:xfrm>
                <a:off x="450000" y="10104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799" y="244"/>
                    </a:moveTo>
                    <a:cubicBezTo>
                      <a:pt x="974" y="244"/>
                      <a:pt x="1110" y="283"/>
                      <a:pt x="1227" y="341"/>
                    </a:cubicBezTo>
                    <a:cubicBezTo>
                      <a:pt x="1324" y="399"/>
                      <a:pt x="1382" y="477"/>
                      <a:pt x="1382" y="536"/>
                    </a:cubicBezTo>
                    <a:cubicBezTo>
                      <a:pt x="1382" y="613"/>
                      <a:pt x="1324" y="672"/>
                      <a:pt x="1227" y="730"/>
                    </a:cubicBezTo>
                    <a:cubicBezTo>
                      <a:pt x="1110" y="808"/>
                      <a:pt x="954" y="847"/>
                      <a:pt x="799" y="847"/>
                    </a:cubicBezTo>
                    <a:cubicBezTo>
                      <a:pt x="643" y="847"/>
                      <a:pt x="487" y="808"/>
                      <a:pt x="371" y="730"/>
                    </a:cubicBezTo>
                    <a:cubicBezTo>
                      <a:pt x="273" y="691"/>
                      <a:pt x="215" y="613"/>
                      <a:pt x="215" y="536"/>
                    </a:cubicBezTo>
                    <a:cubicBezTo>
                      <a:pt x="215" y="477"/>
                      <a:pt x="273" y="419"/>
                      <a:pt x="371" y="341"/>
                    </a:cubicBezTo>
                    <a:cubicBezTo>
                      <a:pt x="487" y="283"/>
                      <a:pt x="662" y="244"/>
                      <a:pt x="799" y="244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99"/>
                      <a:pt x="1" y="536"/>
                    </a:cubicBezTo>
                    <a:cubicBezTo>
                      <a:pt x="1" y="691"/>
                      <a:pt x="98" y="827"/>
                      <a:pt x="273" y="925"/>
                    </a:cubicBezTo>
                    <a:cubicBezTo>
                      <a:pt x="429" y="1022"/>
                      <a:pt x="623" y="1080"/>
                      <a:pt x="818" y="1080"/>
                    </a:cubicBezTo>
                    <a:cubicBezTo>
                      <a:pt x="993" y="1080"/>
                      <a:pt x="1168" y="1061"/>
                      <a:pt x="1285" y="983"/>
                    </a:cubicBezTo>
                    <a:lnTo>
                      <a:pt x="1265" y="964"/>
                    </a:lnTo>
                    <a:cubicBezTo>
                      <a:pt x="1188" y="964"/>
                      <a:pt x="1168" y="886"/>
                      <a:pt x="1188" y="808"/>
                    </a:cubicBezTo>
                    <a:cubicBezTo>
                      <a:pt x="1201" y="781"/>
                      <a:pt x="1244" y="753"/>
                      <a:pt x="1296" y="753"/>
                    </a:cubicBezTo>
                    <a:cubicBezTo>
                      <a:pt x="1317" y="753"/>
                      <a:pt x="1340" y="758"/>
                      <a:pt x="1363" y="769"/>
                    </a:cubicBezTo>
                    <a:lnTo>
                      <a:pt x="1499" y="827"/>
                    </a:lnTo>
                    <a:cubicBezTo>
                      <a:pt x="1596" y="730"/>
                      <a:pt x="1655" y="633"/>
                      <a:pt x="1655" y="536"/>
                    </a:cubicBezTo>
                    <a:cubicBezTo>
                      <a:pt x="1655" y="399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32"/>
              <p:cNvSpPr/>
              <p:nvPr/>
            </p:nvSpPr>
            <p:spPr>
              <a:xfrm>
                <a:off x="479200" y="1029875"/>
                <a:ext cx="827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47" extrusionOk="0">
                    <a:moveTo>
                      <a:pt x="131" y="1"/>
                    </a:moveTo>
                    <a:cubicBezTo>
                      <a:pt x="94" y="1"/>
                      <a:pt x="57" y="14"/>
                      <a:pt x="20" y="51"/>
                    </a:cubicBezTo>
                    <a:cubicBezTo>
                      <a:pt x="0" y="110"/>
                      <a:pt x="0" y="188"/>
                      <a:pt x="78" y="227"/>
                    </a:cubicBezTo>
                    <a:lnTo>
                      <a:pt x="97" y="246"/>
                    </a:lnTo>
                    <a:cubicBezTo>
                      <a:pt x="117" y="227"/>
                      <a:pt x="175" y="227"/>
                      <a:pt x="195" y="207"/>
                    </a:cubicBezTo>
                    <a:cubicBezTo>
                      <a:pt x="234" y="149"/>
                      <a:pt x="292" y="110"/>
                      <a:pt x="331" y="71"/>
                    </a:cubicBezTo>
                    <a:lnTo>
                      <a:pt x="195" y="13"/>
                    </a:lnTo>
                    <a:cubicBezTo>
                      <a:pt x="173" y="5"/>
                      <a:pt x="152" y="1"/>
                      <a:pt x="1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32"/>
              <p:cNvSpPr/>
              <p:nvPr/>
            </p:nvSpPr>
            <p:spPr>
              <a:xfrm>
                <a:off x="357125" y="911500"/>
                <a:ext cx="24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98" h="487" extrusionOk="0">
                    <a:moveTo>
                      <a:pt x="0" y="1"/>
                    </a:moveTo>
                    <a:lnTo>
                      <a:pt x="0" y="487"/>
                    </a:lnTo>
                    <a:cubicBezTo>
                      <a:pt x="58" y="409"/>
                      <a:pt x="97" y="351"/>
                      <a:pt x="97" y="253"/>
                    </a:cubicBezTo>
                    <a:cubicBezTo>
                      <a:pt x="97" y="156"/>
                      <a:pt x="58" y="7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32"/>
              <p:cNvSpPr/>
              <p:nvPr/>
            </p:nvSpPr>
            <p:spPr>
              <a:xfrm>
                <a:off x="445625" y="9462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798" y="263"/>
                    </a:moveTo>
                    <a:cubicBezTo>
                      <a:pt x="974" y="263"/>
                      <a:pt x="1129" y="283"/>
                      <a:pt x="1246" y="361"/>
                    </a:cubicBezTo>
                    <a:cubicBezTo>
                      <a:pt x="1343" y="419"/>
                      <a:pt x="1382" y="477"/>
                      <a:pt x="1382" y="555"/>
                    </a:cubicBezTo>
                    <a:cubicBezTo>
                      <a:pt x="1382" y="633"/>
                      <a:pt x="1343" y="672"/>
                      <a:pt x="1246" y="750"/>
                    </a:cubicBezTo>
                    <a:cubicBezTo>
                      <a:pt x="1139" y="827"/>
                      <a:pt x="978" y="866"/>
                      <a:pt x="815" y="866"/>
                    </a:cubicBezTo>
                    <a:cubicBezTo>
                      <a:pt x="653" y="866"/>
                      <a:pt x="487" y="827"/>
                      <a:pt x="370" y="750"/>
                    </a:cubicBezTo>
                    <a:cubicBezTo>
                      <a:pt x="273" y="711"/>
                      <a:pt x="215" y="633"/>
                      <a:pt x="215" y="555"/>
                    </a:cubicBezTo>
                    <a:cubicBezTo>
                      <a:pt x="215" y="477"/>
                      <a:pt x="273" y="438"/>
                      <a:pt x="370" y="361"/>
                    </a:cubicBezTo>
                    <a:cubicBezTo>
                      <a:pt x="487" y="283"/>
                      <a:pt x="662" y="263"/>
                      <a:pt x="798" y="263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6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72"/>
                      <a:pt x="98" y="827"/>
                      <a:pt x="273" y="925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993" y="1061"/>
                      <a:pt x="1168" y="1041"/>
                      <a:pt x="1324" y="964"/>
                    </a:cubicBezTo>
                    <a:lnTo>
                      <a:pt x="1265" y="944"/>
                    </a:lnTo>
                    <a:cubicBezTo>
                      <a:pt x="1188" y="944"/>
                      <a:pt x="1168" y="866"/>
                      <a:pt x="1226" y="808"/>
                    </a:cubicBezTo>
                    <a:cubicBezTo>
                      <a:pt x="1241" y="764"/>
                      <a:pt x="1288" y="742"/>
                      <a:pt x="1336" y="742"/>
                    </a:cubicBezTo>
                    <a:cubicBezTo>
                      <a:pt x="1352" y="742"/>
                      <a:pt x="1368" y="745"/>
                      <a:pt x="1382" y="750"/>
                    </a:cubicBezTo>
                    <a:lnTo>
                      <a:pt x="1538" y="827"/>
                    </a:lnTo>
                    <a:cubicBezTo>
                      <a:pt x="1616" y="750"/>
                      <a:pt x="1654" y="652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32"/>
              <p:cNvSpPr/>
              <p:nvPr/>
            </p:nvSpPr>
            <p:spPr>
              <a:xfrm>
                <a:off x="474825" y="965225"/>
                <a:ext cx="877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4" extrusionOk="0">
                    <a:moveTo>
                      <a:pt x="136" y="0"/>
                    </a:moveTo>
                    <a:cubicBezTo>
                      <a:pt x="97" y="0"/>
                      <a:pt x="58" y="18"/>
                      <a:pt x="20" y="69"/>
                    </a:cubicBezTo>
                    <a:cubicBezTo>
                      <a:pt x="0" y="108"/>
                      <a:pt x="0" y="186"/>
                      <a:pt x="78" y="245"/>
                    </a:cubicBezTo>
                    <a:lnTo>
                      <a:pt x="117" y="264"/>
                    </a:lnTo>
                    <a:cubicBezTo>
                      <a:pt x="156" y="245"/>
                      <a:pt x="175" y="245"/>
                      <a:pt x="195" y="206"/>
                    </a:cubicBezTo>
                    <a:cubicBezTo>
                      <a:pt x="272" y="167"/>
                      <a:pt x="311" y="147"/>
                      <a:pt x="350" y="89"/>
                    </a:cubicBezTo>
                    <a:lnTo>
                      <a:pt x="195" y="11"/>
                    </a:lnTo>
                    <a:cubicBezTo>
                      <a:pt x="175" y="5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32"/>
              <p:cNvSpPr/>
              <p:nvPr/>
            </p:nvSpPr>
            <p:spPr>
              <a:xfrm>
                <a:off x="561875" y="113790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1266" y="749"/>
                    </a:moveTo>
                    <a:cubicBezTo>
                      <a:pt x="1247" y="754"/>
                      <a:pt x="1231" y="762"/>
                      <a:pt x="1220" y="772"/>
                    </a:cubicBezTo>
                    <a:lnTo>
                      <a:pt x="1220" y="772"/>
                    </a:lnTo>
                    <a:cubicBezTo>
                      <a:pt x="1235" y="765"/>
                      <a:pt x="1251" y="758"/>
                      <a:pt x="1265" y="750"/>
                    </a:cubicBezTo>
                    <a:cubicBezTo>
                      <a:pt x="1265" y="750"/>
                      <a:pt x="1266" y="749"/>
                      <a:pt x="1266" y="749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92"/>
                      <a:pt x="98" y="847"/>
                      <a:pt x="273" y="944"/>
                    </a:cubicBezTo>
                    <a:cubicBezTo>
                      <a:pt x="429" y="1042"/>
                      <a:pt x="623" y="1081"/>
                      <a:pt x="818" y="1081"/>
                    </a:cubicBezTo>
                    <a:cubicBezTo>
                      <a:pt x="993" y="1081"/>
                      <a:pt x="1129" y="1061"/>
                      <a:pt x="1285" y="983"/>
                    </a:cubicBezTo>
                    <a:lnTo>
                      <a:pt x="1265" y="964"/>
                    </a:lnTo>
                    <a:cubicBezTo>
                      <a:pt x="1207" y="944"/>
                      <a:pt x="1187" y="867"/>
                      <a:pt x="1207" y="789"/>
                    </a:cubicBezTo>
                    <a:cubicBezTo>
                      <a:pt x="1210" y="783"/>
                      <a:pt x="1214" y="777"/>
                      <a:pt x="1220" y="772"/>
                    </a:cubicBezTo>
                    <a:lnTo>
                      <a:pt x="1220" y="772"/>
                    </a:lnTo>
                    <a:cubicBezTo>
                      <a:pt x="1101" y="825"/>
                      <a:pt x="955" y="852"/>
                      <a:pt x="813" y="852"/>
                    </a:cubicBezTo>
                    <a:cubicBezTo>
                      <a:pt x="652" y="852"/>
                      <a:pt x="497" y="818"/>
                      <a:pt x="390" y="750"/>
                    </a:cubicBezTo>
                    <a:cubicBezTo>
                      <a:pt x="292" y="692"/>
                      <a:pt x="234" y="633"/>
                      <a:pt x="234" y="555"/>
                    </a:cubicBezTo>
                    <a:cubicBezTo>
                      <a:pt x="234" y="478"/>
                      <a:pt x="292" y="400"/>
                      <a:pt x="390" y="361"/>
                    </a:cubicBezTo>
                    <a:cubicBezTo>
                      <a:pt x="506" y="283"/>
                      <a:pt x="681" y="264"/>
                      <a:pt x="818" y="264"/>
                    </a:cubicBezTo>
                    <a:cubicBezTo>
                      <a:pt x="993" y="264"/>
                      <a:pt x="1129" y="283"/>
                      <a:pt x="1265" y="361"/>
                    </a:cubicBezTo>
                    <a:cubicBezTo>
                      <a:pt x="1362" y="400"/>
                      <a:pt x="1401" y="478"/>
                      <a:pt x="1401" y="555"/>
                    </a:cubicBezTo>
                    <a:cubicBezTo>
                      <a:pt x="1401" y="633"/>
                      <a:pt x="1363" y="672"/>
                      <a:pt x="1266" y="749"/>
                    </a:cubicBezTo>
                    <a:lnTo>
                      <a:pt x="1266" y="749"/>
                    </a:lnTo>
                    <a:cubicBezTo>
                      <a:pt x="1282" y="745"/>
                      <a:pt x="1301" y="742"/>
                      <a:pt x="1320" y="742"/>
                    </a:cubicBezTo>
                    <a:cubicBezTo>
                      <a:pt x="1340" y="742"/>
                      <a:pt x="1361" y="745"/>
                      <a:pt x="1382" y="750"/>
                    </a:cubicBezTo>
                    <a:lnTo>
                      <a:pt x="1499" y="828"/>
                    </a:ln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38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32"/>
              <p:cNvSpPr/>
              <p:nvPr/>
            </p:nvSpPr>
            <p:spPr>
              <a:xfrm>
                <a:off x="592025" y="1156600"/>
                <a:ext cx="8300" cy="590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36" extrusionOk="0">
                    <a:moveTo>
                      <a:pt x="124" y="0"/>
                    </a:moveTo>
                    <a:cubicBezTo>
                      <a:pt x="86" y="0"/>
                      <a:pt x="52" y="17"/>
                      <a:pt x="40" y="41"/>
                    </a:cubicBezTo>
                    <a:cubicBezTo>
                      <a:pt x="1" y="99"/>
                      <a:pt x="1" y="177"/>
                      <a:pt x="79" y="216"/>
                    </a:cubicBezTo>
                    <a:lnTo>
                      <a:pt x="98" y="235"/>
                    </a:lnTo>
                    <a:cubicBezTo>
                      <a:pt x="137" y="216"/>
                      <a:pt x="176" y="216"/>
                      <a:pt x="195" y="196"/>
                    </a:cubicBezTo>
                    <a:cubicBezTo>
                      <a:pt x="254" y="177"/>
                      <a:pt x="293" y="119"/>
                      <a:pt x="331" y="99"/>
                    </a:cubicBezTo>
                    <a:lnTo>
                      <a:pt x="195" y="21"/>
                    </a:lnTo>
                    <a:cubicBezTo>
                      <a:pt x="173" y="6"/>
                      <a:pt x="148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2"/>
              <p:cNvSpPr/>
              <p:nvPr/>
            </p:nvSpPr>
            <p:spPr>
              <a:xfrm>
                <a:off x="488925" y="1128175"/>
                <a:ext cx="418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2" extrusionOk="0">
                    <a:moveTo>
                      <a:pt x="817" y="244"/>
                    </a:move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62" y="380"/>
                      <a:pt x="1401" y="458"/>
                      <a:pt x="1401" y="536"/>
                    </a:cubicBezTo>
                    <a:cubicBezTo>
                      <a:pt x="1401" y="594"/>
                      <a:pt x="1362" y="653"/>
                      <a:pt x="1265" y="730"/>
                    </a:cubicBezTo>
                    <a:cubicBezTo>
                      <a:pt x="1138" y="798"/>
                      <a:pt x="973" y="832"/>
                      <a:pt x="813" y="832"/>
                    </a:cubicBezTo>
                    <a:cubicBezTo>
                      <a:pt x="652" y="832"/>
                      <a:pt x="496" y="798"/>
                      <a:pt x="389" y="730"/>
                    </a:cubicBezTo>
                    <a:cubicBezTo>
                      <a:pt x="292" y="672"/>
                      <a:pt x="234" y="594"/>
                      <a:pt x="234" y="536"/>
                    </a:cubicBezTo>
                    <a:cubicBezTo>
                      <a:pt x="234" y="458"/>
                      <a:pt x="29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lose/>
                    <a:moveTo>
                      <a:pt x="847" y="1"/>
                    </a:moveTo>
                    <a:cubicBezTo>
                      <a:pt x="647" y="1"/>
                      <a:pt x="448" y="49"/>
                      <a:pt x="292" y="147"/>
                    </a:cubicBezTo>
                    <a:cubicBezTo>
                      <a:pt x="117" y="244"/>
                      <a:pt x="20" y="380"/>
                      <a:pt x="20" y="536"/>
                    </a:cubicBezTo>
                    <a:cubicBezTo>
                      <a:pt x="0" y="672"/>
                      <a:pt x="98" y="828"/>
                      <a:pt x="273" y="925"/>
                    </a:cubicBezTo>
                    <a:cubicBezTo>
                      <a:pt x="428" y="1022"/>
                      <a:pt x="623" y="1061"/>
                      <a:pt x="817" y="1061"/>
                    </a:cubicBezTo>
                    <a:cubicBezTo>
                      <a:pt x="993" y="1061"/>
                      <a:pt x="1168" y="1042"/>
                      <a:pt x="1304" y="964"/>
                    </a:cubicBezTo>
                    <a:cubicBezTo>
                      <a:pt x="1265" y="944"/>
                      <a:pt x="1245" y="867"/>
                      <a:pt x="1265" y="789"/>
                    </a:cubicBezTo>
                    <a:cubicBezTo>
                      <a:pt x="1279" y="760"/>
                      <a:pt x="1325" y="742"/>
                      <a:pt x="1371" y="742"/>
                    </a:cubicBezTo>
                    <a:cubicBezTo>
                      <a:pt x="1388" y="742"/>
                      <a:pt x="1405" y="745"/>
                      <a:pt x="1421" y="750"/>
                    </a:cubicBezTo>
                    <a:lnTo>
                      <a:pt x="1557" y="828"/>
                    </a:lnTo>
                    <a:cubicBezTo>
                      <a:pt x="1615" y="750"/>
                      <a:pt x="1673" y="653"/>
                      <a:pt x="1673" y="536"/>
                    </a:cubicBezTo>
                    <a:cubicBezTo>
                      <a:pt x="1673" y="380"/>
                      <a:pt x="1576" y="244"/>
                      <a:pt x="1401" y="147"/>
                    </a:cubicBezTo>
                    <a:cubicBezTo>
                      <a:pt x="1245" y="49"/>
                      <a:pt x="1046" y="1"/>
                      <a:pt x="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32"/>
              <p:cNvSpPr/>
              <p:nvPr/>
            </p:nvSpPr>
            <p:spPr>
              <a:xfrm>
                <a:off x="520050" y="1145450"/>
                <a:ext cx="73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4" extrusionOk="0">
                    <a:moveTo>
                      <a:pt x="156" y="0"/>
                    </a:moveTo>
                    <a:cubicBezTo>
                      <a:pt x="137" y="0"/>
                      <a:pt x="59" y="39"/>
                      <a:pt x="20" y="78"/>
                    </a:cubicBezTo>
                    <a:cubicBezTo>
                      <a:pt x="0" y="117"/>
                      <a:pt x="0" y="195"/>
                      <a:pt x="59" y="253"/>
                    </a:cubicBezTo>
                    <a:cubicBezTo>
                      <a:pt x="98" y="253"/>
                      <a:pt x="117" y="214"/>
                      <a:pt x="137" y="195"/>
                    </a:cubicBezTo>
                    <a:cubicBezTo>
                      <a:pt x="195" y="176"/>
                      <a:pt x="234" y="117"/>
                      <a:pt x="292" y="78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32"/>
              <p:cNvSpPr/>
              <p:nvPr/>
            </p:nvSpPr>
            <p:spPr>
              <a:xfrm>
                <a:off x="1417900" y="108732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374" y="721"/>
                    </a:moveTo>
                    <a:cubicBezTo>
                      <a:pt x="379" y="724"/>
                      <a:pt x="384" y="727"/>
                      <a:pt x="389" y="730"/>
                    </a:cubicBezTo>
                    <a:cubicBezTo>
                      <a:pt x="413" y="745"/>
                      <a:pt x="440" y="759"/>
                      <a:pt x="468" y="771"/>
                    </a:cubicBezTo>
                    <a:lnTo>
                      <a:pt x="468" y="771"/>
                    </a:lnTo>
                    <a:cubicBezTo>
                      <a:pt x="468" y="770"/>
                      <a:pt x="467" y="770"/>
                      <a:pt x="467" y="769"/>
                    </a:cubicBezTo>
                    <a:cubicBezTo>
                      <a:pt x="439" y="740"/>
                      <a:pt x="405" y="726"/>
                      <a:pt x="374" y="721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49"/>
                      <a:pt x="273" y="146"/>
                    </a:cubicBezTo>
                    <a:cubicBezTo>
                      <a:pt x="98" y="244"/>
                      <a:pt x="0" y="380"/>
                      <a:pt x="0" y="536"/>
                    </a:cubicBezTo>
                    <a:cubicBezTo>
                      <a:pt x="0" y="633"/>
                      <a:pt x="39" y="750"/>
                      <a:pt x="136" y="827"/>
                    </a:cubicBezTo>
                    <a:lnTo>
                      <a:pt x="292" y="730"/>
                    </a:lnTo>
                    <a:cubicBezTo>
                      <a:pt x="306" y="723"/>
                      <a:pt x="326" y="718"/>
                      <a:pt x="348" y="718"/>
                    </a:cubicBezTo>
                    <a:cubicBezTo>
                      <a:pt x="356" y="718"/>
                      <a:pt x="365" y="719"/>
                      <a:pt x="374" y="721"/>
                    </a:cubicBezTo>
                    <a:lnTo>
                      <a:pt x="374" y="721"/>
                    </a:lnTo>
                    <a:cubicBezTo>
                      <a:pt x="286" y="665"/>
                      <a:pt x="234" y="609"/>
                      <a:pt x="234" y="536"/>
                    </a:cubicBezTo>
                    <a:cubicBezTo>
                      <a:pt x="234" y="458"/>
                      <a:pt x="31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62" y="380"/>
                      <a:pt x="1401" y="458"/>
                      <a:pt x="1401" y="536"/>
                    </a:cubicBezTo>
                    <a:cubicBezTo>
                      <a:pt x="1401" y="613"/>
                      <a:pt x="1362" y="652"/>
                      <a:pt x="1265" y="730"/>
                    </a:cubicBezTo>
                    <a:cubicBezTo>
                      <a:pt x="1138" y="798"/>
                      <a:pt x="973" y="832"/>
                      <a:pt x="813" y="832"/>
                    </a:cubicBezTo>
                    <a:cubicBezTo>
                      <a:pt x="688" y="832"/>
                      <a:pt x="566" y="812"/>
                      <a:pt x="468" y="771"/>
                    </a:cubicBezTo>
                    <a:lnTo>
                      <a:pt x="468" y="771"/>
                    </a:lnTo>
                    <a:cubicBezTo>
                      <a:pt x="487" y="829"/>
                      <a:pt x="486" y="906"/>
                      <a:pt x="409" y="944"/>
                    </a:cubicBezTo>
                    <a:lnTo>
                      <a:pt x="370" y="964"/>
                    </a:lnTo>
                    <a:cubicBezTo>
                      <a:pt x="506" y="1022"/>
                      <a:pt x="681" y="1061"/>
                      <a:pt x="817" y="1061"/>
                    </a:cubicBezTo>
                    <a:cubicBezTo>
                      <a:pt x="1012" y="1061"/>
                      <a:pt x="1245" y="1022"/>
                      <a:pt x="1382" y="925"/>
                    </a:cubicBezTo>
                    <a:cubicBezTo>
                      <a:pt x="1557" y="827"/>
                      <a:pt x="1654" y="672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32"/>
              <p:cNvSpPr/>
              <p:nvPr/>
            </p:nvSpPr>
            <p:spPr>
              <a:xfrm>
                <a:off x="1421300" y="1105150"/>
                <a:ext cx="877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51" extrusionOk="0">
                    <a:moveTo>
                      <a:pt x="219" y="1"/>
                    </a:moveTo>
                    <a:cubicBezTo>
                      <a:pt x="200" y="1"/>
                      <a:pt x="179" y="6"/>
                      <a:pt x="156" y="17"/>
                    </a:cubicBezTo>
                    <a:lnTo>
                      <a:pt x="0" y="114"/>
                    </a:lnTo>
                    <a:cubicBezTo>
                      <a:pt x="59" y="153"/>
                      <a:pt x="78" y="192"/>
                      <a:pt x="137" y="212"/>
                    </a:cubicBezTo>
                    <a:cubicBezTo>
                      <a:pt x="156" y="231"/>
                      <a:pt x="195" y="231"/>
                      <a:pt x="234" y="251"/>
                    </a:cubicBezTo>
                    <a:lnTo>
                      <a:pt x="273" y="231"/>
                    </a:lnTo>
                    <a:cubicBezTo>
                      <a:pt x="351" y="212"/>
                      <a:pt x="351" y="114"/>
                      <a:pt x="331" y="56"/>
                    </a:cubicBezTo>
                    <a:cubicBezTo>
                      <a:pt x="304" y="29"/>
                      <a:pt x="266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32"/>
              <p:cNvSpPr/>
              <p:nvPr/>
            </p:nvSpPr>
            <p:spPr>
              <a:xfrm>
                <a:off x="1311875" y="111747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37" y="244"/>
                    </a:moveTo>
                    <a:cubicBezTo>
                      <a:pt x="1012" y="244"/>
                      <a:pt x="1148" y="263"/>
                      <a:pt x="1265" y="341"/>
                    </a:cubicBezTo>
                    <a:cubicBezTo>
                      <a:pt x="1362" y="400"/>
                      <a:pt x="1420" y="458"/>
                      <a:pt x="1420" y="536"/>
                    </a:cubicBezTo>
                    <a:cubicBezTo>
                      <a:pt x="1420" y="614"/>
                      <a:pt x="1362" y="672"/>
                      <a:pt x="1265" y="730"/>
                    </a:cubicBezTo>
                    <a:cubicBezTo>
                      <a:pt x="1148" y="808"/>
                      <a:pt x="983" y="847"/>
                      <a:pt x="820" y="847"/>
                    </a:cubicBezTo>
                    <a:cubicBezTo>
                      <a:pt x="657" y="847"/>
                      <a:pt x="496" y="808"/>
                      <a:pt x="389" y="730"/>
                    </a:cubicBezTo>
                    <a:cubicBezTo>
                      <a:pt x="292" y="691"/>
                      <a:pt x="253" y="614"/>
                      <a:pt x="253" y="536"/>
                    </a:cubicBezTo>
                    <a:cubicBezTo>
                      <a:pt x="253" y="458"/>
                      <a:pt x="292" y="419"/>
                      <a:pt x="389" y="341"/>
                    </a:cubicBezTo>
                    <a:cubicBezTo>
                      <a:pt x="525" y="263"/>
                      <a:pt x="681" y="244"/>
                      <a:pt x="837" y="244"/>
                    </a:cubicBezTo>
                    <a:close/>
                    <a:moveTo>
                      <a:pt x="829" y="1"/>
                    </a:moveTo>
                    <a:cubicBezTo>
                      <a:pt x="628" y="1"/>
                      <a:pt x="428" y="49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33"/>
                      <a:pt x="58" y="730"/>
                      <a:pt x="136" y="808"/>
                    </a:cubicBezTo>
                    <a:lnTo>
                      <a:pt x="253" y="730"/>
                    </a:lnTo>
                    <a:cubicBezTo>
                      <a:pt x="262" y="726"/>
                      <a:pt x="274" y="723"/>
                      <a:pt x="286" y="723"/>
                    </a:cubicBezTo>
                    <a:cubicBezTo>
                      <a:pt x="328" y="723"/>
                      <a:pt x="384" y="749"/>
                      <a:pt x="428" y="808"/>
                    </a:cubicBezTo>
                    <a:cubicBezTo>
                      <a:pt x="448" y="847"/>
                      <a:pt x="448" y="925"/>
                      <a:pt x="370" y="983"/>
                    </a:cubicBezTo>
                    <a:lnTo>
                      <a:pt x="350" y="983"/>
                    </a:lnTo>
                    <a:cubicBezTo>
                      <a:pt x="486" y="1061"/>
                      <a:pt x="662" y="1081"/>
                      <a:pt x="837" y="1081"/>
                    </a:cubicBezTo>
                    <a:cubicBezTo>
                      <a:pt x="1031" y="1081"/>
                      <a:pt x="1245" y="1022"/>
                      <a:pt x="1401" y="925"/>
                    </a:cubicBezTo>
                    <a:cubicBezTo>
                      <a:pt x="1557" y="828"/>
                      <a:pt x="1654" y="691"/>
                      <a:pt x="1654" y="536"/>
                    </a:cubicBezTo>
                    <a:cubicBezTo>
                      <a:pt x="1654" y="400"/>
                      <a:pt x="1557" y="244"/>
                      <a:pt x="1401" y="147"/>
                    </a:cubicBezTo>
                    <a:cubicBezTo>
                      <a:pt x="1236" y="49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32"/>
              <p:cNvSpPr/>
              <p:nvPr/>
            </p:nvSpPr>
            <p:spPr>
              <a:xfrm>
                <a:off x="1314775" y="1135550"/>
                <a:ext cx="83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22" extrusionOk="0">
                    <a:moveTo>
                      <a:pt x="184" y="0"/>
                    </a:moveTo>
                    <a:cubicBezTo>
                      <a:pt x="167" y="0"/>
                      <a:pt x="152" y="2"/>
                      <a:pt x="137" y="7"/>
                    </a:cubicBezTo>
                    <a:lnTo>
                      <a:pt x="1" y="85"/>
                    </a:lnTo>
                    <a:cubicBezTo>
                      <a:pt x="59" y="143"/>
                      <a:pt x="79" y="182"/>
                      <a:pt x="156" y="202"/>
                    </a:cubicBezTo>
                    <a:cubicBezTo>
                      <a:pt x="176" y="221"/>
                      <a:pt x="215" y="221"/>
                      <a:pt x="234" y="221"/>
                    </a:cubicBezTo>
                    <a:lnTo>
                      <a:pt x="254" y="221"/>
                    </a:lnTo>
                    <a:cubicBezTo>
                      <a:pt x="312" y="202"/>
                      <a:pt x="332" y="124"/>
                      <a:pt x="312" y="66"/>
                    </a:cubicBezTo>
                    <a:cubicBezTo>
                      <a:pt x="283" y="22"/>
                      <a:pt x="232" y="0"/>
                      <a:pt x="1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32"/>
              <p:cNvSpPr/>
              <p:nvPr/>
            </p:nvSpPr>
            <p:spPr>
              <a:xfrm>
                <a:off x="1399425" y="100465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339" y="722"/>
                    </a:moveTo>
                    <a:cubicBezTo>
                      <a:pt x="353" y="732"/>
                      <a:pt x="370" y="742"/>
                      <a:pt x="389" y="749"/>
                    </a:cubicBezTo>
                    <a:cubicBezTo>
                      <a:pt x="409" y="763"/>
                      <a:pt x="430" y="776"/>
                      <a:pt x="453" y="788"/>
                    </a:cubicBezTo>
                    <a:lnTo>
                      <a:pt x="453" y="788"/>
                    </a:lnTo>
                    <a:cubicBezTo>
                      <a:pt x="451" y="781"/>
                      <a:pt x="450" y="775"/>
                      <a:pt x="447" y="769"/>
                    </a:cubicBezTo>
                    <a:cubicBezTo>
                      <a:pt x="434" y="741"/>
                      <a:pt x="390" y="723"/>
                      <a:pt x="339" y="722"/>
                    </a:cubicBezTo>
                    <a:close/>
                    <a:moveTo>
                      <a:pt x="827" y="0"/>
                    </a:moveTo>
                    <a:cubicBezTo>
                      <a:pt x="627" y="0"/>
                      <a:pt x="428" y="49"/>
                      <a:pt x="272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32"/>
                      <a:pt x="58" y="730"/>
                      <a:pt x="136" y="827"/>
                    </a:cubicBezTo>
                    <a:lnTo>
                      <a:pt x="272" y="730"/>
                    </a:lnTo>
                    <a:cubicBezTo>
                      <a:pt x="293" y="725"/>
                      <a:pt x="314" y="722"/>
                      <a:pt x="334" y="722"/>
                    </a:cubicBezTo>
                    <a:cubicBezTo>
                      <a:pt x="335" y="722"/>
                      <a:pt x="337" y="722"/>
                      <a:pt x="339" y="722"/>
                    </a:cubicBezTo>
                    <a:lnTo>
                      <a:pt x="339" y="722"/>
                    </a:lnTo>
                    <a:cubicBezTo>
                      <a:pt x="278" y="680"/>
                      <a:pt x="253" y="617"/>
                      <a:pt x="253" y="555"/>
                    </a:cubicBezTo>
                    <a:cubicBezTo>
                      <a:pt x="253" y="477"/>
                      <a:pt x="292" y="418"/>
                      <a:pt x="389" y="360"/>
                    </a:cubicBezTo>
                    <a:cubicBezTo>
                      <a:pt x="506" y="282"/>
                      <a:pt x="681" y="263"/>
                      <a:pt x="837" y="263"/>
                    </a:cubicBezTo>
                    <a:cubicBezTo>
                      <a:pt x="992" y="263"/>
                      <a:pt x="1148" y="282"/>
                      <a:pt x="1265" y="360"/>
                    </a:cubicBezTo>
                    <a:cubicBezTo>
                      <a:pt x="1362" y="418"/>
                      <a:pt x="1420" y="477"/>
                      <a:pt x="1420" y="555"/>
                    </a:cubicBezTo>
                    <a:cubicBezTo>
                      <a:pt x="1420" y="632"/>
                      <a:pt x="1362" y="671"/>
                      <a:pt x="1265" y="749"/>
                    </a:cubicBezTo>
                    <a:cubicBezTo>
                      <a:pt x="1148" y="827"/>
                      <a:pt x="982" y="866"/>
                      <a:pt x="820" y="866"/>
                    </a:cubicBezTo>
                    <a:cubicBezTo>
                      <a:pt x="686" y="866"/>
                      <a:pt x="555" y="840"/>
                      <a:pt x="453" y="788"/>
                    </a:cubicBezTo>
                    <a:lnTo>
                      <a:pt x="453" y="788"/>
                    </a:lnTo>
                    <a:cubicBezTo>
                      <a:pt x="466" y="843"/>
                      <a:pt x="459" y="909"/>
                      <a:pt x="389" y="944"/>
                    </a:cubicBezTo>
                    <a:lnTo>
                      <a:pt x="350" y="963"/>
                    </a:lnTo>
                    <a:cubicBezTo>
                      <a:pt x="486" y="1041"/>
                      <a:pt x="661" y="1060"/>
                      <a:pt x="837" y="1060"/>
                    </a:cubicBezTo>
                    <a:cubicBezTo>
                      <a:pt x="1031" y="1060"/>
                      <a:pt x="1245" y="1022"/>
                      <a:pt x="1381" y="924"/>
                    </a:cubicBezTo>
                    <a:cubicBezTo>
                      <a:pt x="1556" y="827"/>
                      <a:pt x="1654" y="671"/>
                      <a:pt x="1654" y="535"/>
                    </a:cubicBezTo>
                    <a:cubicBezTo>
                      <a:pt x="1654" y="380"/>
                      <a:pt x="1556" y="243"/>
                      <a:pt x="1381" y="146"/>
                    </a:cubicBezTo>
                    <a:cubicBezTo>
                      <a:pt x="1226" y="49"/>
                      <a:pt x="1026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32"/>
              <p:cNvSpPr/>
              <p:nvPr/>
            </p:nvSpPr>
            <p:spPr>
              <a:xfrm>
                <a:off x="1402825" y="1023175"/>
                <a:ext cx="8275" cy="65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62" extrusionOk="0">
                    <a:moveTo>
                      <a:pt x="194" y="1"/>
                    </a:moveTo>
                    <a:cubicBezTo>
                      <a:pt x="175" y="1"/>
                      <a:pt x="156" y="3"/>
                      <a:pt x="136" y="8"/>
                    </a:cubicBezTo>
                    <a:lnTo>
                      <a:pt x="0" y="105"/>
                    </a:lnTo>
                    <a:cubicBezTo>
                      <a:pt x="39" y="125"/>
                      <a:pt x="97" y="164"/>
                      <a:pt x="136" y="203"/>
                    </a:cubicBezTo>
                    <a:cubicBezTo>
                      <a:pt x="156" y="222"/>
                      <a:pt x="195" y="222"/>
                      <a:pt x="214" y="261"/>
                    </a:cubicBezTo>
                    <a:lnTo>
                      <a:pt x="253" y="222"/>
                    </a:lnTo>
                    <a:cubicBezTo>
                      <a:pt x="311" y="203"/>
                      <a:pt x="331" y="125"/>
                      <a:pt x="311" y="67"/>
                    </a:cubicBezTo>
                    <a:cubicBezTo>
                      <a:pt x="297" y="23"/>
                      <a:pt x="249" y="1"/>
                      <a:pt x="1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32"/>
              <p:cNvSpPr/>
              <p:nvPr/>
            </p:nvSpPr>
            <p:spPr>
              <a:xfrm>
                <a:off x="1310400" y="1025075"/>
                <a:ext cx="408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81" extrusionOk="0">
                    <a:moveTo>
                      <a:pt x="818" y="263"/>
                    </a:moveTo>
                    <a:cubicBezTo>
                      <a:pt x="974" y="263"/>
                      <a:pt x="1129" y="302"/>
                      <a:pt x="1265" y="380"/>
                    </a:cubicBezTo>
                    <a:cubicBezTo>
                      <a:pt x="1363" y="419"/>
                      <a:pt x="1402" y="496"/>
                      <a:pt x="1402" y="574"/>
                    </a:cubicBezTo>
                    <a:cubicBezTo>
                      <a:pt x="1402" y="633"/>
                      <a:pt x="1343" y="691"/>
                      <a:pt x="1265" y="769"/>
                    </a:cubicBezTo>
                    <a:cubicBezTo>
                      <a:pt x="1139" y="837"/>
                      <a:pt x="974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3" y="710"/>
                      <a:pt x="234" y="633"/>
                      <a:pt x="234" y="574"/>
                    </a:cubicBezTo>
                    <a:cubicBezTo>
                      <a:pt x="234" y="496"/>
                      <a:pt x="293" y="419"/>
                      <a:pt x="390" y="380"/>
                    </a:cubicBezTo>
                    <a:cubicBezTo>
                      <a:pt x="507" y="302"/>
                      <a:pt x="682" y="263"/>
                      <a:pt x="818" y="26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4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33"/>
                      <a:pt x="40" y="730"/>
                      <a:pt x="117" y="808"/>
                    </a:cubicBezTo>
                    <a:lnTo>
                      <a:pt x="234" y="730"/>
                    </a:lnTo>
                    <a:cubicBezTo>
                      <a:pt x="293" y="730"/>
                      <a:pt x="351" y="749"/>
                      <a:pt x="390" y="808"/>
                    </a:cubicBezTo>
                    <a:cubicBezTo>
                      <a:pt x="409" y="866"/>
                      <a:pt x="409" y="924"/>
                      <a:pt x="331" y="983"/>
                    </a:cubicBezTo>
                    <a:cubicBezTo>
                      <a:pt x="487" y="1061"/>
                      <a:pt x="643" y="1080"/>
                      <a:pt x="818" y="1080"/>
                    </a:cubicBezTo>
                    <a:cubicBezTo>
                      <a:pt x="1012" y="1080"/>
                      <a:pt x="1226" y="1022"/>
                      <a:pt x="1382" y="924"/>
                    </a:cubicBezTo>
                    <a:cubicBezTo>
                      <a:pt x="1557" y="827"/>
                      <a:pt x="1635" y="691"/>
                      <a:pt x="1635" y="535"/>
                    </a:cubicBezTo>
                    <a:cubicBezTo>
                      <a:pt x="1635" y="399"/>
                      <a:pt x="1538" y="243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32"/>
              <p:cNvSpPr/>
              <p:nvPr/>
            </p:nvSpPr>
            <p:spPr>
              <a:xfrm>
                <a:off x="1312850" y="1043875"/>
                <a:ext cx="78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31" extrusionOk="0">
                    <a:moveTo>
                      <a:pt x="180" y="1"/>
                    </a:moveTo>
                    <a:cubicBezTo>
                      <a:pt x="161" y="1"/>
                      <a:pt x="140" y="5"/>
                      <a:pt x="117" y="17"/>
                    </a:cubicBezTo>
                    <a:lnTo>
                      <a:pt x="0" y="75"/>
                    </a:lnTo>
                    <a:cubicBezTo>
                      <a:pt x="39" y="134"/>
                      <a:pt x="78" y="172"/>
                      <a:pt x="156" y="211"/>
                    </a:cubicBezTo>
                    <a:cubicBezTo>
                      <a:pt x="195" y="231"/>
                      <a:pt x="214" y="231"/>
                      <a:pt x="233" y="231"/>
                    </a:cubicBezTo>
                    <a:cubicBezTo>
                      <a:pt x="292" y="211"/>
                      <a:pt x="311" y="134"/>
                      <a:pt x="292" y="56"/>
                    </a:cubicBezTo>
                    <a:cubicBezTo>
                      <a:pt x="264" y="28"/>
                      <a:pt x="227" y="1"/>
                      <a:pt x="1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32"/>
              <p:cNvSpPr/>
              <p:nvPr/>
            </p:nvSpPr>
            <p:spPr>
              <a:xfrm>
                <a:off x="1228200" y="979825"/>
                <a:ext cx="413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2" extrusionOk="0">
                    <a:moveTo>
                      <a:pt x="352" y="705"/>
                    </a:moveTo>
                    <a:cubicBezTo>
                      <a:pt x="364" y="714"/>
                      <a:pt x="376" y="722"/>
                      <a:pt x="390" y="731"/>
                    </a:cubicBezTo>
                    <a:cubicBezTo>
                      <a:pt x="400" y="737"/>
                      <a:pt x="411" y="743"/>
                      <a:pt x="422" y="749"/>
                    </a:cubicBezTo>
                    <a:lnTo>
                      <a:pt x="422" y="749"/>
                    </a:lnTo>
                    <a:cubicBezTo>
                      <a:pt x="408" y="720"/>
                      <a:pt x="382" y="706"/>
                      <a:pt x="352" y="705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50"/>
                      <a:pt x="254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33"/>
                      <a:pt x="40" y="731"/>
                      <a:pt x="118" y="828"/>
                    </a:cubicBezTo>
                    <a:lnTo>
                      <a:pt x="254" y="731"/>
                    </a:lnTo>
                    <a:cubicBezTo>
                      <a:pt x="286" y="714"/>
                      <a:pt x="318" y="705"/>
                      <a:pt x="346" y="705"/>
                    </a:cubicBezTo>
                    <a:cubicBezTo>
                      <a:pt x="348" y="705"/>
                      <a:pt x="350" y="705"/>
                      <a:pt x="352" y="705"/>
                    </a:cubicBezTo>
                    <a:lnTo>
                      <a:pt x="352" y="705"/>
                    </a:lnTo>
                    <a:cubicBezTo>
                      <a:pt x="278" y="651"/>
                      <a:pt x="234" y="586"/>
                      <a:pt x="234" y="536"/>
                    </a:cubicBezTo>
                    <a:cubicBezTo>
                      <a:pt x="234" y="458"/>
                      <a:pt x="293" y="380"/>
                      <a:pt x="390" y="341"/>
                    </a:cubicBezTo>
                    <a:cubicBezTo>
                      <a:pt x="507" y="264"/>
                      <a:pt x="682" y="244"/>
                      <a:pt x="818" y="244"/>
                    </a:cubicBezTo>
                    <a:cubicBezTo>
                      <a:pt x="974" y="244"/>
                      <a:pt x="1149" y="264"/>
                      <a:pt x="1265" y="341"/>
                    </a:cubicBezTo>
                    <a:cubicBezTo>
                      <a:pt x="1363" y="380"/>
                      <a:pt x="1402" y="458"/>
                      <a:pt x="1402" y="536"/>
                    </a:cubicBezTo>
                    <a:cubicBezTo>
                      <a:pt x="1402" y="594"/>
                      <a:pt x="1363" y="653"/>
                      <a:pt x="1265" y="731"/>
                    </a:cubicBezTo>
                    <a:cubicBezTo>
                      <a:pt x="1139" y="799"/>
                      <a:pt x="974" y="833"/>
                      <a:pt x="813" y="833"/>
                    </a:cubicBezTo>
                    <a:cubicBezTo>
                      <a:pt x="668" y="833"/>
                      <a:pt x="526" y="805"/>
                      <a:pt x="422" y="749"/>
                    </a:cubicBezTo>
                    <a:lnTo>
                      <a:pt x="422" y="749"/>
                    </a:lnTo>
                    <a:cubicBezTo>
                      <a:pt x="425" y="755"/>
                      <a:pt x="427" y="762"/>
                      <a:pt x="429" y="769"/>
                    </a:cubicBezTo>
                    <a:cubicBezTo>
                      <a:pt x="448" y="828"/>
                      <a:pt x="448" y="886"/>
                      <a:pt x="390" y="945"/>
                    </a:cubicBezTo>
                    <a:lnTo>
                      <a:pt x="332" y="964"/>
                    </a:lnTo>
                    <a:cubicBezTo>
                      <a:pt x="487" y="1042"/>
                      <a:pt x="643" y="1061"/>
                      <a:pt x="818" y="1061"/>
                    </a:cubicBezTo>
                    <a:cubicBezTo>
                      <a:pt x="1013" y="1061"/>
                      <a:pt x="1227" y="1022"/>
                      <a:pt x="1382" y="925"/>
                    </a:cubicBezTo>
                    <a:cubicBezTo>
                      <a:pt x="1557" y="828"/>
                      <a:pt x="1655" y="672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50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32"/>
              <p:cNvSpPr/>
              <p:nvPr/>
            </p:nvSpPr>
            <p:spPr>
              <a:xfrm>
                <a:off x="1231625" y="997675"/>
                <a:ext cx="877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51" extrusionOk="0">
                    <a:moveTo>
                      <a:pt x="219" y="0"/>
                    </a:moveTo>
                    <a:cubicBezTo>
                      <a:pt x="200" y="0"/>
                      <a:pt x="178" y="5"/>
                      <a:pt x="156" y="17"/>
                    </a:cubicBezTo>
                    <a:lnTo>
                      <a:pt x="0" y="114"/>
                    </a:lnTo>
                    <a:cubicBezTo>
                      <a:pt x="39" y="133"/>
                      <a:pt x="78" y="172"/>
                      <a:pt x="136" y="211"/>
                    </a:cubicBezTo>
                    <a:cubicBezTo>
                      <a:pt x="156" y="231"/>
                      <a:pt x="175" y="231"/>
                      <a:pt x="234" y="250"/>
                    </a:cubicBezTo>
                    <a:lnTo>
                      <a:pt x="272" y="231"/>
                    </a:lnTo>
                    <a:cubicBezTo>
                      <a:pt x="331" y="211"/>
                      <a:pt x="350" y="133"/>
                      <a:pt x="331" y="55"/>
                    </a:cubicBezTo>
                    <a:cubicBezTo>
                      <a:pt x="303" y="28"/>
                      <a:pt x="266" y="0"/>
                      <a:pt x="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32"/>
              <p:cNvSpPr/>
              <p:nvPr/>
            </p:nvSpPr>
            <p:spPr>
              <a:xfrm>
                <a:off x="1116825" y="101290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350" y="711"/>
                    </a:moveTo>
                    <a:lnTo>
                      <a:pt x="350" y="711"/>
                    </a:lnTo>
                    <a:cubicBezTo>
                      <a:pt x="362" y="718"/>
                      <a:pt x="376" y="725"/>
                      <a:pt x="390" y="730"/>
                    </a:cubicBezTo>
                    <a:cubicBezTo>
                      <a:pt x="402" y="739"/>
                      <a:pt x="414" y="747"/>
                      <a:pt x="427" y="755"/>
                    </a:cubicBezTo>
                    <a:lnTo>
                      <a:pt x="427" y="755"/>
                    </a:lnTo>
                    <a:cubicBezTo>
                      <a:pt x="406" y="727"/>
                      <a:pt x="380" y="713"/>
                      <a:pt x="350" y="711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50"/>
                      <a:pt x="273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28"/>
                    </a:cubicBezTo>
                    <a:lnTo>
                      <a:pt x="273" y="730"/>
                    </a:lnTo>
                    <a:cubicBezTo>
                      <a:pt x="299" y="718"/>
                      <a:pt x="323" y="711"/>
                      <a:pt x="344" y="711"/>
                    </a:cubicBezTo>
                    <a:cubicBezTo>
                      <a:pt x="346" y="711"/>
                      <a:pt x="348" y="711"/>
                      <a:pt x="350" y="711"/>
                    </a:cubicBezTo>
                    <a:lnTo>
                      <a:pt x="350" y="711"/>
                    </a:lnTo>
                    <a:cubicBezTo>
                      <a:pt x="277" y="669"/>
                      <a:pt x="234" y="602"/>
                      <a:pt x="234" y="536"/>
                    </a:cubicBezTo>
                    <a:cubicBezTo>
                      <a:pt x="234" y="478"/>
                      <a:pt x="293" y="400"/>
                      <a:pt x="390" y="341"/>
                    </a:cubicBezTo>
                    <a:cubicBezTo>
                      <a:pt x="507" y="283"/>
                      <a:pt x="682" y="244"/>
                      <a:pt x="837" y="244"/>
                    </a:cubicBezTo>
                    <a:cubicBezTo>
                      <a:pt x="993" y="244"/>
                      <a:pt x="1149" y="264"/>
                      <a:pt x="1265" y="341"/>
                    </a:cubicBezTo>
                    <a:cubicBezTo>
                      <a:pt x="1363" y="400"/>
                      <a:pt x="1421" y="478"/>
                      <a:pt x="1421" y="536"/>
                    </a:cubicBezTo>
                    <a:cubicBezTo>
                      <a:pt x="1421" y="614"/>
                      <a:pt x="1363" y="672"/>
                      <a:pt x="1265" y="730"/>
                    </a:cubicBezTo>
                    <a:cubicBezTo>
                      <a:pt x="1149" y="808"/>
                      <a:pt x="983" y="847"/>
                      <a:pt x="820" y="847"/>
                    </a:cubicBezTo>
                    <a:cubicBezTo>
                      <a:pt x="675" y="847"/>
                      <a:pt x="532" y="816"/>
                      <a:pt x="427" y="755"/>
                    </a:cubicBezTo>
                    <a:lnTo>
                      <a:pt x="427" y="755"/>
                    </a:lnTo>
                    <a:cubicBezTo>
                      <a:pt x="435" y="765"/>
                      <a:pt x="442" y="776"/>
                      <a:pt x="448" y="789"/>
                    </a:cubicBezTo>
                    <a:cubicBezTo>
                      <a:pt x="468" y="828"/>
                      <a:pt x="468" y="906"/>
                      <a:pt x="390" y="964"/>
                    </a:cubicBezTo>
                    <a:lnTo>
                      <a:pt x="331" y="983"/>
                    </a:lnTo>
                    <a:cubicBezTo>
                      <a:pt x="487" y="1061"/>
                      <a:pt x="662" y="1081"/>
                      <a:pt x="818" y="1081"/>
                    </a:cubicBezTo>
                    <a:cubicBezTo>
                      <a:pt x="1012" y="1081"/>
                      <a:pt x="1246" y="1022"/>
                      <a:pt x="1382" y="925"/>
                    </a:cubicBezTo>
                    <a:cubicBezTo>
                      <a:pt x="1557" y="828"/>
                      <a:pt x="1654" y="69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32"/>
              <p:cNvSpPr/>
              <p:nvPr/>
            </p:nvSpPr>
            <p:spPr>
              <a:xfrm>
                <a:off x="1119750" y="1030975"/>
                <a:ext cx="87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1" extrusionOk="0">
                    <a:moveTo>
                      <a:pt x="211" y="0"/>
                    </a:moveTo>
                    <a:cubicBezTo>
                      <a:pt x="194" y="0"/>
                      <a:pt x="176" y="3"/>
                      <a:pt x="156" y="7"/>
                    </a:cubicBezTo>
                    <a:lnTo>
                      <a:pt x="0" y="105"/>
                    </a:lnTo>
                    <a:cubicBezTo>
                      <a:pt x="59" y="144"/>
                      <a:pt x="98" y="183"/>
                      <a:pt x="156" y="202"/>
                    </a:cubicBezTo>
                    <a:cubicBezTo>
                      <a:pt x="176" y="241"/>
                      <a:pt x="195" y="241"/>
                      <a:pt x="234" y="260"/>
                    </a:cubicBezTo>
                    <a:lnTo>
                      <a:pt x="273" y="241"/>
                    </a:lnTo>
                    <a:cubicBezTo>
                      <a:pt x="331" y="202"/>
                      <a:pt x="351" y="144"/>
                      <a:pt x="331" y="66"/>
                    </a:cubicBezTo>
                    <a:cubicBezTo>
                      <a:pt x="302" y="22"/>
                      <a:pt x="262" y="0"/>
                      <a:pt x="2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32"/>
              <p:cNvSpPr/>
              <p:nvPr/>
            </p:nvSpPr>
            <p:spPr>
              <a:xfrm>
                <a:off x="357600" y="624550"/>
                <a:ext cx="192150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592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7432" y="4591"/>
                    </a:lnTo>
                    <a:lnTo>
                      <a:pt x="7685" y="44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32"/>
              <p:cNvSpPr/>
              <p:nvPr/>
            </p:nvSpPr>
            <p:spPr>
              <a:xfrm>
                <a:off x="542900" y="735925"/>
                <a:ext cx="42825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12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1518" y="1012"/>
                    </a:lnTo>
                    <a:lnTo>
                      <a:pt x="1577" y="1012"/>
                    </a:lnTo>
                    <a:cubicBezTo>
                      <a:pt x="1635" y="1012"/>
                      <a:pt x="1654" y="992"/>
                      <a:pt x="1674" y="973"/>
                    </a:cubicBezTo>
                    <a:cubicBezTo>
                      <a:pt x="1713" y="915"/>
                      <a:pt x="1713" y="856"/>
                      <a:pt x="1635" y="798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32"/>
              <p:cNvSpPr/>
              <p:nvPr/>
            </p:nvSpPr>
            <p:spPr>
              <a:xfrm>
                <a:off x="1006425" y="752950"/>
                <a:ext cx="5375" cy="19165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7666" extrusionOk="0">
                    <a:moveTo>
                      <a:pt x="214" y="0"/>
                    </a:moveTo>
                    <a:lnTo>
                      <a:pt x="156" y="20"/>
                    </a:lnTo>
                    <a:cubicBezTo>
                      <a:pt x="137" y="20"/>
                      <a:pt x="117" y="39"/>
                      <a:pt x="117" y="39"/>
                    </a:cubicBezTo>
                    <a:lnTo>
                      <a:pt x="0" y="39"/>
                    </a:lnTo>
                    <a:lnTo>
                      <a:pt x="0" y="7646"/>
                    </a:lnTo>
                    <a:lnTo>
                      <a:pt x="214" y="7665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32"/>
              <p:cNvSpPr/>
              <p:nvPr/>
            </p:nvSpPr>
            <p:spPr>
              <a:xfrm>
                <a:off x="1005450" y="944575"/>
                <a:ext cx="6350" cy="39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57" extrusionOk="0">
                    <a:moveTo>
                      <a:pt x="0" y="0"/>
                    </a:moveTo>
                    <a:lnTo>
                      <a:pt x="0" y="39"/>
                    </a:lnTo>
                    <a:cubicBezTo>
                      <a:pt x="0" y="117"/>
                      <a:pt x="59" y="156"/>
                      <a:pt x="137" y="156"/>
                    </a:cubicBezTo>
                    <a:cubicBezTo>
                      <a:pt x="195" y="156"/>
                      <a:pt x="253" y="117"/>
                      <a:pt x="253" y="3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32"/>
              <p:cNvSpPr/>
              <p:nvPr/>
            </p:nvSpPr>
            <p:spPr>
              <a:xfrm>
                <a:off x="1005450" y="748075"/>
                <a:ext cx="635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5" extrusionOk="0">
                    <a:moveTo>
                      <a:pt x="137" y="1"/>
                    </a:moveTo>
                    <a:cubicBezTo>
                      <a:pt x="59" y="1"/>
                      <a:pt x="0" y="40"/>
                      <a:pt x="0" y="117"/>
                    </a:cubicBezTo>
                    <a:lnTo>
                      <a:pt x="0" y="234"/>
                    </a:lnTo>
                    <a:lnTo>
                      <a:pt x="195" y="234"/>
                    </a:lnTo>
                    <a:lnTo>
                      <a:pt x="253" y="215"/>
                    </a:lnTo>
                    <a:lnTo>
                      <a:pt x="253" y="117"/>
                    </a:lnTo>
                    <a:cubicBezTo>
                      <a:pt x="253" y="40"/>
                      <a:pt x="19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32"/>
              <p:cNvSpPr/>
              <p:nvPr/>
            </p:nvSpPr>
            <p:spPr>
              <a:xfrm>
                <a:off x="1033650" y="880375"/>
                <a:ext cx="41375" cy="262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1" extrusionOk="0">
                    <a:moveTo>
                      <a:pt x="857" y="234"/>
                    </a:moveTo>
                    <a:cubicBezTo>
                      <a:pt x="1013" y="234"/>
                      <a:pt x="1168" y="253"/>
                      <a:pt x="1285" y="331"/>
                    </a:cubicBezTo>
                    <a:cubicBezTo>
                      <a:pt x="1363" y="390"/>
                      <a:pt x="1441" y="467"/>
                      <a:pt x="1441" y="526"/>
                    </a:cubicBezTo>
                    <a:cubicBezTo>
                      <a:pt x="1441" y="584"/>
                      <a:pt x="1382" y="642"/>
                      <a:pt x="1285" y="720"/>
                    </a:cubicBezTo>
                    <a:cubicBezTo>
                      <a:pt x="1168" y="788"/>
                      <a:pt x="1003" y="822"/>
                      <a:pt x="840" y="822"/>
                    </a:cubicBezTo>
                    <a:cubicBezTo>
                      <a:pt x="677" y="822"/>
                      <a:pt x="516" y="788"/>
                      <a:pt x="409" y="720"/>
                    </a:cubicBezTo>
                    <a:cubicBezTo>
                      <a:pt x="312" y="662"/>
                      <a:pt x="273" y="584"/>
                      <a:pt x="273" y="526"/>
                    </a:cubicBezTo>
                    <a:cubicBezTo>
                      <a:pt x="273" y="448"/>
                      <a:pt x="312" y="390"/>
                      <a:pt x="409" y="331"/>
                    </a:cubicBezTo>
                    <a:cubicBezTo>
                      <a:pt x="526" y="253"/>
                      <a:pt x="701" y="234"/>
                      <a:pt x="857" y="234"/>
                    </a:cubicBezTo>
                    <a:close/>
                    <a:moveTo>
                      <a:pt x="701" y="0"/>
                    </a:moveTo>
                    <a:cubicBezTo>
                      <a:pt x="526" y="39"/>
                      <a:pt x="390" y="59"/>
                      <a:pt x="273" y="137"/>
                    </a:cubicBezTo>
                    <a:cubicBezTo>
                      <a:pt x="98" y="234"/>
                      <a:pt x="1" y="370"/>
                      <a:pt x="1" y="526"/>
                    </a:cubicBezTo>
                    <a:cubicBezTo>
                      <a:pt x="1" y="662"/>
                      <a:pt x="98" y="818"/>
                      <a:pt x="273" y="895"/>
                    </a:cubicBezTo>
                    <a:cubicBezTo>
                      <a:pt x="429" y="1012"/>
                      <a:pt x="623" y="1051"/>
                      <a:pt x="818" y="1051"/>
                    </a:cubicBezTo>
                    <a:cubicBezTo>
                      <a:pt x="1013" y="1051"/>
                      <a:pt x="1246" y="993"/>
                      <a:pt x="1382" y="895"/>
                    </a:cubicBezTo>
                    <a:cubicBezTo>
                      <a:pt x="1557" y="798"/>
                      <a:pt x="1655" y="662"/>
                      <a:pt x="1655" y="526"/>
                    </a:cubicBezTo>
                    <a:cubicBezTo>
                      <a:pt x="1655" y="370"/>
                      <a:pt x="1557" y="214"/>
                      <a:pt x="1382" y="137"/>
                    </a:cubicBezTo>
                    <a:cubicBezTo>
                      <a:pt x="1265" y="59"/>
                      <a:pt x="1090" y="0"/>
                      <a:pt x="954" y="0"/>
                    </a:cubicBezTo>
                    <a:lnTo>
                      <a:pt x="954" y="59"/>
                    </a:lnTo>
                    <a:cubicBezTo>
                      <a:pt x="954" y="137"/>
                      <a:pt x="896" y="176"/>
                      <a:pt x="818" y="176"/>
                    </a:cubicBezTo>
                    <a:cubicBezTo>
                      <a:pt x="760" y="176"/>
                      <a:pt x="701" y="137"/>
                      <a:pt x="701" y="5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32"/>
              <p:cNvSpPr/>
              <p:nvPr/>
            </p:nvSpPr>
            <p:spPr>
              <a:xfrm>
                <a:off x="1051175" y="726675"/>
                <a:ext cx="6350" cy="1537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6149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6148"/>
                    </a:lnTo>
                    <a:lnTo>
                      <a:pt x="253" y="614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32"/>
              <p:cNvSpPr/>
              <p:nvPr/>
            </p:nvSpPr>
            <p:spPr>
              <a:xfrm>
                <a:off x="1051175" y="721825"/>
                <a:ext cx="63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1" extrusionOk="0">
                    <a:moveTo>
                      <a:pt x="117" y="0"/>
                    </a:moveTo>
                    <a:cubicBezTo>
                      <a:pt x="59" y="0"/>
                      <a:pt x="0" y="58"/>
                      <a:pt x="0" y="117"/>
                    </a:cubicBezTo>
                    <a:lnTo>
                      <a:pt x="0" y="350"/>
                    </a:lnTo>
                    <a:lnTo>
                      <a:pt x="253" y="195"/>
                    </a:lnTo>
                    <a:lnTo>
                      <a:pt x="253" y="117"/>
                    </a:lnTo>
                    <a:cubicBezTo>
                      <a:pt x="253" y="58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32"/>
              <p:cNvSpPr/>
              <p:nvPr/>
            </p:nvSpPr>
            <p:spPr>
              <a:xfrm>
                <a:off x="1051175" y="880375"/>
                <a:ext cx="6350" cy="44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76" extrusionOk="0">
                    <a:moveTo>
                      <a:pt x="0" y="0"/>
                    </a:moveTo>
                    <a:lnTo>
                      <a:pt x="0" y="59"/>
                    </a:lnTo>
                    <a:cubicBezTo>
                      <a:pt x="0" y="137"/>
                      <a:pt x="59" y="176"/>
                      <a:pt x="117" y="176"/>
                    </a:cubicBezTo>
                    <a:cubicBezTo>
                      <a:pt x="195" y="176"/>
                      <a:pt x="253" y="137"/>
                      <a:pt x="253" y="5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32"/>
              <p:cNvSpPr/>
              <p:nvPr/>
            </p:nvSpPr>
            <p:spPr>
              <a:xfrm>
                <a:off x="1079875" y="821025"/>
                <a:ext cx="41350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3" extrusionOk="0">
                    <a:moveTo>
                      <a:pt x="817" y="215"/>
                    </a:moveTo>
                    <a:cubicBezTo>
                      <a:pt x="992" y="215"/>
                      <a:pt x="1128" y="234"/>
                      <a:pt x="1265" y="312"/>
                    </a:cubicBezTo>
                    <a:cubicBezTo>
                      <a:pt x="1362" y="390"/>
                      <a:pt x="1401" y="468"/>
                      <a:pt x="1401" y="507"/>
                    </a:cubicBezTo>
                    <a:cubicBezTo>
                      <a:pt x="1401" y="585"/>
                      <a:pt x="1362" y="623"/>
                      <a:pt x="1265" y="701"/>
                    </a:cubicBezTo>
                    <a:cubicBezTo>
                      <a:pt x="1138" y="769"/>
                      <a:pt x="973" y="803"/>
                      <a:pt x="812" y="803"/>
                    </a:cubicBezTo>
                    <a:cubicBezTo>
                      <a:pt x="652" y="803"/>
                      <a:pt x="496" y="769"/>
                      <a:pt x="389" y="701"/>
                    </a:cubicBezTo>
                    <a:cubicBezTo>
                      <a:pt x="292" y="643"/>
                      <a:pt x="234" y="585"/>
                      <a:pt x="234" y="507"/>
                    </a:cubicBezTo>
                    <a:cubicBezTo>
                      <a:pt x="234" y="429"/>
                      <a:pt x="292" y="390"/>
                      <a:pt x="389" y="312"/>
                    </a:cubicBezTo>
                    <a:cubicBezTo>
                      <a:pt x="506" y="234"/>
                      <a:pt x="681" y="215"/>
                      <a:pt x="817" y="215"/>
                    </a:cubicBezTo>
                    <a:close/>
                    <a:moveTo>
                      <a:pt x="700" y="1"/>
                    </a:moveTo>
                    <a:cubicBezTo>
                      <a:pt x="525" y="20"/>
                      <a:pt x="389" y="40"/>
                      <a:pt x="272" y="118"/>
                    </a:cubicBezTo>
                    <a:cubicBezTo>
                      <a:pt x="97" y="215"/>
                      <a:pt x="0" y="371"/>
                      <a:pt x="0" y="507"/>
                    </a:cubicBezTo>
                    <a:cubicBezTo>
                      <a:pt x="0" y="643"/>
                      <a:pt x="97" y="799"/>
                      <a:pt x="272" y="896"/>
                    </a:cubicBezTo>
                    <a:cubicBezTo>
                      <a:pt x="428" y="993"/>
                      <a:pt x="623" y="1032"/>
                      <a:pt x="817" y="1032"/>
                    </a:cubicBezTo>
                    <a:cubicBezTo>
                      <a:pt x="1012" y="1032"/>
                      <a:pt x="1245" y="993"/>
                      <a:pt x="1381" y="896"/>
                    </a:cubicBezTo>
                    <a:cubicBezTo>
                      <a:pt x="1556" y="799"/>
                      <a:pt x="1654" y="643"/>
                      <a:pt x="1654" y="507"/>
                    </a:cubicBezTo>
                    <a:cubicBezTo>
                      <a:pt x="1654" y="371"/>
                      <a:pt x="1556" y="215"/>
                      <a:pt x="1381" y="118"/>
                    </a:cubicBezTo>
                    <a:cubicBezTo>
                      <a:pt x="1265" y="40"/>
                      <a:pt x="1090" y="1"/>
                      <a:pt x="953" y="1"/>
                    </a:cubicBezTo>
                    <a:lnTo>
                      <a:pt x="953" y="40"/>
                    </a:lnTo>
                    <a:cubicBezTo>
                      <a:pt x="953" y="118"/>
                      <a:pt x="876" y="176"/>
                      <a:pt x="817" y="176"/>
                    </a:cubicBezTo>
                    <a:cubicBezTo>
                      <a:pt x="759" y="176"/>
                      <a:pt x="700" y="118"/>
                      <a:pt x="700" y="40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32"/>
              <p:cNvSpPr/>
              <p:nvPr/>
            </p:nvSpPr>
            <p:spPr>
              <a:xfrm>
                <a:off x="1097375" y="699925"/>
                <a:ext cx="6350" cy="1211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4845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4825"/>
                    </a:lnTo>
                    <a:cubicBezTo>
                      <a:pt x="78" y="4825"/>
                      <a:pt x="156" y="4825"/>
                      <a:pt x="253" y="4845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32"/>
              <p:cNvSpPr/>
              <p:nvPr/>
            </p:nvSpPr>
            <p:spPr>
              <a:xfrm>
                <a:off x="1097375" y="695550"/>
                <a:ext cx="63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1" extrusionOk="0">
                    <a:moveTo>
                      <a:pt x="117" y="1"/>
                    </a:moveTo>
                    <a:cubicBezTo>
                      <a:pt x="59" y="1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253" y="195"/>
                    </a:lnTo>
                    <a:lnTo>
                      <a:pt x="253" y="137"/>
                    </a:lnTo>
                    <a:cubicBezTo>
                      <a:pt x="253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32"/>
              <p:cNvSpPr/>
              <p:nvPr/>
            </p:nvSpPr>
            <p:spPr>
              <a:xfrm>
                <a:off x="1097375" y="820675"/>
                <a:ext cx="635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1" extrusionOk="0">
                    <a:moveTo>
                      <a:pt x="120" y="0"/>
                    </a:moveTo>
                    <a:cubicBezTo>
                      <a:pt x="78" y="0"/>
                      <a:pt x="39" y="5"/>
                      <a:pt x="0" y="15"/>
                    </a:cubicBezTo>
                    <a:lnTo>
                      <a:pt x="0" y="54"/>
                    </a:lnTo>
                    <a:cubicBezTo>
                      <a:pt x="0" y="132"/>
                      <a:pt x="59" y="190"/>
                      <a:pt x="117" y="190"/>
                    </a:cubicBezTo>
                    <a:cubicBezTo>
                      <a:pt x="195" y="190"/>
                      <a:pt x="253" y="132"/>
                      <a:pt x="253" y="54"/>
                    </a:cubicBezTo>
                    <a:lnTo>
                      <a:pt x="253" y="15"/>
                    </a:lnTo>
                    <a:cubicBezTo>
                      <a:pt x="205" y="5"/>
                      <a:pt x="161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32"/>
              <p:cNvSpPr/>
              <p:nvPr/>
            </p:nvSpPr>
            <p:spPr>
              <a:xfrm>
                <a:off x="1125575" y="757325"/>
                <a:ext cx="41375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32" extrusionOk="0">
                    <a:moveTo>
                      <a:pt x="818" y="214"/>
                    </a:moveTo>
                    <a:cubicBezTo>
                      <a:pt x="993" y="214"/>
                      <a:pt x="1129" y="234"/>
                      <a:pt x="1246" y="312"/>
                    </a:cubicBezTo>
                    <a:cubicBezTo>
                      <a:pt x="1363" y="389"/>
                      <a:pt x="1402" y="448"/>
                      <a:pt x="1402" y="506"/>
                    </a:cubicBezTo>
                    <a:cubicBezTo>
                      <a:pt x="1402" y="584"/>
                      <a:pt x="1363" y="623"/>
                      <a:pt x="1265" y="701"/>
                    </a:cubicBezTo>
                    <a:cubicBezTo>
                      <a:pt x="1139" y="769"/>
                      <a:pt x="974" y="803"/>
                      <a:pt x="813" y="803"/>
                    </a:cubicBezTo>
                    <a:cubicBezTo>
                      <a:pt x="653" y="803"/>
                      <a:pt x="497" y="769"/>
                      <a:pt x="390" y="701"/>
                    </a:cubicBezTo>
                    <a:cubicBezTo>
                      <a:pt x="293" y="642"/>
                      <a:pt x="234" y="584"/>
                      <a:pt x="234" y="506"/>
                    </a:cubicBezTo>
                    <a:cubicBezTo>
                      <a:pt x="234" y="428"/>
                      <a:pt x="293" y="389"/>
                      <a:pt x="390" y="312"/>
                    </a:cubicBezTo>
                    <a:cubicBezTo>
                      <a:pt x="507" y="234"/>
                      <a:pt x="682" y="214"/>
                      <a:pt x="818" y="214"/>
                    </a:cubicBezTo>
                    <a:close/>
                    <a:moveTo>
                      <a:pt x="701" y="0"/>
                    </a:moveTo>
                    <a:cubicBezTo>
                      <a:pt x="526" y="20"/>
                      <a:pt x="390" y="39"/>
                      <a:pt x="254" y="117"/>
                    </a:cubicBezTo>
                    <a:cubicBezTo>
                      <a:pt x="98" y="214"/>
                      <a:pt x="1" y="351"/>
                      <a:pt x="1" y="506"/>
                    </a:cubicBezTo>
                    <a:cubicBezTo>
                      <a:pt x="1" y="642"/>
                      <a:pt x="98" y="798"/>
                      <a:pt x="254" y="895"/>
                    </a:cubicBezTo>
                    <a:cubicBezTo>
                      <a:pt x="429" y="993"/>
                      <a:pt x="623" y="1031"/>
                      <a:pt x="818" y="1031"/>
                    </a:cubicBezTo>
                    <a:cubicBezTo>
                      <a:pt x="1013" y="1031"/>
                      <a:pt x="1227" y="993"/>
                      <a:pt x="1382" y="895"/>
                    </a:cubicBezTo>
                    <a:cubicBezTo>
                      <a:pt x="1557" y="798"/>
                      <a:pt x="1655" y="642"/>
                      <a:pt x="1655" y="506"/>
                    </a:cubicBezTo>
                    <a:cubicBezTo>
                      <a:pt x="1655" y="351"/>
                      <a:pt x="1557" y="214"/>
                      <a:pt x="1382" y="117"/>
                    </a:cubicBezTo>
                    <a:cubicBezTo>
                      <a:pt x="1246" y="39"/>
                      <a:pt x="1090" y="0"/>
                      <a:pt x="935" y="0"/>
                    </a:cubicBezTo>
                    <a:lnTo>
                      <a:pt x="935" y="39"/>
                    </a:lnTo>
                    <a:cubicBezTo>
                      <a:pt x="935" y="117"/>
                      <a:pt x="896" y="156"/>
                      <a:pt x="818" y="156"/>
                    </a:cubicBezTo>
                    <a:cubicBezTo>
                      <a:pt x="740" y="156"/>
                      <a:pt x="701" y="117"/>
                      <a:pt x="701" y="3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32"/>
              <p:cNvSpPr/>
              <p:nvPr/>
            </p:nvSpPr>
            <p:spPr>
              <a:xfrm>
                <a:off x="1143100" y="673675"/>
                <a:ext cx="5850" cy="836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347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0" y="3346"/>
                    </a:lnTo>
                    <a:cubicBezTo>
                      <a:pt x="39" y="3327"/>
                      <a:pt x="83" y="3317"/>
                      <a:pt x="124" y="3317"/>
                    </a:cubicBezTo>
                    <a:cubicBezTo>
                      <a:pt x="166" y="3317"/>
                      <a:pt x="205" y="3327"/>
                      <a:pt x="234" y="3346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32"/>
              <p:cNvSpPr/>
              <p:nvPr/>
            </p:nvSpPr>
            <p:spPr>
              <a:xfrm>
                <a:off x="1143100" y="668800"/>
                <a:ext cx="58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51" extrusionOk="0">
                    <a:moveTo>
                      <a:pt x="117" y="0"/>
                    </a:moveTo>
                    <a:cubicBezTo>
                      <a:pt x="39" y="0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234" y="195"/>
                    </a:lnTo>
                    <a:lnTo>
                      <a:pt x="234" y="137"/>
                    </a:lnTo>
                    <a:cubicBezTo>
                      <a:pt x="234" y="59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32"/>
              <p:cNvSpPr/>
              <p:nvPr/>
            </p:nvSpPr>
            <p:spPr>
              <a:xfrm>
                <a:off x="1143100" y="756600"/>
                <a:ext cx="5850" cy="46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185" extrusionOk="0">
                    <a:moveTo>
                      <a:pt x="124" y="0"/>
                    </a:moveTo>
                    <a:cubicBezTo>
                      <a:pt x="83" y="0"/>
                      <a:pt x="39" y="10"/>
                      <a:pt x="0" y="29"/>
                    </a:cubicBezTo>
                    <a:lnTo>
                      <a:pt x="0" y="68"/>
                    </a:lnTo>
                    <a:cubicBezTo>
                      <a:pt x="0" y="146"/>
                      <a:pt x="39" y="185"/>
                      <a:pt x="117" y="185"/>
                    </a:cubicBezTo>
                    <a:cubicBezTo>
                      <a:pt x="195" y="185"/>
                      <a:pt x="234" y="146"/>
                      <a:pt x="234" y="68"/>
                    </a:cubicBezTo>
                    <a:lnTo>
                      <a:pt x="234" y="29"/>
                    </a:lnTo>
                    <a:cubicBezTo>
                      <a:pt x="205" y="10"/>
                      <a:pt x="166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64" name="Google Shape;2164;p32"/>
          <p:cNvGrpSpPr/>
          <p:nvPr/>
        </p:nvGrpSpPr>
        <p:grpSpPr>
          <a:xfrm>
            <a:off x="350925" y="623687"/>
            <a:ext cx="2133179" cy="3854388"/>
            <a:chOff x="350925" y="623687"/>
            <a:chExt cx="2133179" cy="3854388"/>
          </a:xfrm>
        </p:grpSpPr>
        <p:grpSp>
          <p:nvGrpSpPr>
            <p:cNvPr id="2165" name="Google Shape;2165;p32"/>
            <p:cNvGrpSpPr/>
            <p:nvPr/>
          </p:nvGrpSpPr>
          <p:grpSpPr>
            <a:xfrm>
              <a:off x="1229862" y="1797525"/>
              <a:ext cx="762741" cy="1311760"/>
              <a:chOff x="5309625" y="6138225"/>
              <a:chExt cx="762741" cy="1311760"/>
            </a:xfrm>
          </p:grpSpPr>
          <p:sp>
            <p:nvSpPr>
              <p:cNvPr id="2166" name="Google Shape;2166;p32"/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32"/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32"/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32"/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32"/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32"/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32"/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32"/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32"/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32"/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32"/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2"/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2"/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2"/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32"/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32"/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2"/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32"/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32"/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32"/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32"/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32"/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32"/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32"/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32"/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32"/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32"/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32"/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32"/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32"/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32"/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32"/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32"/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32"/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32"/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1" name="Google Shape;2201;p32"/>
            <p:cNvGrpSpPr/>
            <p:nvPr/>
          </p:nvGrpSpPr>
          <p:grpSpPr>
            <a:xfrm>
              <a:off x="350925" y="3668675"/>
              <a:ext cx="1314274" cy="809400"/>
              <a:chOff x="5522300" y="5335650"/>
              <a:chExt cx="1314274" cy="809400"/>
            </a:xfrm>
          </p:grpSpPr>
          <p:sp>
            <p:nvSpPr>
              <p:cNvPr id="2202" name="Google Shape;2202;p32"/>
              <p:cNvSpPr/>
              <p:nvPr/>
            </p:nvSpPr>
            <p:spPr>
              <a:xfrm>
                <a:off x="5522300" y="5959482"/>
                <a:ext cx="311312" cy="185568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3226" extrusionOk="0">
                    <a:moveTo>
                      <a:pt x="2730" y="0"/>
                    </a:moveTo>
                    <a:lnTo>
                      <a:pt x="1" y="1512"/>
                    </a:lnTo>
                    <a:lnTo>
                      <a:pt x="3108" y="3225"/>
                    </a:lnTo>
                    <a:lnTo>
                      <a:pt x="5033" y="3048"/>
                    </a:lnTo>
                    <a:lnTo>
                      <a:pt x="5411" y="1855"/>
                    </a:lnTo>
                    <a:lnTo>
                      <a:pt x="273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32"/>
              <p:cNvSpPr/>
              <p:nvPr/>
            </p:nvSpPr>
            <p:spPr>
              <a:xfrm>
                <a:off x="6728491" y="5355380"/>
                <a:ext cx="8858" cy="72076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253" extrusionOk="0">
                    <a:moveTo>
                      <a:pt x="154" y="0"/>
                    </a:moveTo>
                    <a:lnTo>
                      <a:pt x="0" y="83"/>
                    </a:lnTo>
                    <a:lnTo>
                      <a:pt x="0" y="1253"/>
                    </a:lnTo>
                    <a:lnTo>
                      <a:pt x="154" y="117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32"/>
              <p:cNvSpPr/>
              <p:nvPr/>
            </p:nvSpPr>
            <p:spPr>
              <a:xfrm>
                <a:off x="5720753" y="5941133"/>
                <a:ext cx="66611" cy="169231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294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1158" y="2942"/>
                    </a:lnTo>
                    <a:lnTo>
                      <a:pt x="1158" y="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32"/>
              <p:cNvSpPr/>
              <p:nvPr/>
            </p:nvSpPr>
            <p:spPr>
              <a:xfrm>
                <a:off x="5679279" y="5926867"/>
                <a:ext cx="33363" cy="150191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611" extrusionOk="0">
                    <a:moveTo>
                      <a:pt x="1" y="0"/>
                    </a:moveTo>
                    <a:lnTo>
                      <a:pt x="1" y="2280"/>
                    </a:lnTo>
                    <a:lnTo>
                      <a:pt x="579" y="2611"/>
                    </a:lnTo>
                    <a:lnTo>
                      <a:pt x="579" y="3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32"/>
              <p:cNvSpPr/>
              <p:nvPr/>
            </p:nvSpPr>
            <p:spPr>
              <a:xfrm>
                <a:off x="5712585" y="5941133"/>
                <a:ext cx="8226" cy="13592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63" extrusionOk="0">
                    <a:moveTo>
                      <a:pt x="142" y="0"/>
                    </a:moveTo>
                    <a:lnTo>
                      <a:pt x="0" y="95"/>
                    </a:lnTo>
                    <a:lnTo>
                      <a:pt x="0" y="2363"/>
                    </a:lnTo>
                    <a:lnTo>
                      <a:pt x="142" y="2280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32"/>
              <p:cNvSpPr/>
              <p:nvPr/>
            </p:nvSpPr>
            <p:spPr>
              <a:xfrm>
                <a:off x="5811811" y="5413133"/>
                <a:ext cx="1024763" cy="721735"/>
              </a:xfrm>
              <a:custGeom>
                <a:avLst/>
                <a:gdLst/>
                <a:ahLst/>
                <a:cxnLst/>
                <a:rect l="l" t="t" r="r" b="b"/>
                <a:pathLst>
                  <a:path w="17815" h="12547" extrusionOk="0">
                    <a:moveTo>
                      <a:pt x="17815" y="0"/>
                    </a:moveTo>
                    <a:lnTo>
                      <a:pt x="0" y="10278"/>
                    </a:lnTo>
                    <a:lnTo>
                      <a:pt x="0" y="12546"/>
                    </a:lnTo>
                    <a:lnTo>
                      <a:pt x="17815" y="2257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32"/>
              <p:cNvSpPr/>
              <p:nvPr/>
            </p:nvSpPr>
            <p:spPr>
              <a:xfrm>
                <a:off x="5679279" y="5335650"/>
                <a:ext cx="1157295" cy="668699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11625" extrusionOk="0">
                    <a:moveTo>
                      <a:pt x="17815" y="1"/>
                    </a:moveTo>
                    <a:lnTo>
                      <a:pt x="1" y="10278"/>
                    </a:lnTo>
                    <a:lnTo>
                      <a:pt x="579" y="10621"/>
                    </a:lnTo>
                    <a:lnTo>
                      <a:pt x="721" y="10526"/>
                    </a:lnTo>
                    <a:lnTo>
                      <a:pt x="1879" y="11200"/>
                    </a:lnTo>
                    <a:lnTo>
                      <a:pt x="1737" y="11282"/>
                    </a:lnTo>
                    <a:lnTo>
                      <a:pt x="2304" y="11625"/>
                    </a:lnTo>
                    <a:lnTo>
                      <a:pt x="20119" y="1347"/>
                    </a:lnTo>
                    <a:lnTo>
                      <a:pt x="19540" y="1005"/>
                    </a:lnTo>
                    <a:lnTo>
                      <a:pt x="19398" y="1099"/>
                    </a:lnTo>
                    <a:lnTo>
                      <a:pt x="18240" y="426"/>
                    </a:lnTo>
                    <a:lnTo>
                      <a:pt x="18394" y="343"/>
                    </a:lnTo>
                    <a:lnTo>
                      <a:pt x="17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32"/>
              <p:cNvSpPr/>
              <p:nvPr/>
            </p:nvSpPr>
            <p:spPr>
              <a:xfrm>
                <a:off x="5747213" y="5525244"/>
                <a:ext cx="762518" cy="439012"/>
              </a:xfrm>
              <a:custGeom>
                <a:avLst/>
                <a:gdLst/>
                <a:ahLst/>
                <a:cxnLst/>
                <a:rect l="l" t="t" r="r" b="b"/>
                <a:pathLst>
                  <a:path w="13256" h="7632" extrusionOk="0">
                    <a:moveTo>
                      <a:pt x="12688" y="1"/>
                    </a:moveTo>
                    <a:lnTo>
                      <a:pt x="1" y="7313"/>
                    </a:lnTo>
                    <a:lnTo>
                      <a:pt x="568" y="7632"/>
                    </a:lnTo>
                    <a:lnTo>
                      <a:pt x="12688" y="639"/>
                    </a:lnTo>
                    <a:lnTo>
                      <a:pt x="13255" y="308"/>
                    </a:lnTo>
                    <a:lnTo>
                      <a:pt x="12688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32"/>
              <p:cNvSpPr/>
              <p:nvPr/>
            </p:nvSpPr>
            <p:spPr>
              <a:xfrm>
                <a:off x="6519166" y="5373730"/>
                <a:ext cx="250798" cy="145474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29" extrusionOk="0">
                    <a:moveTo>
                      <a:pt x="3816" y="0"/>
                    </a:moveTo>
                    <a:lnTo>
                      <a:pt x="1" y="2209"/>
                    </a:lnTo>
                    <a:lnTo>
                      <a:pt x="556" y="2528"/>
                    </a:lnTo>
                    <a:lnTo>
                      <a:pt x="3816" y="650"/>
                    </a:lnTo>
                    <a:lnTo>
                      <a:pt x="4360" y="331"/>
                    </a:lnTo>
                    <a:lnTo>
                      <a:pt x="381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32"/>
              <p:cNvSpPr/>
              <p:nvPr/>
            </p:nvSpPr>
            <p:spPr>
              <a:xfrm>
                <a:off x="5707810" y="5916685"/>
                <a:ext cx="38137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2"/>
              <p:cNvSpPr/>
              <p:nvPr/>
            </p:nvSpPr>
            <p:spPr>
              <a:xfrm>
                <a:off x="5732948" y="590173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2"/>
              <p:cNvSpPr/>
              <p:nvPr/>
            </p:nvSpPr>
            <p:spPr>
              <a:xfrm>
                <a:off x="5759466" y="5886774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32"/>
              <p:cNvSpPr/>
              <p:nvPr/>
            </p:nvSpPr>
            <p:spPr>
              <a:xfrm>
                <a:off x="5784603" y="587181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201" y="0"/>
                    </a:moveTo>
                    <a:lnTo>
                      <a:pt x="1" y="107"/>
                    </a:lnTo>
                    <a:lnTo>
                      <a:pt x="497" y="378"/>
                    </a:lnTo>
                    <a:lnTo>
                      <a:pt x="662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32"/>
              <p:cNvSpPr/>
              <p:nvPr/>
            </p:nvSpPr>
            <p:spPr>
              <a:xfrm>
                <a:off x="5810431" y="5857552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32"/>
              <p:cNvSpPr/>
              <p:nvPr/>
            </p:nvSpPr>
            <p:spPr>
              <a:xfrm>
                <a:off x="5836948" y="5841906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32"/>
              <p:cNvSpPr/>
              <p:nvPr/>
            </p:nvSpPr>
            <p:spPr>
              <a:xfrm>
                <a:off x="5862086" y="5827640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32"/>
              <p:cNvSpPr/>
              <p:nvPr/>
            </p:nvSpPr>
            <p:spPr>
              <a:xfrm>
                <a:off x="5887913" y="5811994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32"/>
              <p:cNvSpPr/>
              <p:nvPr/>
            </p:nvSpPr>
            <p:spPr>
              <a:xfrm>
                <a:off x="5913741" y="5797038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84" y="403"/>
                    </a:lnTo>
                    <a:lnTo>
                      <a:pt x="674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32"/>
              <p:cNvSpPr/>
              <p:nvPr/>
            </p:nvSpPr>
            <p:spPr>
              <a:xfrm>
                <a:off x="5939569" y="5782773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4" y="379"/>
                    </a:lnTo>
                    <a:lnTo>
                      <a:pt x="673" y="2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32"/>
              <p:cNvSpPr/>
              <p:nvPr/>
            </p:nvSpPr>
            <p:spPr>
              <a:xfrm>
                <a:off x="5964706" y="5767184"/>
                <a:ext cx="3946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85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32"/>
              <p:cNvSpPr/>
              <p:nvPr/>
            </p:nvSpPr>
            <p:spPr>
              <a:xfrm>
                <a:off x="5991166" y="5752919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32"/>
              <p:cNvSpPr/>
              <p:nvPr/>
            </p:nvSpPr>
            <p:spPr>
              <a:xfrm>
                <a:off x="6016994" y="5737273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190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32"/>
              <p:cNvSpPr/>
              <p:nvPr/>
            </p:nvSpPr>
            <p:spPr>
              <a:xfrm>
                <a:off x="6042131" y="5723007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32"/>
              <p:cNvSpPr/>
              <p:nvPr/>
            </p:nvSpPr>
            <p:spPr>
              <a:xfrm>
                <a:off x="6068649" y="5708051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32"/>
              <p:cNvSpPr/>
              <p:nvPr/>
            </p:nvSpPr>
            <p:spPr>
              <a:xfrm>
                <a:off x="6093787" y="5693095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32"/>
              <p:cNvSpPr/>
              <p:nvPr/>
            </p:nvSpPr>
            <p:spPr>
              <a:xfrm>
                <a:off x="6120305" y="5678139"/>
                <a:ext cx="3808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3" extrusionOk="0">
                    <a:moveTo>
                      <a:pt x="178" y="1"/>
                    </a:moveTo>
                    <a:lnTo>
                      <a:pt x="0" y="119"/>
                    </a:lnTo>
                    <a:lnTo>
                      <a:pt x="473" y="402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32"/>
              <p:cNvSpPr/>
              <p:nvPr/>
            </p:nvSpPr>
            <p:spPr>
              <a:xfrm>
                <a:off x="6145442" y="5663874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7" y="379"/>
                    </a:lnTo>
                    <a:lnTo>
                      <a:pt x="674" y="272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32"/>
              <p:cNvSpPr/>
              <p:nvPr/>
            </p:nvSpPr>
            <p:spPr>
              <a:xfrm>
                <a:off x="6171270" y="5648228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32"/>
              <p:cNvSpPr/>
              <p:nvPr/>
            </p:nvSpPr>
            <p:spPr>
              <a:xfrm>
                <a:off x="6197787" y="5633962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32"/>
              <p:cNvSpPr/>
              <p:nvPr/>
            </p:nvSpPr>
            <p:spPr>
              <a:xfrm>
                <a:off x="6222925" y="5618373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90"/>
                    </a:lnTo>
                    <a:lnTo>
                      <a:pt x="674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32"/>
              <p:cNvSpPr/>
              <p:nvPr/>
            </p:nvSpPr>
            <p:spPr>
              <a:xfrm>
                <a:off x="6248752" y="5604050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4" y="391"/>
                    </a:lnTo>
                    <a:lnTo>
                      <a:pt x="673" y="285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32"/>
              <p:cNvSpPr/>
              <p:nvPr/>
            </p:nvSpPr>
            <p:spPr>
              <a:xfrm>
                <a:off x="6275213" y="5589152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32"/>
              <p:cNvSpPr/>
              <p:nvPr/>
            </p:nvSpPr>
            <p:spPr>
              <a:xfrm>
                <a:off x="6300350" y="5574196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32"/>
              <p:cNvSpPr/>
              <p:nvPr/>
            </p:nvSpPr>
            <p:spPr>
              <a:xfrm>
                <a:off x="6326178" y="555924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32"/>
              <p:cNvSpPr/>
              <p:nvPr/>
            </p:nvSpPr>
            <p:spPr>
              <a:xfrm>
                <a:off x="6352005" y="554497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74" y="26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32"/>
              <p:cNvSpPr/>
              <p:nvPr/>
            </p:nvSpPr>
            <p:spPr>
              <a:xfrm>
                <a:off x="6377833" y="5529328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32"/>
              <p:cNvSpPr/>
              <p:nvPr/>
            </p:nvSpPr>
            <p:spPr>
              <a:xfrm>
                <a:off x="6404351" y="5514373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73" y="390"/>
                    </a:lnTo>
                    <a:lnTo>
                      <a:pt x="662" y="27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32"/>
              <p:cNvSpPr/>
              <p:nvPr/>
            </p:nvSpPr>
            <p:spPr>
              <a:xfrm>
                <a:off x="6429488" y="5499417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32"/>
              <p:cNvSpPr/>
              <p:nvPr/>
            </p:nvSpPr>
            <p:spPr>
              <a:xfrm>
                <a:off x="6455316" y="548446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32"/>
              <p:cNvSpPr/>
              <p:nvPr/>
            </p:nvSpPr>
            <p:spPr>
              <a:xfrm>
                <a:off x="6481144" y="5470195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95"/>
                    </a:lnTo>
                    <a:lnTo>
                      <a:pt x="473" y="379"/>
                    </a:lnTo>
                    <a:lnTo>
                      <a:pt x="662" y="273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32"/>
              <p:cNvSpPr/>
              <p:nvPr/>
            </p:nvSpPr>
            <p:spPr>
              <a:xfrm>
                <a:off x="6506971" y="545460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32"/>
              <p:cNvSpPr/>
              <p:nvPr/>
            </p:nvSpPr>
            <p:spPr>
              <a:xfrm>
                <a:off x="6532109" y="5440341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78"/>
                    </a:lnTo>
                    <a:lnTo>
                      <a:pt x="685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32"/>
              <p:cNvSpPr/>
              <p:nvPr/>
            </p:nvSpPr>
            <p:spPr>
              <a:xfrm>
                <a:off x="6558569" y="5424695"/>
                <a:ext cx="38137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2" extrusionOk="0">
                    <a:moveTo>
                      <a:pt x="178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32"/>
              <p:cNvSpPr/>
              <p:nvPr/>
            </p:nvSpPr>
            <p:spPr>
              <a:xfrm>
                <a:off x="6584397" y="5410429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32"/>
              <p:cNvSpPr/>
              <p:nvPr/>
            </p:nvSpPr>
            <p:spPr>
              <a:xfrm>
                <a:off x="6609534" y="5395473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86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32"/>
              <p:cNvSpPr/>
              <p:nvPr/>
            </p:nvSpPr>
            <p:spPr>
              <a:xfrm>
                <a:off x="6636052" y="5380518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32"/>
              <p:cNvSpPr/>
              <p:nvPr/>
            </p:nvSpPr>
            <p:spPr>
              <a:xfrm>
                <a:off x="6661189" y="5365562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32"/>
              <p:cNvSpPr/>
              <p:nvPr/>
            </p:nvSpPr>
            <p:spPr>
              <a:xfrm>
                <a:off x="6687017" y="5351296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32"/>
              <p:cNvSpPr/>
              <p:nvPr/>
            </p:nvSpPr>
            <p:spPr>
              <a:xfrm>
                <a:off x="5794784" y="5966960"/>
                <a:ext cx="38828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2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32"/>
              <p:cNvSpPr/>
              <p:nvPr/>
            </p:nvSpPr>
            <p:spPr>
              <a:xfrm>
                <a:off x="5820612" y="595269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32"/>
              <p:cNvSpPr/>
              <p:nvPr/>
            </p:nvSpPr>
            <p:spPr>
              <a:xfrm>
                <a:off x="5847130" y="5937048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66" y="0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32"/>
              <p:cNvSpPr/>
              <p:nvPr/>
            </p:nvSpPr>
            <p:spPr>
              <a:xfrm>
                <a:off x="5872267" y="5922783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32"/>
              <p:cNvSpPr/>
              <p:nvPr/>
            </p:nvSpPr>
            <p:spPr>
              <a:xfrm>
                <a:off x="5898095" y="5907137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2"/>
              <p:cNvSpPr/>
              <p:nvPr/>
            </p:nvSpPr>
            <p:spPr>
              <a:xfrm>
                <a:off x="5923923" y="5892871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97" y="390"/>
                    </a:lnTo>
                    <a:lnTo>
                      <a:pt x="674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2"/>
              <p:cNvSpPr/>
              <p:nvPr/>
            </p:nvSpPr>
            <p:spPr>
              <a:xfrm>
                <a:off x="5949750" y="5877915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2"/>
              <p:cNvSpPr/>
              <p:nvPr/>
            </p:nvSpPr>
            <p:spPr>
              <a:xfrm>
                <a:off x="5974888" y="5862959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0" y="107"/>
                    </a:lnTo>
                    <a:lnTo>
                      <a:pt x="496" y="391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2"/>
              <p:cNvSpPr/>
              <p:nvPr/>
            </p:nvSpPr>
            <p:spPr>
              <a:xfrm>
                <a:off x="6001405" y="5848003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2"/>
              <p:cNvSpPr/>
              <p:nvPr/>
            </p:nvSpPr>
            <p:spPr>
              <a:xfrm>
                <a:off x="6026543" y="5833738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6" y="379"/>
                    </a:lnTo>
                    <a:lnTo>
                      <a:pt x="685" y="26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32"/>
              <p:cNvSpPr/>
              <p:nvPr/>
            </p:nvSpPr>
            <p:spPr>
              <a:xfrm>
                <a:off x="6053003" y="5818149"/>
                <a:ext cx="38828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73" y="390"/>
                    </a:lnTo>
                    <a:lnTo>
                      <a:pt x="674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32"/>
              <p:cNvSpPr/>
              <p:nvPr/>
            </p:nvSpPr>
            <p:spPr>
              <a:xfrm>
                <a:off x="6078831" y="5803193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32"/>
              <p:cNvSpPr/>
              <p:nvPr/>
            </p:nvSpPr>
            <p:spPr>
              <a:xfrm>
                <a:off x="6103968" y="5788238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202" y="0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32"/>
              <p:cNvSpPr/>
              <p:nvPr/>
            </p:nvSpPr>
            <p:spPr>
              <a:xfrm>
                <a:off x="6130486" y="5773282"/>
                <a:ext cx="38137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3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2"/>
              <p:cNvSpPr/>
              <p:nvPr/>
            </p:nvSpPr>
            <p:spPr>
              <a:xfrm>
                <a:off x="6156314" y="5759016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0"/>
                    </a:moveTo>
                    <a:lnTo>
                      <a:pt x="0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2"/>
              <p:cNvSpPr/>
              <p:nvPr/>
            </p:nvSpPr>
            <p:spPr>
              <a:xfrm>
                <a:off x="6181451" y="5743370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190" y="1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2"/>
              <p:cNvSpPr/>
              <p:nvPr/>
            </p:nvSpPr>
            <p:spPr>
              <a:xfrm>
                <a:off x="6207969" y="5729104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2"/>
              <p:cNvSpPr/>
              <p:nvPr/>
            </p:nvSpPr>
            <p:spPr>
              <a:xfrm>
                <a:off x="6233106" y="5713458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201" y="1"/>
                    </a:moveTo>
                    <a:lnTo>
                      <a:pt x="0" y="119"/>
                    </a:lnTo>
                    <a:lnTo>
                      <a:pt x="497" y="403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2"/>
              <p:cNvSpPr/>
              <p:nvPr/>
            </p:nvSpPr>
            <p:spPr>
              <a:xfrm>
                <a:off x="6258934" y="56991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2"/>
              <p:cNvSpPr/>
              <p:nvPr/>
            </p:nvSpPr>
            <p:spPr>
              <a:xfrm>
                <a:off x="6285394" y="568423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485" y="379"/>
                    </a:lnTo>
                    <a:lnTo>
                      <a:pt x="663" y="27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32"/>
              <p:cNvSpPr/>
              <p:nvPr/>
            </p:nvSpPr>
            <p:spPr>
              <a:xfrm>
                <a:off x="6310589" y="5669338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32"/>
              <p:cNvSpPr/>
              <p:nvPr/>
            </p:nvSpPr>
            <p:spPr>
              <a:xfrm>
                <a:off x="6336359" y="5654383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32"/>
              <p:cNvSpPr/>
              <p:nvPr/>
            </p:nvSpPr>
            <p:spPr>
              <a:xfrm>
                <a:off x="6362187" y="564011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32"/>
              <p:cNvSpPr/>
              <p:nvPr/>
            </p:nvSpPr>
            <p:spPr>
              <a:xfrm>
                <a:off x="6388015" y="5624471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32"/>
              <p:cNvSpPr/>
              <p:nvPr/>
            </p:nvSpPr>
            <p:spPr>
              <a:xfrm>
                <a:off x="6414532" y="5610205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0" y="107"/>
                    </a:lnTo>
                    <a:lnTo>
                      <a:pt x="473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32"/>
              <p:cNvSpPr/>
              <p:nvPr/>
            </p:nvSpPr>
            <p:spPr>
              <a:xfrm>
                <a:off x="6439670" y="5594559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32"/>
              <p:cNvSpPr/>
              <p:nvPr/>
            </p:nvSpPr>
            <p:spPr>
              <a:xfrm>
                <a:off x="6465497" y="55802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32"/>
              <p:cNvSpPr/>
              <p:nvPr/>
            </p:nvSpPr>
            <p:spPr>
              <a:xfrm>
                <a:off x="6491325" y="5565338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78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32"/>
              <p:cNvSpPr/>
              <p:nvPr/>
            </p:nvSpPr>
            <p:spPr>
              <a:xfrm>
                <a:off x="6517153" y="554969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32"/>
              <p:cNvSpPr/>
              <p:nvPr/>
            </p:nvSpPr>
            <p:spPr>
              <a:xfrm>
                <a:off x="6542290" y="5535426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32"/>
              <p:cNvSpPr/>
              <p:nvPr/>
            </p:nvSpPr>
            <p:spPr>
              <a:xfrm>
                <a:off x="6568808" y="551983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77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32"/>
              <p:cNvSpPr/>
              <p:nvPr/>
            </p:nvSpPr>
            <p:spPr>
              <a:xfrm>
                <a:off x="6594636" y="5505572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32"/>
              <p:cNvSpPr/>
              <p:nvPr/>
            </p:nvSpPr>
            <p:spPr>
              <a:xfrm>
                <a:off x="6619773" y="5490616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390"/>
                    </a:lnTo>
                    <a:lnTo>
                      <a:pt x="685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32"/>
              <p:cNvSpPr/>
              <p:nvPr/>
            </p:nvSpPr>
            <p:spPr>
              <a:xfrm>
                <a:off x="6646233" y="5475660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32"/>
              <p:cNvSpPr/>
              <p:nvPr/>
            </p:nvSpPr>
            <p:spPr>
              <a:xfrm>
                <a:off x="6671371" y="5460704"/>
                <a:ext cx="3951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202" y="0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32"/>
              <p:cNvSpPr/>
              <p:nvPr/>
            </p:nvSpPr>
            <p:spPr>
              <a:xfrm>
                <a:off x="6697889" y="544643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73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32"/>
              <p:cNvSpPr/>
              <p:nvPr/>
            </p:nvSpPr>
            <p:spPr>
              <a:xfrm>
                <a:off x="6723026" y="5430792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74" y="28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32"/>
              <p:cNvSpPr/>
              <p:nvPr/>
            </p:nvSpPr>
            <p:spPr>
              <a:xfrm>
                <a:off x="6748854" y="5416527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32"/>
              <p:cNvSpPr/>
              <p:nvPr/>
            </p:nvSpPr>
            <p:spPr>
              <a:xfrm>
                <a:off x="6775372" y="5400881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73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32"/>
              <p:cNvSpPr/>
              <p:nvPr/>
            </p:nvSpPr>
            <p:spPr>
              <a:xfrm>
                <a:off x="5779196" y="5984620"/>
                <a:ext cx="32673" cy="15024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261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567" y="2611"/>
                    </a:lnTo>
                    <a:lnTo>
                      <a:pt x="567" y="3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32"/>
              <p:cNvSpPr/>
              <p:nvPr/>
            </p:nvSpPr>
            <p:spPr>
              <a:xfrm>
                <a:off x="6477060" y="5525244"/>
                <a:ext cx="32673" cy="3675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39" extrusionOk="0">
                    <a:moveTo>
                      <a:pt x="0" y="1"/>
                    </a:moveTo>
                    <a:lnTo>
                      <a:pt x="0" y="639"/>
                    </a:lnTo>
                    <a:lnTo>
                      <a:pt x="567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32"/>
              <p:cNvSpPr/>
              <p:nvPr/>
            </p:nvSpPr>
            <p:spPr>
              <a:xfrm>
                <a:off x="6738672" y="5373730"/>
                <a:ext cx="31292" cy="37447"/>
              </a:xfrm>
              <a:custGeom>
                <a:avLst/>
                <a:gdLst/>
                <a:ahLst/>
                <a:cxnLst/>
                <a:rect l="l" t="t" r="r" b="b"/>
                <a:pathLst>
                  <a:path w="544" h="651" extrusionOk="0">
                    <a:moveTo>
                      <a:pt x="0" y="0"/>
                    </a:moveTo>
                    <a:lnTo>
                      <a:pt x="0" y="650"/>
                    </a:lnTo>
                    <a:lnTo>
                      <a:pt x="544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2" name="Google Shape;2292;p32"/>
            <p:cNvGrpSpPr/>
            <p:nvPr/>
          </p:nvGrpSpPr>
          <p:grpSpPr>
            <a:xfrm>
              <a:off x="925630" y="813427"/>
              <a:ext cx="642501" cy="606585"/>
              <a:chOff x="-4345070" y="3726402"/>
              <a:chExt cx="642501" cy="606585"/>
            </a:xfrm>
          </p:grpSpPr>
          <p:sp>
            <p:nvSpPr>
              <p:cNvPr id="2293" name="Google Shape;2293;p32"/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32"/>
              <p:cNvSpPr/>
              <p:nvPr/>
            </p:nvSpPr>
            <p:spPr>
              <a:xfrm>
                <a:off x="-4261358" y="3726402"/>
                <a:ext cx="504915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32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32"/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32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32"/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32"/>
              <p:cNvSpPr/>
              <p:nvPr/>
            </p:nvSpPr>
            <p:spPr>
              <a:xfrm>
                <a:off x="-4262876" y="3728173"/>
                <a:ext cx="204723" cy="23873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32"/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32"/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32"/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32"/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32"/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32"/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6" name="Google Shape;2306;p32"/>
            <p:cNvGrpSpPr/>
            <p:nvPr/>
          </p:nvGrpSpPr>
          <p:grpSpPr>
            <a:xfrm>
              <a:off x="1901746" y="623687"/>
              <a:ext cx="491637" cy="986062"/>
              <a:chOff x="4225370" y="-782119"/>
              <a:chExt cx="299250" cy="600196"/>
            </a:xfrm>
          </p:grpSpPr>
          <p:sp>
            <p:nvSpPr>
              <p:cNvPr id="2307" name="Google Shape;2307;p32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322F3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2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32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32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32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32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32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32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32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32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32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32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9" name="Google Shape;2319;p32"/>
            <p:cNvGrpSpPr/>
            <p:nvPr/>
          </p:nvGrpSpPr>
          <p:grpSpPr>
            <a:xfrm>
              <a:off x="495023" y="2122138"/>
              <a:ext cx="373850" cy="899213"/>
              <a:chOff x="10985382" y="-7411116"/>
              <a:chExt cx="815553" cy="1961633"/>
            </a:xfrm>
          </p:grpSpPr>
          <p:sp>
            <p:nvSpPr>
              <p:cNvPr id="2320" name="Google Shape;2320;p32"/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32"/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32"/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32"/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32"/>
              <p:cNvSpPr/>
              <p:nvPr/>
            </p:nvSpPr>
            <p:spPr>
              <a:xfrm>
                <a:off x="11098342" y="-6411694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32"/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32"/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32"/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32"/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32"/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2"/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2"/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32"/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32"/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7" name="Google Shape;2337;p32"/>
            <p:cNvGrpSpPr/>
            <p:nvPr/>
          </p:nvGrpSpPr>
          <p:grpSpPr>
            <a:xfrm>
              <a:off x="2182135" y="3792212"/>
              <a:ext cx="301969" cy="562336"/>
              <a:chOff x="7686885" y="2546950"/>
              <a:chExt cx="301969" cy="562336"/>
            </a:xfrm>
          </p:grpSpPr>
          <p:sp>
            <p:nvSpPr>
              <p:cNvPr id="2338" name="Google Shape;2338;p32"/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32"/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32"/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3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3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3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32"/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32"/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3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title"/>
          </p:nvPr>
        </p:nvSpPr>
        <p:spPr>
          <a:xfrm>
            <a:off x="4210350" y="1621000"/>
            <a:ext cx="3965700" cy="12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subTitle" idx="1"/>
          </p:nvPr>
        </p:nvSpPr>
        <p:spPr>
          <a:xfrm>
            <a:off x="4210450" y="2903800"/>
            <a:ext cx="39657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83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2"/>
          <p:cNvSpPr txBox="1">
            <a:spLocks noGrp="1"/>
          </p:cNvSpPr>
          <p:nvPr>
            <p:ph type="subTitle" idx="1"/>
          </p:nvPr>
        </p:nvSpPr>
        <p:spPr>
          <a:xfrm>
            <a:off x="4939585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2"/>
          <p:cNvSpPr txBox="1">
            <a:spLocks noGrp="1"/>
          </p:cNvSpPr>
          <p:nvPr>
            <p:ph type="subTitle" idx="2"/>
          </p:nvPr>
        </p:nvSpPr>
        <p:spPr>
          <a:xfrm>
            <a:off x="1580613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2"/>
          <p:cNvSpPr txBox="1">
            <a:spLocks noGrp="1"/>
          </p:cNvSpPr>
          <p:nvPr>
            <p:ph type="subTitle" idx="3"/>
          </p:nvPr>
        </p:nvSpPr>
        <p:spPr>
          <a:xfrm>
            <a:off x="1580613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624" name="Google Shape;624;p22"/>
          <p:cNvSpPr txBox="1">
            <a:spLocks noGrp="1"/>
          </p:cNvSpPr>
          <p:nvPr>
            <p:ph type="subTitle" idx="4"/>
          </p:nvPr>
        </p:nvSpPr>
        <p:spPr>
          <a:xfrm>
            <a:off x="4939588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grpSp>
        <p:nvGrpSpPr>
          <p:cNvPr id="625" name="Google Shape;625;p22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626" name="Google Shape;626;p22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5" name="Google Shape;675;p22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6" name="Google Shape;676;p22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7" name="Google Shape;677;p22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8" name="Google Shape;678;p22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9" name="Google Shape;679;p22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0" name="Google Shape;680;p22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1" name="Google Shape;681;p22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609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69" r:id="rId4"/>
    <p:sldLayoutId id="2147483677" r:id="rId5"/>
    <p:sldLayoutId id="2147483678" r:id="rId6"/>
    <p:sldLayoutId id="2147483683" r:id="rId7"/>
    <p:sldLayoutId id="214748368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36"/>
          <p:cNvSpPr txBox="1">
            <a:spLocks noGrp="1"/>
          </p:cNvSpPr>
          <p:nvPr>
            <p:ph type="ctrTitle"/>
          </p:nvPr>
        </p:nvSpPr>
        <p:spPr>
          <a:xfrm>
            <a:off x="713225" y="1612350"/>
            <a:ext cx="4548900" cy="15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Elaborato di APC</a:t>
            </a:r>
            <a:endParaRPr/>
          </a:p>
        </p:txBody>
      </p:sp>
      <p:sp>
        <p:nvSpPr>
          <p:cNvPr id="2358" name="Google Shape;2358;p36"/>
          <p:cNvSpPr txBox="1">
            <a:spLocks noGrp="1"/>
          </p:cNvSpPr>
          <p:nvPr>
            <p:ph type="subTitle" idx="1"/>
          </p:nvPr>
        </p:nvSpPr>
        <p:spPr>
          <a:xfrm>
            <a:off x="713225" y="3165450"/>
            <a:ext cx="4548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Giovanni Falco M63001713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Felice Palmiero M63001744</a:t>
            </a:r>
            <a:endParaRPr/>
          </a:p>
        </p:txBody>
      </p:sp>
      <p:grpSp>
        <p:nvGrpSpPr>
          <p:cNvPr id="2359" name="Google Shape;2359;p36"/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2360" name="Google Shape;2360;p36"/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2361" name="Google Shape;2361;p36"/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62" name="Google Shape;2362;p36"/>
              <p:cNvGrpSpPr/>
              <p:nvPr/>
            </p:nvGrpSpPr>
            <p:grpSpPr>
              <a:xfrm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2363" name="Google Shape;2363;p36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4" name="Google Shape;2364;p36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5" name="Google Shape;2365;p36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6" name="Google Shape;2366;p36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7" name="Google Shape;2367;p36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8" name="Google Shape;2368;p36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9" name="Google Shape;2369;p36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0" name="Google Shape;2370;p36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1" name="Google Shape;2371;p36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2" name="Google Shape;2372;p36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3" name="Google Shape;2373;p36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4" name="Google Shape;2374;p36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5" name="Google Shape;2375;p36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6" name="Google Shape;2376;p36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7" name="Google Shape;2377;p36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8" name="Google Shape;2378;p36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9" name="Google Shape;2379;p36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2380;p36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2381;p36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2382;p36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36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2384;p36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2385;p36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6" name="Google Shape;2386;p36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2387;p36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2388;p36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2389;p36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2390;p36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2391;p36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2392;p36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36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36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2395;p36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6" name="Google Shape;2396;p36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7" name="Google Shape;2397;p36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8" name="Google Shape;2398;p36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9" name="Google Shape;2399;p36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0" name="Google Shape;2400;p36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1" name="Google Shape;2401;p36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2" name="Google Shape;2402;p36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3" name="Google Shape;2403;p36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4" name="Google Shape;2404;p36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5" name="Google Shape;2405;p36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6" name="Google Shape;2406;p36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7" name="Google Shape;2407;p36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8" name="Google Shape;2408;p36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9" name="Google Shape;2409;p36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0" name="Google Shape;2410;p36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1" name="Google Shape;2411;p36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2" name="Google Shape;2412;p36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3" name="Google Shape;2413;p36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4" name="Google Shape;2414;p36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5" name="Google Shape;2415;p36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6" name="Google Shape;2416;p36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7" name="Google Shape;2417;p36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" name="Google Shape;2418;p36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" name="Google Shape;2419;p36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" name="Google Shape;2420;p36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" name="Google Shape;2421;p36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" name="Google Shape;2422;p36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3" name="Google Shape;2423;p36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4" name="Google Shape;2424;p36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5" name="Google Shape;2425;p36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6" name="Google Shape;2426;p36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" name="Google Shape;2427;p36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8" name="Google Shape;2428;p36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9" name="Google Shape;2429;p36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0" name="Google Shape;2430;p36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1" name="Google Shape;2431;p36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2" name="Google Shape;2432;p36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3" name="Google Shape;2433;p36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4" name="Google Shape;2434;p36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5" name="Google Shape;2435;p36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6" name="Google Shape;2436;p36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7" name="Google Shape;2437;p36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8" name="Google Shape;2438;p36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9" name="Google Shape;2439;p36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0" name="Google Shape;2440;p36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1" name="Google Shape;2441;p36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2" name="Google Shape;2442;p36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3" name="Google Shape;2443;p36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4" name="Google Shape;2444;p36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5" name="Google Shape;2445;p36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6" name="Google Shape;2446;p36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7" name="Google Shape;2447;p36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8" name="Google Shape;2448;p36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9" name="Google Shape;2449;p36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0" name="Google Shape;2450;p36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1" name="Google Shape;2451;p36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2" name="Google Shape;2452;p36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3" name="Google Shape;2453;p36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4" name="Google Shape;2454;p36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5" name="Google Shape;2455;p36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6" name="Google Shape;2456;p36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7" name="Google Shape;2457;p36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8" name="Google Shape;2458;p36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9" name="Google Shape;2459;p36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0" name="Google Shape;2460;p36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1" name="Google Shape;2461;p36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2" name="Google Shape;2462;p36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3" name="Google Shape;2463;p36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4" name="Google Shape;2464;p36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5" name="Google Shape;2465;p36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6" name="Google Shape;2466;p36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7" name="Google Shape;2467;p36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8" name="Google Shape;2468;p36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9" name="Google Shape;2469;p36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0" name="Google Shape;2470;p36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1" name="Google Shape;2471;p36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2" name="Google Shape;2472;p36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3" name="Google Shape;2473;p36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2474;p36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2475;p36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2476;p36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2477;p36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8" name="Google Shape;2478;p36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" name="Google Shape;2479;p36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2480;p36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2481;p36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" name="Google Shape;2482;p36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" name="Google Shape;2483;p36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2484;p36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2485;p36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2486;p36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7" name="Google Shape;2487;p36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8" name="Google Shape;2488;p36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9" name="Google Shape;2489;p36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0" name="Google Shape;2490;p36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491;p36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492;p36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3" name="Google Shape;2493;p36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4" name="Google Shape;2494;p36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5" name="Google Shape;2495;p36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6" name="Google Shape;2496;p36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7" name="Google Shape;2497;p36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8" name="Google Shape;2498;p36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9" name="Google Shape;2499;p36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0" name="Google Shape;2500;p36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1" name="Google Shape;2501;p36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2" name="Google Shape;2502;p36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3" name="Google Shape;2503;p36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4" name="Google Shape;2504;p36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5" name="Google Shape;2505;p36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6" name="Google Shape;2506;p36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7" name="Google Shape;2507;p36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8" name="Google Shape;2508;p36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9" name="Google Shape;2509;p36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0" name="Google Shape;2510;p36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1" name="Google Shape;2511;p36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2" name="Google Shape;2512;p36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3" name="Google Shape;2513;p36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4" name="Google Shape;2514;p36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5" name="Google Shape;2515;p36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6" name="Google Shape;2516;p36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7" name="Google Shape;2517;p36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8" name="Google Shape;2518;p36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9" name="Google Shape;2519;p36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0" name="Google Shape;2520;p36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" name="Google Shape;2521;p36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" name="Google Shape;2522;p36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" name="Google Shape;2523;p36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" name="Google Shape;2524;p36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" name="Google Shape;2525;p36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6" name="Google Shape;2526;p36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7" name="Google Shape;2527;p36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8" name="Google Shape;2528;p36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" name="Google Shape;2529;p36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0" name="Google Shape;2530;p36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1" name="Google Shape;2531;p36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36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3" name="Google Shape;2533;p36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4" name="Google Shape;2534;p36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5" name="Google Shape;2535;p36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6" name="Google Shape;2536;p36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7" name="Google Shape;2537;p36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36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2539;p36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0" name="Google Shape;2540;p36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2541;p36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2542;p36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43;p36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4" name="Google Shape;2544;p36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5" name="Google Shape;2545;p36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46;p36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36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36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2549;p36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0" name="Google Shape;2550;p36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2551;p36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36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2553;p36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4" name="Google Shape;2554;p36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36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36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36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8" name="Google Shape;2558;p36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9" name="Google Shape;2559;p36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0" name="Google Shape;2560;p36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61;p36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2" name="Google Shape;2562;p36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3" name="Google Shape;2563;p36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64;p36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5" name="Google Shape;2565;p36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6" name="Google Shape;2566;p36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7" name="Google Shape;2567;p36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2568;p36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9" name="Google Shape;2569;p36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0" name="Google Shape;2570;p36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71;p36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36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36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36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5" name="Google Shape;2575;p36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6" name="Google Shape;2576;p36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7" name="Google Shape;2577;p36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8" name="Google Shape;2578;p36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2579;p36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0" name="Google Shape;2580;p36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1" name="Google Shape;2581;p36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2" name="Google Shape;2582;p36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3" name="Google Shape;2583;p36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4" name="Google Shape;2584;p36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5" name="Google Shape;2585;p36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6" name="Google Shape;2586;p36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7" name="Google Shape;2587;p36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8" name="Google Shape;2588;p36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2589;p36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0" name="Google Shape;2590;p36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1" name="Google Shape;2591;p36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2" name="Google Shape;2592;p36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3" name="Google Shape;2593;p36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4" name="Google Shape;2594;p36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2595;p36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6" name="Google Shape;2596;p36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2597;p36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8" name="Google Shape;2598;p36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9" name="Google Shape;2599;p36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0" name="Google Shape;2600;p36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1" name="Google Shape;2601;p36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2" name="Google Shape;2602;p36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3" name="Google Shape;2603;p36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4" name="Google Shape;2604;p36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5" name="Google Shape;2605;p36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6" name="Google Shape;2606;p36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7" name="Google Shape;2607;p36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8" name="Google Shape;2608;p36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9" name="Google Shape;2609;p36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0" name="Google Shape;2610;p36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2611;p36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2" name="Google Shape;2612;p36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2613;p36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4" name="Google Shape;2614;p36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2615;p36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6" name="Google Shape;2616;p36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7" name="Google Shape;2617;p36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8" name="Google Shape;2618;p36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2619;p36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0" name="Google Shape;2620;p36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2621;p36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2" name="Google Shape;2622;p36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3" name="Google Shape;2623;p36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4" name="Google Shape;2624;p36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5" name="Google Shape;2625;p36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6" name="Google Shape;2626;p36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2627;p36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8" name="Google Shape;2628;p36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36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36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36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36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36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36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36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36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36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9" name="Google Shape;2639;p36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36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36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36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36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36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36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36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47" name="Google Shape;2647;p36"/>
            <p:cNvGrpSpPr/>
            <p:nvPr/>
          </p:nvGrpSpPr>
          <p:grpSpPr>
            <a:xfrm>
              <a:off x="8056873" y="1189750"/>
              <a:ext cx="373850" cy="899213"/>
              <a:chOff x="10985382" y="-7411116"/>
              <a:chExt cx="815553" cy="1961633"/>
            </a:xfrm>
          </p:grpSpPr>
          <p:sp>
            <p:nvSpPr>
              <p:cNvPr id="2648" name="Google Shape;2648;p36"/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36"/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36"/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36"/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36"/>
              <p:cNvSpPr/>
              <p:nvPr/>
            </p:nvSpPr>
            <p:spPr>
              <a:xfrm>
                <a:off x="11098342" y="-6411667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36"/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36"/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36"/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36"/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36"/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36"/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36"/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36"/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36"/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5" name="Google Shape;2665;p36"/>
            <p:cNvGrpSpPr/>
            <p:nvPr/>
          </p:nvGrpSpPr>
          <p:grpSpPr>
            <a:xfrm>
              <a:off x="5871605" y="3424534"/>
              <a:ext cx="486408" cy="985516"/>
              <a:chOff x="-1021989" y="255195"/>
              <a:chExt cx="353263" cy="715750"/>
            </a:xfrm>
          </p:grpSpPr>
          <p:sp>
            <p:nvSpPr>
              <p:cNvPr id="2666" name="Google Shape;2666;p36"/>
              <p:cNvSpPr/>
              <p:nvPr/>
            </p:nvSpPr>
            <p:spPr>
              <a:xfrm>
                <a:off x="-929916" y="585798"/>
                <a:ext cx="164427" cy="38514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4844" extrusionOk="0">
                    <a:moveTo>
                      <a:pt x="547" y="1"/>
                    </a:moveTo>
                    <a:cubicBezTo>
                      <a:pt x="451" y="1"/>
                      <a:pt x="362" y="24"/>
                      <a:pt x="284" y="71"/>
                    </a:cubicBezTo>
                    <a:cubicBezTo>
                      <a:pt x="107" y="178"/>
                      <a:pt x="0" y="378"/>
                      <a:pt x="0" y="662"/>
                    </a:cubicBezTo>
                    <a:lnTo>
                      <a:pt x="0" y="3674"/>
                    </a:lnTo>
                    <a:cubicBezTo>
                      <a:pt x="0" y="3769"/>
                      <a:pt x="83" y="3828"/>
                      <a:pt x="154" y="3828"/>
                    </a:cubicBezTo>
                    <a:cubicBezTo>
                      <a:pt x="237" y="3828"/>
                      <a:pt x="296" y="3745"/>
                      <a:pt x="296" y="3674"/>
                    </a:cubicBezTo>
                    <a:lnTo>
                      <a:pt x="296" y="662"/>
                    </a:lnTo>
                    <a:cubicBezTo>
                      <a:pt x="296" y="496"/>
                      <a:pt x="355" y="367"/>
                      <a:pt x="449" y="319"/>
                    </a:cubicBezTo>
                    <a:cubicBezTo>
                      <a:pt x="483" y="295"/>
                      <a:pt x="526" y="283"/>
                      <a:pt x="574" y="283"/>
                    </a:cubicBezTo>
                    <a:cubicBezTo>
                      <a:pt x="646" y="283"/>
                      <a:pt x="731" y="310"/>
                      <a:pt x="816" y="367"/>
                    </a:cubicBezTo>
                    <a:lnTo>
                      <a:pt x="1146" y="556"/>
                    </a:lnTo>
                    <a:cubicBezTo>
                      <a:pt x="1501" y="768"/>
                      <a:pt x="1796" y="1264"/>
                      <a:pt x="1796" y="1678"/>
                    </a:cubicBezTo>
                    <a:lnTo>
                      <a:pt x="1796" y="4690"/>
                    </a:lnTo>
                    <a:cubicBezTo>
                      <a:pt x="1796" y="4785"/>
                      <a:pt x="1867" y="4844"/>
                      <a:pt x="1938" y="4844"/>
                    </a:cubicBezTo>
                    <a:cubicBezTo>
                      <a:pt x="2009" y="4844"/>
                      <a:pt x="2068" y="4785"/>
                      <a:pt x="2056" y="4690"/>
                    </a:cubicBezTo>
                    <a:lnTo>
                      <a:pt x="2056" y="1678"/>
                    </a:lnTo>
                    <a:cubicBezTo>
                      <a:pt x="2056" y="1170"/>
                      <a:pt x="1702" y="556"/>
                      <a:pt x="1264" y="307"/>
                    </a:cubicBezTo>
                    <a:lnTo>
                      <a:pt x="934" y="118"/>
                    </a:lnTo>
                    <a:cubicBezTo>
                      <a:pt x="801" y="39"/>
                      <a:pt x="669" y="1"/>
                      <a:pt x="5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36"/>
              <p:cNvSpPr/>
              <p:nvPr/>
            </p:nvSpPr>
            <p:spPr>
              <a:xfrm>
                <a:off x="-1007915" y="681608"/>
                <a:ext cx="322254" cy="140256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1764" extrusionOk="0">
                    <a:moveTo>
                      <a:pt x="4053" y="0"/>
                    </a:move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53" y="19"/>
                      <a:pt x="4053" y="10"/>
                      <a:pt x="4053" y="0"/>
                    </a:cubicBezTo>
                    <a:close/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886"/>
                      <a:pt x="190" y="1182"/>
                      <a:pt x="592" y="1418"/>
                    </a:cubicBezTo>
                    <a:cubicBezTo>
                      <a:pt x="987" y="1648"/>
                      <a:pt x="1507" y="1763"/>
                      <a:pt x="2025" y="1763"/>
                    </a:cubicBezTo>
                    <a:cubicBezTo>
                      <a:pt x="2544" y="1763"/>
                      <a:pt x="3061" y="1648"/>
                      <a:pt x="3450" y="1418"/>
                    </a:cubicBezTo>
                    <a:cubicBezTo>
                      <a:pt x="3852" y="1182"/>
                      <a:pt x="4041" y="886"/>
                      <a:pt x="4041" y="591"/>
                    </a:cubicBez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41" y="314"/>
                      <a:pt x="3851" y="598"/>
                      <a:pt x="3462" y="827"/>
                    </a:cubicBezTo>
                    <a:cubicBezTo>
                      <a:pt x="3066" y="1058"/>
                      <a:pt x="2550" y="1173"/>
                      <a:pt x="2033" y="1173"/>
                    </a:cubicBezTo>
                    <a:cubicBezTo>
                      <a:pt x="1516" y="1173"/>
                      <a:pt x="999" y="1058"/>
                      <a:pt x="603" y="827"/>
                    </a:cubicBezTo>
                    <a:cubicBezTo>
                      <a:pt x="202" y="615"/>
                      <a:pt x="13" y="296"/>
                      <a:pt x="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36"/>
              <p:cNvSpPr/>
              <p:nvPr/>
            </p:nvSpPr>
            <p:spPr>
              <a:xfrm>
                <a:off x="-1006483" y="680654"/>
                <a:ext cx="323208" cy="141210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1776" extrusionOk="0"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650"/>
                      <a:pt x="13" y="721"/>
                      <a:pt x="24" y="780"/>
                    </a:cubicBezTo>
                    <a:cubicBezTo>
                      <a:pt x="83" y="981"/>
                      <a:pt x="225" y="1170"/>
                      <a:pt x="438" y="1335"/>
                    </a:cubicBezTo>
                    <a:cubicBezTo>
                      <a:pt x="485" y="1359"/>
                      <a:pt x="544" y="1394"/>
                      <a:pt x="591" y="1430"/>
                    </a:cubicBezTo>
                    <a:cubicBezTo>
                      <a:pt x="851" y="1583"/>
                      <a:pt x="1182" y="1690"/>
                      <a:pt x="1525" y="1749"/>
                    </a:cubicBezTo>
                    <a:cubicBezTo>
                      <a:pt x="1690" y="1767"/>
                      <a:pt x="1858" y="1775"/>
                      <a:pt x="2028" y="1775"/>
                    </a:cubicBezTo>
                    <a:cubicBezTo>
                      <a:pt x="2198" y="1775"/>
                      <a:pt x="2369" y="1767"/>
                      <a:pt x="2541" y="1749"/>
                    </a:cubicBezTo>
                    <a:cubicBezTo>
                      <a:pt x="2883" y="1702"/>
                      <a:pt x="3190" y="1595"/>
                      <a:pt x="3450" y="1430"/>
                    </a:cubicBezTo>
                    <a:cubicBezTo>
                      <a:pt x="3840" y="1217"/>
                      <a:pt x="4041" y="898"/>
                      <a:pt x="4041" y="603"/>
                    </a:cubicBezTo>
                    <a:lnTo>
                      <a:pt x="4065" y="12"/>
                    </a:lnTo>
                    <a:lnTo>
                      <a:pt x="4065" y="12"/>
                    </a:lnTo>
                    <a:cubicBezTo>
                      <a:pt x="4041" y="308"/>
                      <a:pt x="3852" y="603"/>
                      <a:pt x="3474" y="839"/>
                    </a:cubicBezTo>
                    <a:cubicBezTo>
                      <a:pt x="3202" y="993"/>
                      <a:pt x="2895" y="1099"/>
                      <a:pt x="2552" y="1158"/>
                    </a:cubicBezTo>
                    <a:cubicBezTo>
                      <a:pt x="2381" y="1176"/>
                      <a:pt x="2213" y="1185"/>
                      <a:pt x="2044" y="1185"/>
                    </a:cubicBezTo>
                    <a:cubicBezTo>
                      <a:pt x="1876" y="1185"/>
                      <a:pt x="1708" y="1176"/>
                      <a:pt x="1536" y="1158"/>
                    </a:cubicBezTo>
                    <a:cubicBezTo>
                      <a:pt x="1194" y="1111"/>
                      <a:pt x="875" y="1005"/>
                      <a:pt x="603" y="839"/>
                    </a:cubicBezTo>
                    <a:cubicBezTo>
                      <a:pt x="544" y="816"/>
                      <a:pt x="497" y="780"/>
                      <a:pt x="461" y="745"/>
                    </a:cubicBezTo>
                    <a:cubicBezTo>
                      <a:pt x="237" y="579"/>
                      <a:pt x="83" y="390"/>
                      <a:pt x="48" y="189"/>
                    </a:cubicBezTo>
                    <a:cubicBezTo>
                      <a:pt x="24" y="130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36"/>
              <p:cNvSpPr/>
              <p:nvPr/>
            </p:nvSpPr>
            <p:spPr>
              <a:xfrm>
                <a:off x="-1021989" y="589058"/>
                <a:ext cx="353263" cy="18581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2337" extrusionOk="0">
                    <a:moveTo>
                      <a:pt x="2210" y="1"/>
                    </a:moveTo>
                    <a:cubicBezTo>
                      <a:pt x="1693" y="1"/>
                      <a:pt x="1176" y="113"/>
                      <a:pt x="780" y="337"/>
                    </a:cubicBezTo>
                    <a:cubicBezTo>
                      <a:pt x="1" y="798"/>
                      <a:pt x="1" y="1530"/>
                      <a:pt x="792" y="1991"/>
                    </a:cubicBezTo>
                    <a:cubicBezTo>
                      <a:pt x="1194" y="2222"/>
                      <a:pt x="1714" y="2337"/>
                      <a:pt x="2232" y="2337"/>
                    </a:cubicBezTo>
                    <a:cubicBezTo>
                      <a:pt x="2750" y="2337"/>
                      <a:pt x="3267" y="2222"/>
                      <a:pt x="3663" y="1991"/>
                    </a:cubicBezTo>
                    <a:cubicBezTo>
                      <a:pt x="4443" y="1542"/>
                      <a:pt x="4443" y="798"/>
                      <a:pt x="3639" y="337"/>
                    </a:cubicBezTo>
                    <a:cubicBezTo>
                      <a:pt x="3243" y="113"/>
                      <a:pt x="2727" y="1"/>
                      <a:pt x="2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36"/>
              <p:cNvSpPr/>
              <p:nvPr/>
            </p:nvSpPr>
            <p:spPr>
              <a:xfrm>
                <a:off x="-982552" y="562343"/>
                <a:ext cx="273435" cy="194481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46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1465"/>
                    </a:lnTo>
                    <a:lnTo>
                      <a:pt x="1" y="1500"/>
                    </a:lnTo>
                    <a:lnTo>
                      <a:pt x="1" y="1524"/>
                    </a:lnTo>
                    <a:lnTo>
                      <a:pt x="1" y="1548"/>
                    </a:lnTo>
                    <a:lnTo>
                      <a:pt x="1" y="1559"/>
                    </a:lnTo>
                    <a:lnTo>
                      <a:pt x="1" y="1595"/>
                    </a:lnTo>
                    <a:lnTo>
                      <a:pt x="1" y="1607"/>
                    </a:lnTo>
                    <a:lnTo>
                      <a:pt x="1" y="1618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66"/>
                      <a:pt x="36" y="1677"/>
                      <a:pt x="36" y="1701"/>
                    </a:cubicBezTo>
                    <a:lnTo>
                      <a:pt x="36" y="1713"/>
                    </a:lnTo>
                    <a:cubicBezTo>
                      <a:pt x="36" y="1725"/>
                      <a:pt x="48" y="1737"/>
                      <a:pt x="48" y="1760"/>
                    </a:cubicBezTo>
                    <a:cubicBezTo>
                      <a:pt x="48" y="1772"/>
                      <a:pt x="60" y="1784"/>
                      <a:pt x="72" y="1796"/>
                    </a:cubicBezTo>
                    <a:lnTo>
                      <a:pt x="72" y="1819"/>
                    </a:lnTo>
                    <a:cubicBezTo>
                      <a:pt x="95" y="1831"/>
                      <a:pt x="95" y="1843"/>
                      <a:pt x="107" y="1855"/>
                    </a:cubicBezTo>
                    <a:cubicBezTo>
                      <a:pt x="119" y="1878"/>
                      <a:pt x="119" y="1890"/>
                      <a:pt x="131" y="1890"/>
                    </a:cubicBezTo>
                    <a:lnTo>
                      <a:pt x="131" y="1902"/>
                    </a:lnTo>
                    <a:cubicBezTo>
                      <a:pt x="154" y="1914"/>
                      <a:pt x="154" y="1937"/>
                      <a:pt x="166" y="1949"/>
                    </a:cubicBezTo>
                    <a:cubicBezTo>
                      <a:pt x="178" y="1961"/>
                      <a:pt x="178" y="1973"/>
                      <a:pt x="190" y="1973"/>
                    </a:cubicBezTo>
                    <a:lnTo>
                      <a:pt x="214" y="1996"/>
                    </a:lnTo>
                    <a:cubicBezTo>
                      <a:pt x="225" y="2008"/>
                      <a:pt x="237" y="2020"/>
                      <a:pt x="249" y="2020"/>
                    </a:cubicBezTo>
                    <a:lnTo>
                      <a:pt x="273" y="2020"/>
                    </a:lnTo>
                    <a:cubicBezTo>
                      <a:pt x="284" y="2032"/>
                      <a:pt x="296" y="2032"/>
                      <a:pt x="308" y="2056"/>
                    </a:cubicBezTo>
                    <a:lnTo>
                      <a:pt x="332" y="2067"/>
                    </a:lnTo>
                    <a:cubicBezTo>
                      <a:pt x="343" y="2079"/>
                      <a:pt x="355" y="2079"/>
                      <a:pt x="367" y="2091"/>
                    </a:cubicBezTo>
                    <a:cubicBezTo>
                      <a:pt x="391" y="2115"/>
                      <a:pt x="403" y="2115"/>
                      <a:pt x="414" y="2126"/>
                    </a:cubicBezTo>
                    <a:lnTo>
                      <a:pt x="426" y="2138"/>
                    </a:lnTo>
                    <a:cubicBezTo>
                      <a:pt x="450" y="2150"/>
                      <a:pt x="473" y="2174"/>
                      <a:pt x="485" y="2185"/>
                    </a:cubicBezTo>
                    <a:cubicBezTo>
                      <a:pt x="521" y="2197"/>
                      <a:pt x="533" y="2209"/>
                      <a:pt x="568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56"/>
                      <a:pt x="639" y="2256"/>
                      <a:pt x="651" y="2268"/>
                    </a:cubicBezTo>
                    <a:cubicBezTo>
                      <a:pt x="662" y="2268"/>
                      <a:pt x="662" y="2268"/>
                      <a:pt x="686" y="2292"/>
                    </a:cubicBezTo>
                    <a:cubicBezTo>
                      <a:pt x="710" y="2304"/>
                      <a:pt x="745" y="2315"/>
                      <a:pt x="769" y="2315"/>
                    </a:cubicBezTo>
                    <a:cubicBezTo>
                      <a:pt x="804" y="2327"/>
                      <a:pt x="828" y="2327"/>
                      <a:pt x="840" y="2351"/>
                    </a:cubicBezTo>
                    <a:cubicBezTo>
                      <a:pt x="863" y="2351"/>
                      <a:pt x="863" y="2351"/>
                      <a:pt x="875" y="2363"/>
                    </a:cubicBezTo>
                    <a:cubicBezTo>
                      <a:pt x="899" y="2363"/>
                      <a:pt x="922" y="2374"/>
                      <a:pt x="946" y="2374"/>
                    </a:cubicBezTo>
                    <a:lnTo>
                      <a:pt x="981" y="2374"/>
                    </a:lnTo>
                    <a:cubicBezTo>
                      <a:pt x="1005" y="2386"/>
                      <a:pt x="1040" y="2386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29" y="2422"/>
                      <a:pt x="1241" y="2434"/>
                      <a:pt x="1277" y="2434"/>
                    </a:cubicBezTo>
                    <a:lnTo>
                      <a:pt x="1300" y="2434"/>
                    </a:lnTo>
                    <a:cubicBezTo>
                      <a:pt x="1336" y="2434"/>
                      <a:pt x="1359" y="2445"/>
                      <a:pt x="1395" y="2445"/>
                    </a:cubicBezTo>
                    <a:lnTo>
                      <a:pt x="1950" y="2445"/>
                    </a:lnTo>
                    <a:cubicBezTo>
                      <a:pt x="1986" y="2445"/>
                      <a:pt x="2009" y="2445"/>
                      <a:pt x="2056" y="2434"/>
                    </a:cubicBezTo>
                    <a:cubicBezTo>
                      <a:pt x="2080" y="2434"/>
                      <a:pt x="2115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4" y="2410"/>
                      <a:pt x="2340" y="2386"/>
                      <a:pt x="2364" y="2386"/>
                    </a:cubicBezTo>
                    <a:cubicBezTo>
                      <a:pt x="2399" y="2386"/>
                      <a:pt x="2423" y="2374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3" y="2351"/>
                      <a:pt x="2529" y="2327"/>
                      <a:pt x="2541" y="2327"/>
                    </a:cubicBezTo>
                    <a:cubicBezTo>
                      <a:pt x="2553" y="2327"/>
                      <a:pt x="2553" y="2327"/>
                      <a:pt x="2576" y="2315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68"/>
                      <a:pt x="2718" y="2256"/>
                      <a:pt x="2753" y="2256"/>
                    </a:cubicBezTo>
                    <a:cubicBezTo>
                      <a:pt x="2765" y="2256"/>
                      <a:pt x="2765" y="2256"/>
                      <a:pt x="2777" y="2245"/>
                    </a:cubicBezTo>
                    <a:cubicBezTo>
                      <a:pt x="2789" y="2233"/>
                      <a:pt x="2824" y="2233"/>
                      <a:pt x="2836" y="2209"/>
                    </a:cubicBezTo>
                    <a:cubicBezTo>
                      <a:pt x="2848" y="2209"/>
                      <a:pt x="2848" y="2197"/>
                      <a:pt x="2872" y="2197"/>
                    </a:cubicBezTo>
                    <a:cubicBezTo>
                      <a:pt x="2895" y="2185"/>
                      <a:pt x="2931" y="2174"/>
                      <a:pt x="2942" y="2150"/>
                    </a:cubicBezTo>
                    <a:cubicBezTo>
                      <a:pt x="3261" y="1961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36"/>
              <p:cNvSpPr/>
              <p:nvPr/>
            </p:nvSpPr>
            <p:spPr>
              <a:xfrm>
                <a:off x="-995671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4099"/>
                      <a:pt x="178" y="4383"/>
                      <a:pt x="556" y="4584"/>
                    </a:cubicBezTo>
                    <a:cubicBezTo>
                      <a:pt x="922" y="4796"/>
                      <a:pt x="1400" y="4903"/>
                      <a:pt x="1877" y="4903"/>
                    </a:cubicBezTo>
                    <a:cubicBezTo>
                      <a:pt x="2354" y="4903"/>
                      <a:pt x="2830" y="4796"/>
                      <a:pt x="3190" y="4584"/>
                    </a:cubicBezTo>
                    <a:cubicBezTo>
                      <a:pt x="3568" y="4383"/>
                      <a:pt x="3745" y="4111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848" y="981"/>
                      <a:pt x="2369" y="1087"/>
                      <a:pt x="1891" y="1087"/>
                    </a:cubicBezTo>
                    <a:cubicBezTo>
                      <a:pt x="1412" y="1087"/>
                      <a:pt x="934" y="981"/>
                      <a:pt x="568" y="768"/>
                    </a:cubicBezTo>
                    <a:cubicBezTo>
                      <a:pt x="201" y="555"/>
                      <a:pt x="24" y="272"/>
                      <a:pt x="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36"/>
              <p:cNvSpPr/>
              <p:nvPr/>
            </p:nvSpPr>
            <p:spPr>
              <a:xfrm>
                <a:off x="-994277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3875"/>
                      <a:pt x="24" y="3934"/>
                      <a:pt x="36" y="3993"/>
                    </a:cubicBezTo>
                    <a:cubicBezTo>
                      <a:pt x="83" y="4170"/>
                      <a:pt x="213" y="4347"/>
                      <a:pt x="414" y="4501"/>
                    </a:cubicBezTo>
                    <a:lnTo>
                      <a:pt x="556" y="4584"/>
                    </a:lnTo>
                    <a:cubicBezTo>
                      <a:pt x="804" y="4737"/>
                      <a:pt x="1099" y="4820"/>
                      <a:pt x="1406" y="4867"/>
                    </a:cubicBezTo>
                    <a:cubicBezTo>
                      <a:pt x="1560" y="4891"/>
                      <a:pt x="1719" y="4903"/>
                      <a:pt x="1879" y="4903"/>
                    </a:cubicBezTo>
                    <a:cubicBezTo>
                      <a:pt x="2038" y="4903"/>
                      <a:pt x="2198" y="4891"/>
                      <a:pt x="2351" y="4867"/>
                    </a:cubicBezTo>
                    <a:cubicBezTo>
                      <a:pt x="2658" y="4820"/>
                      <a:pt x="2954" y="4714"/>
                      <a:pt x="3190" y="4584"/>
                    </a:cubicBezTo>
                    <a:cubicBezTo>
                      <a:pt x="3544" y="4383"/>
                      <a:pt x="3745" y="4099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977" y="910"/>
                      <a:pt x="2682" y="1004"/>
                      <a:pt x="2363" y="1040"/>
                    </a:cubicBezTo>
                    <a:cubicBezTo>
                      <a:pt x="2210" y="1063"/>
                      <a:pt x="2053" y="1075"/>
                      <a:pt x="1895" y="1075"/>
                    </a:cubicBezTo>
                    <a:cubicBezTo>
                      <a:pt x="1737" y="1075"/>
                      <a:pt x="1578" y="1063"/>
                      <a:pt x="1418" y="1040"/>
                    </a:cubicBezTo>
                    <a:cubicBezTo>
                      <a:pt x="1111" y="992"/>
                      <a:pt x="816" y="898"/>
                      <a:pt x="568" y="768"/>
                    </a:cubicBezTo>
                    <a:cubicBezTo>
                      <a:pt x="520" y="733"/>
                      <a:pt x="461" y="709"/>
                      <a:pt x="438" y="673"/>
                    </a:cubicBezTo>
                    <a:cubicBezTo>
                      <a:pt x="225" y="520"/>
                      <a:pt x="95" y="355"/>
                      <a:pt x="48" y="177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36"/>
              <p:cNvSpPr/>
              <p:nvPr/>
            </p:nvSpPr>
            <p:spPr>
              <a:xfrm>
                <a:off x="-1007915" y="255195"/>
                <a:ext cx="326071" cy="172855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2174" extrusionOk="0">
                    <a:moveTo>
                      <a:pt x="2036" y="0"/>
                    </a:moveTo>
                    <a:cubicBezTo>
                      <a:pt x="1557" y="0"/>
                      <a:pt x="1082" y="106"/>
                      <a:pt x="722" y="319"/>
                    </a:cubicBezTo>
                    <a:cubicBezTo>
                      <a:pt x="1" y="744"/>
                      <a:pt x="1" y="1430"/>
                      <a:pt x="733" y="1855"/>
                    </a:cubicBezTo>
                    <a:cubicBezTo>
                      <a:pt x="1105" y="2067"/>
                      <a:pt x="1587" y="2174"/>
                      <a:pt x="2065" y="2174"/>
                    </a:cubicBezTo>
                    <a:cubicBezTo>
                      <a:pt x="2544" y="2174"/>
                      <a:pt x="3019" y="2067"/>
                      <a:pt x="3380" y="1855"/>
                    </a:cubicBezTo>
                    <a:cubicBezTo>
                      <a:pt x="4100" y="1430"/>
                      <a:pt x="4100" y="744"/>
                      <a:pt x="3368" y="319"/>
                    </a:cubicBezTo>
                    <a:cubicBezTo>
                      <a:pt x="2996" y="106"/>
                      <a:pt x="2514" y="0"/>
                      <a:pt x="20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36"/>
              <p:cNvSpPr/>
              <p:nvPr/>
            </p:nvSpPr>
            <p:spPr>
              <a:xfrm>
                <a:off x="-960925" y="280797"/>
                <a:ext cx="230181" cy="120776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519" extrusionOk="0">
                    <a:moveTo>
                      <a:pt x="1442" y="0"/>
                    </a:moveTo>
                    <a:cubicBezTo>
                      <a:pt x="1105" y="0"/>
                      <a:pt x="768" y="74"/>
                      <a:pt x="509" y="222"/>
                    </a:cubicBezTo>
                    <a:cubicBezTo>
                      <a:pt x="1" y="517"/>
                      <a:pt x="1" y="1001"/>
                      <a:pt x="509" y="1297"/>
                    </a:cubicBezTo>
                    <a:cubicBezTo>
                      <a:pt x="768" y="1444"/>
                      <a:pt x="1105" y="1518"/>
                      <a:pt x="1442" y="1518"/>
                    </a:cubicBezTo>
                    <a:cubicBezTo>
                      <a:pt x="1779" y="1518"/>
                      <a:pt x="2115" y="1444"/>
                      <a:pt x="2375" y="1297"/>
                    </a:cubicBezTo>
                    <a:cubicBezTo>
                      <a:pt x="2895" y="1001"/>
                      <a:pt x="2895" y="517"/>
                      <a:pt x="2375" y="222"/>
                    </a:cubicBezTo>
                    <a:cubicBezTo>
                      <a:pt x="2115" y="74"/>
                      <a:pt x="1779" y="0"/>
                      <a:pt x="1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36"/>
              <p:cNvSpPr/>
              <p:nvPr/>
            </p:nvSpPr>
            <p:spPr>
              <a:xfrm>
                <a:off x="-995671" y="384796"/>
                <a:ext cx="298799" cy="116562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1466" extrusionOk="0">
                    <a:moveTo>
                      <a:pt x="3757" y="12"/>
                    </a:move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57" y="37"/>
                      <a:pt x="3757" y="25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90"/>
                    </a:lnTo>
                    <a:cubicBezTo>
                      <a:pt x="1" y="449"/>
                      <a:pt x="24" y="508"/>
                      <a:pt x="36" y="567"/>
                    </a:cubicBezTo>
                    <a:cubicBezTo>
                      <a:pt x="83" y="745"/>
                      <a:pt x="213" y="922"/>
                      <a:pt x="414" y="1064"/>
                    </a:cubicBezTo>
                    <a:lnTo>
                      <a:pt x="556" y="1158"/>
                    </a:lnTo>
                    <a:cubicBezTo>
                      <a:pt x="804" y="1300"/>
                      <a:pt x="1099" y="1394"/>
                      <a:pt x="1406" y="1430"/>
                    </a:cubicBezTo>
                    <a:cubicBezTo>
                      <a:pt x="1560" y="1453"/>
                      <a:pt x="1719" y="1465"/>
                      <a:pt x="1879" y="1465"/>
                    </a:cubicBezTo>
                    <a:cubicBezTo>
                      <a:pt x="2038" y="1465"/>
                      <a:pt x="2198" y="1453"/>
                      <a:pt x="2351" y="1430"/>
                    </a:cubicBezTo>
                    <a:cubicBezTo>
                      <a:pt x="2658" y="1394"/>
                      <a:pt x="2954" y="1288"/>
                      <a:pt x="3190" y="1158"/>
                    </a:cubicBezTo>
                    <a:cubicBezTo>
                      <a:pt x="3544" y="945"/>
                      <a:pt x="3745" y="662"/>
                      <a:pt x="3745" y="402"/>
                    </a:cubicBez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40" y="308"/>
                      <a:pt x="3563" y="554"/>
                      <a:pt x="3214" y="768"/>
                    </a:cubicBezTo>
                    <a:cubicBezTo>
                      <a:pt x="2977" y="922"/>
                      <a:pt x="2682" y="1004"/>
                      <a:pt x="2363" y="1052"/>
                    </a:cubicBezTo>
                    <a:cubicBezTo>
                      <a:pt x="2210" y="1075"/>
                      <a:pt x="2053" y="1087"/>
                      <a:pt x="1895" y="1087"/>
                    </a:cubicBezTo>
                    <a:cubicBezTo>
                      <a:pt x="1737" y="1087"/>
                      <a:pt x="1578" y="1075"/>
                      <a:pt x="1418" y="1052"/>
                    </a:cubicBezTo>
                    <a:cubicBezTo>
                      <a:pt x="1111" y="1004"/>
                      <a:pt x="816" y="898"/>
                      <a:pt x="568" y="768"/>
                    </a:cubicBezTo>
                    <a:cubicBezTo>
                      <a:pt x="520" y="745"/>
                      <a:pt x="461" y="709"/>
                      <a:pt x="438" y="685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36"/>
              <p:cNvSpPr/>
              <p:nvPr/>
            </p:nvSpPr>
            <p:spPr>
              <a:xfrm>
                <a:off x="-953371" y="280797"/>
                <a:ext cx="216108" cy="69333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872" extrusionOk="0">
                    <a:moveTo>
                      <a:pt x="1359" y="0"/>
                    </a:moveTo>
                    <a:cubicBezTo>
                      <a:pt x="1022" y="0"/>
                      <a:pt x="685" y="74"/>
                      <a:pt x="425" y="222"/>
                    </a:cubicBezTo>
                    <a:cubicBezTo>
                      <a:pt x="118" y="399"/>
                      <a:pt x="0" y="635"/>
                      <a:pt x="59" y="871"/>
                    </a:cubicBezTo>
                    <a:cubicBezTo>
                      <a:pt x="106" y="706"/>
                      <a:pt x="225" y="552"/>
                      <a:pt x="425" y="434"/>
                    </a:cubicBezTo>
                    <a:cubicBezTo>
                      <a:pt x="685" y="286"/>
                      <a:pt x="1022" y="213"/>
                      <a:pt x="1359" y="213"/>
                    </a:cubicBezTo>
                    <a:cubicBezTo>
                      <a:pt x="1695" y="213"/>
                      <a:pt x="2032" y="286"/>
                      <a:pt x="2292" y="434"/>
                    </a:cubicBezTo>
                    <a:cubicBezTo>
                      <a:pt x="2493" y="552"/>
                      <a:pt x="2623" y="706"/>
                      <a:pt x="2658" y="871"/>
                    </a:cubicBezTo>
                    <a:cubicBezTo>
                      <a:pt x="2717" y="647"/>
                      <a:pt x="2587" y="387"/>
                      <a:pt x="2292" y="222"/>
                    </a:cubicBezTo>
                    <a:cubicBezTo>
                      <a:pt x="2032" y="74"/>
                      <a:pt x="1695" y="0"/>
                      <a:pt x="1359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36"/>
              <p:cNvSpPr/>
              <p:nvPr/>
            </p:nvSpPr>
            <p:spPr>
              <a:xfrm>
                <a:off x="-963708" y="634618"/>
                <a:ext cx="35780" cy="648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816" extrusionOk="0">
                    <a:moveTo>
                      <a:pt x="0" y="1"/>
                    </a:moveTo>
                    <a:lnTo>
                      <a:pt x="0" y="556"/>
                    </a:lnTo>
                    <a:lnTo>
                      <a:pt x="449" y="816"/>
                    </a:lnTo>
                    <a:lnTo>
                      <a:pt x="449" y="2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36"/>
              <p:cNvSpPr/>
              <p:nvPr/>
            </p:nvSpPr>
            <p:spPr>
              <a:xfrm>
                <a:off x="-963708" y="592398"/>
                <a:ext cx="35780" cy="5359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674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449" y="673"/>
                    </a:lnTo>
                    <a:lnTo>
                      <a:pt x="449" y="2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36"/>
              <p:cNvSpPr/>
              <p:nvPr/>
            </p:nvSpPr>
            <p:spPr>
              <a:xfrm>
                <a:off x="-963708" y="487126"/>
                <a:ext cx="35780" cy="11847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490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449" y="1489"/>
                    </a:lnTo>
                    <a:lnTo>
                      <a:pt x="449" y="2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0" name="Google Shape;2680;p36"/>
            <p:cNvGrpSpPr/>
            <p:nvPr/>
          </p:nvGrpSpPr>
          <p:grpSpPr>
            <a:xfrm>
              <a:off x="7127130" y="1064828"/>
              <a:ext cx="329844" cy="472596"/>
              <a:chOff x="5036880" y="-8005297"/>
              <a:chExt cx="719554" cy="1030968"/>
            </a:xfrm>
          </p:grpSpPr>
          <p:sp>
            <p:nvSpPr>
              <p:cNvPr id="2681" name="Google Shape;2681;p36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36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36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6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6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6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6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6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6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6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1" name="Google Shape;2691;p36"/>
            <p:cNvGrpSpPr/>
            <p:nvPr/>
          </p:nvGrpSpPr>
          <p:grpSpPr>
            <a:xfrm>
              <a:off x="7694668" y="3340312"/>
              <a:ext cx="650600" cy="601775"/>
              <a:chOff x="7309269" y="-7683723"/>
              <a:chExt cx="1419284" cy="1312773"/>
            </a:xfrm>
          </p:grpSpPr>
          <p:sp>
            <p:nvSpPr>
              <p:cNvPr id="2692" name="Google Shape;2692;p36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36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36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6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6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6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6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6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6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6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6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6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36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36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36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36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36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36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36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36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36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3" name="Google Shape;2713;p36"/>
            <p:cNvGrpSpPr/>
            <p:nvPr/>
          </p:nvGrpSpPr>
          <p:grpSpPr>
            <a:xfrm>
              <a:off x="5567610" y="1612353"/>
              <a:ext cx="3062282" cy="1812172"/>
              <a:chOff x="5757904" y="-5825649"/>
              <a:chExt cx="6680372" cy="3953254"/>
            </a:xfrm>
          </p:grpSpPr>
          <p:grpSp>
            <p:nvGrpSpPr>
              <p:cNvPr id="2714" name="Google Shape;2714;p36"/>
              <p:cNvGrpSpPr/>
              <p:nvPr/>
            </p:nvGrpSpPr>
            <p:grpSpPr>
              <a:xfrm>
                <a:off x="5757904" y="-5825649"/>
                <a:ext cx="6680372" cy="3953254"/>
                <a:chOff x="5756229" y="-5825649"/>
                <a:chExt cx="6680372" cy="3953254"/>
              </a:xfrm>
            </p:grpSpPr>
            <p:sp>
              <p:nvSpPr>
                <p:cNvPr id="2715" name="Google Shape;2715;p36"/>
                <p:cNvSpPr/>
                <p:nvPr/>
              </p:nvSpPr>
              <p:spPr>
                <a:xfrm>
                  <a:off x="5756229" y="-3897062"/>
                  <a:ext cx="3342730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7" h="7171" extrusionOk="0">
                      <a:moveTo>
                        <a:pt x="1" y="0"/>
                      </a:moveTo>
                      <a:lnTo>
                        <a:pt x="1" y="307"/>
                      </a:lnTo>
                      <a:lnTo>
                        <a:pt x="11897" y="7171"/>
                      </a:lnTo>
                      <a:lnTo>
                        <a:pt x="11897" y="68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6" name="Google Shape;2716;p36"/>
                <p:cNvSpPr/>
                <p:nvPr/>
              </p:nvSpPr>
              <p:spPr>
                <a:xfrm>
                  <a:off x="5756229" y="-5825649"/>
                  <a:ext cx="6668601" cy="38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34" h="13740" extrusionOk="0">
                      <a:moveTo>
                        <a:pt x="11826" y="1"/>
                      </a:moveTo>
                      <a:lnTo>
                        <a:pt x="8849" y="1725"/>
                      </a:lnTo>
                      <a:lnTo>
                        <a:pt x="8589" y="1867"/>
                      </a:lnTo>
                      <a:lnTo>
                        <a:pt x="8140" y="2139"/>
                      </a:lnTo>
                      <a:lnTo>
                        <a:pt x="7880" y="2281"/>
                      </a:lnTo>
                      <a:lnTo>
                        <a:pt x="6144" y="3297"/>
                      </a:lnTo>
                      <a:lnTo>
                        <a:pt x="5778" y="3509"/>
                      </a:lnTo>
                      <a:lnTo>
                        <a:pt x="5506" y="3663"/>
                      </a:lnTo>
                      <a:lnTo>
                        <a:pt x="5151" y="3864"/>
                      </a:lnTo>
                      <a:lnTo>
                        <a:pt x="4017" y="4525"/>
                      </a:lnTo>
                      <a:lnTo>
                        <a:pt x="3651" y="4738"/>
                      </a:lnTo>
                      <a:lnTo>
                        <a:pt x="3250" y="4974"/>
                      </a:lnTo>
                      <a:lnTo>
                        <a:pt x="2895" y="5175"/>
                      </a:lnTo>
                      <a:lnTo>
                        <a:pt x="1" y="6864"/>
                      </a:lnTo>
                      <a:lnTo>
                        <a:pt x="792" y="7325"/>
                      </a:lnTo>
                      <a:lnTo>
                        <a:pt x="1052" y="7467"/>
                      </a:lnTo>
                      <a:lnTo>
                        <a:pt x="2387" y="8246"/>
                      </a:lnTo>
                      <a:lnTo>
                        <a:pt x="2659" y="8400"/>
                      </a:lnTo>
                      <a:lnTo>
                        <a:pt x="3545" y="8896"/>
                      </a:lnTo>
                      <a:lnTo>
                        <a:pt x="3793" y="9061"/>
                      </a:lnTo>
                      <a:lnTo>
                        <a:pt x="6345" y="10526"/>
                      </a:lnTo>
                      <a:lnTo>
                        <a:pt x="6616" y="10692"/>
                      </a:lnTo>
                      <a:lnTo>
                        <a:pt x="7089" y="10951"/>
                      </a:lnTo>
                      <a:lnTo>
                        <a:pt x="7337" y="11105"/>
                      </a:lnTo>
                      <a:lnTo>
                        <a:pt x="7526" y="11211"/>
                      </a:lnTo>
                      <a:lnTo>
                        <a:pt x="7798" y="11365"/>
                      </a:lnTo>
                      <a:lnTo>
                        <a:pt x="10538" y="12948"/>
                      </a:lnTo>
                      <a:lnTo>
                        <a:pt x="10810" y="13113"/>
                      </a:lnTo>
                      <a:lnTo>
                        <a:pt x="11897" y="13739"/>
                      </a:lnTo>
                      <a:lnTo>
                        <a:pt x="20284" y="8872"/>
                      </a:lnTo>
                      <a:lnTo>
                        <a:pt x="20757" y="8589"/>
                      </a:lnTo>
                      <a:lnTo>
                        <a:pt x="21017" y="8447"/>
                      </a:lnTo>
                      <a:lnTo>
                        <a:pt x="22576" y="7526"/>
                      </a:lnTo>
                      <a:lnTo>
                        <a:pt x="22848" y="7384"/>
                      </a:lnTo>
                      <a:lnTo>
                        <a:pt x="23084" y="7242"/>
                      </a:lnTo>
                      <a:lnTo>
                        <a:pt x="23344" y="7089"/>
                      </a:lnTo>
                      <a:lnTo>
                        <a:pt x="23734" y="6864"/>
                      </a:lnTo>
                      <a:lnTo>
                        <a:pt x="19977" y="4690"/>
                      </a:lnTo>
                      <a:lnTo>
                        <a:pt x="19717" y="4549"/>
                      </a:lnTo>
                      <a:lnTo>
                        <a:pt x="18949" y="4100"/>
                      </a:lnTo>
                      <a:lnTo>
                        <a:pt x="18689" y="3958"/>
                      </a:lnTo>
                      <a:lnTo>
                        <a:pt x="18146" y="3639"/>
                      </a:lnTo>
                      <a:lnTo>
                        <a:pt x="17898" y="3497"/>
                      </a:lnTo>
                      <a:lnTo>
                        <a:pt x="17095" y="3037"/>
                      </a:lnTo>
                      <a:lnTo>
                        <a:pt x="16847" y="2895"/>
                      </a:lnTo>
                      <a:lnTo>
                        <a:pt x="15665" y="2210"/>
                      </a:lnTo>
                      <a:lnTo>
                        <a:pt x="15405" y="2068"/>
                      </a:lnTo>
                      <a:lnTo>
                        <a:pt x="14933" y="1784"/>
                      </a:lnTo>
                      <a:lnTo>
                        <a:pt x="14673" y="1631"/>
                      </a:lnTo>
                      <a:lnTo>
                        <a:pt x="13043" y="686"/>
                      </a:lnTo>
                      <a:lnTo>
                        <a:pt x="12783" y="544"/>
                      </a:lnTo>
                      <a:lnTo>
                        <a:pt x="11932" y="60"/>
                      </a:lnTo>
                      <a:lnTo>
                        <a:pt x="1182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17" name="Google Shape;2717;p36"/>
                <p:cNvGrpSpPr/>
                <p:nvPr/>
              </p:nvGrpSpPr>
              <p:grpSpPr>
                <a:xfrm>
                  <a:off x="6218052" y="-5825649"/>
                  <a:ext cx="6097194" cy="3684662"/>
                  <a:chOff x="6218052" y="-5825649"/>
                  <a:chExt cx="6097194" cy="3684662"/>
                </a:xfrm>
              </p:grpSpPr>
              <p:sp>
                <p:nvSpPr>
                  <p:cNvPr id="2718" name="Google Shape;2718;p36"/>
                  <p:cNvSpPr/>
                  <p:nvPr/>
                </p:nvSpPr>
                <p:spPr>
                  <a:xfrm>
                    <a:off x="6706194" y="-4312884"/>
                    <a:ext cx="1055323" cy="2994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9" h="1254" extrusionOk="0">
                        <a:moveTo>
                          <a:pt x="366" y="1"/>
                        </a:moveTo>
                        <a:lnTo>
                          <a:pt x="0" y="202"/>
                        </a:lnTo>
                        <a:lnTo>
                          <a:pt x="2363" y="202"/>
                        </a:lnTo>
                        <a:lnTo>
                          <a:pt x="4158" y="1253"/>
                        </a:lnTo>
                        <a:lnTo>
                          <a:pt x="4418" y="1088"/>
                        </a:lnTo>
                        <a:lnTo>
                          <a:pt x="250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9" name="Google Shape;2719;p36"/>
                  <p:cNvSpPr/>
                  <p:nvPr/>
                </p:nvSpPr>
                <p:spPr>
                  <a:xfrm>
                    <a:off x="6218052" y="-4098426"/>
                    <a:ext cx="1252823" cy="3811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46" h="1596" extrusionOk="0">
                        <a:moveTo>
                          <a:pt x="2505" y="1"/>
                        </a:moveTo>
                        <a:lnTo>
                          <a:pt x="0" y="1454"/>
                        </a:lnTo>
                        <a:lnTo>
                          <a:pt x="260" y="1596"/>
                        </a:lnTo>
                        <a:lnTo>
                          <a:pt x="2647" y="225"/>
                        </a:lnTo>
                        <a:lnTo>
                          <a:pt x="3757" y="225"/>
                        </a:lnTo>
                        <a:lnTo>
                          <a:pt x="4927" y="887"/>
                        </a:lnTo>
                        <a:lnTo>
                          <a:pt x="4997" y="934"/>
                        </a:lnTo>
                        <a:lnTo>
                          <a:pt x="5245" y="780"/>
                        </a:lnTo>
                        <a:lnTo>
                          <a:pt x="5175" y="745"/>
                        </a:lnTo>
                        <a:lnTo>
                          <a:pt x="3899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720" name="Google Shape;2720;p36"/>
                  <p:cNvGrpSpPr/>
                  <p:nvPr/>
                </p:nvGrpSpPr>
                <p:grpSpPr>
                  <a:xfrm>
                    <a:off x="6751994" y="-5825649"/>
                    <a:ext cx="5563252" cy="3684662"/>
                    <a:chOff x="6751994" y="-5825649"/>
                    <a:chExt cx="5563252" cy="3684662"/>
                  </a:xfrm>
                </p:grpSpPr>
                <p:sp>
                  <p:nvSpPr>
                    <p:cNvPr id="2721" name="Google Shape;2721;p36"/>
                    <p:cNvSpPr/>
                    <p:nvPr/>
                  </p:nvSpPr>
                  <p:spPr>
                    <a:xfrm>
                      <a:off x="7329673" y="-4912773"/>
                      <a:ext cx="3528453" cy="20314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58" h="7230" extrusionOk="0">
                          <a:moveTo>
                            <a:pt x="6226" y="390"/>
                          </a:moveTo>
                          <a:lnTo>
                            <a:pt x="11814" y="3615"/>
                          </a:lnTo>
                          <a:lnTo>
                            <a:pt x="6226" y="6852"/>
                          </a:lnTo>
                          <a:lnTo>
                            <a:pt x="650" y="3627"/>
                          </a:lnTo>
                          <a:lnTo>
                            <a:pt x="6226" y="390"/>
                          </a:lnTo>
                          <a:close/>
                          <a:moveTo>
                            <a:pt x="6261" y="0"/>
                          </a:moveTo>
                          <a:lnTo>
                            <a:pt x="6084" y="95"/>
                          </a:lnTo>
                          <a:lnTo>
                            <a:pt x="5824" y="248"/>
                          </a:lnTo>
                          <a:lnTo>
                            <a:pt x="5588" y="378"/>
                          </a:lnTo>
                          <a:lnTo>
                            <a:pt x="5340" y="532"/>
                          </a:lnTo>
                          <a:lnTo>
                            <a:pt x="4997" y="721"/>
                          </a:lnTo>
                          <a:lnTo>
                            <a:pt x="4749" y="863"/>
                          </a:lnTo>
                          <a:lnTo>
                            <a:pt x="4289" y="1134"/>
                          </a:lnTo>
                          <a:lnTo>
                            <a:pt x="4040" y="1276"/>
                          </a:lnTo>
                          <a:lnTo>
                            <a:pt x="3603" y="1536"/>
                          </a:lnTo>
                          <a:lnTo>
                            <a:pt x="3344" y="1678"/>
                          </a:lnTo>
                          <a:lnTo>
                            <a:pt x="3095" y="1831"/>
                          </a:lnTo>
                          <a:lnTo>
                            <a:pt x="2836" y="1973"/>
                          </a:lnTo>
                          <a:lnTo>
                            <a:pt x="2068" y="2422"/>
                          </a:lnTo>
                          <a:lnTo>
                            <a:pt x="1808" y="2564"/>
                          </a:lnTo>
                          <a:lnTo>
                            <a:pt x="1548" y="2717"/>
                          </a:lnTo>
                          <a:lnTo>
                            <a:pt x="1276" y="2859"/>
                          </a:lnTo>
                          <a:lnTo>
                            <a:pt x="426" y="3343"/>
                          </a:lnTo>
                          <a:lnTo>
                            <a:pt x="178" y="3497"/>
                          </a:lnTo>
                          <a:lnTo>
                            <a:pt x="0" y="3603"/>
                          </a:lnTo>
                          <a:lnTo>
                            <a:pt x="733" y="4029"/>
                          </a:lnTo>
                          <a:lnTo>
                            <a:pt x="981" y="4170"/>
                          </a:lnTo>
                          <a:lnTo>
                            <a:pt x="1607" y="4525"/>
                          </a:lnTo>
                          <a:lnTo>
                            <a:pt x="1855" y="4678"/>
                          </a:lnTo>
                          <a:lnTo>
                            <a:pt x="2576" y="5092"/>
                          </a:lnTo>
                          <a:lnTo>
                            <a:pt x="2836" y="5234"/>
                          </a:lnTo>
                          <a:lnTo>
                            <a:pt x="3403" y="5564"/>
                          </a:lnTo>
                          <a:lnTo>
                            <a:pt x="3662" y="5706"/>
                          </a:lnTo>
                          <a:lnTo>
                            <a:pt x="5316" y="6675"/>
                          </a:lnTo>
                          <a:lnTo>
                            <a:pt x="5564" y="6816"/>
                          </a:lnTo>
                          <a:lnTo>
                            <a:pt x="6273" y="7230"/>
                          </a:lnTo>
                          <a:lnTo>
                            <a:pt x="6616" y="7041"/>
                          </a:lnTo>
                          <a:lnTo>
                            <a:pt x="6876" y="6887"/>
                          </a:lnTo>
                          <a:lnTo>
                            <a:pt x="7714" y="6403"/>
                          </a:lnTo>
                          <a:lnTo>
                            <a:pt x="7974" y="6261"/>
                          </a:lnTo>
                          <a:lnTo>
                            <a:pt x="8423" y="5990"/>
                          </a:lnTo>
                          <a:lnTo>
                            <a:pt x="8683" y="5848"/>
                          </a:lnTo>
                          <a:lnTo>
                            <a:pt x="9061" y="5623"/>
                          </a:lnTo>
                          <a:lnTo>
                            <a:pt x="9309" y="5470"/>
                          </a:lnTo>
                          <a:lnTo>
                            <a:pt x="9581" y="5328"/>
                          </a:lnTo>
                          <a:lnTo>
                            <a:pt x="9829" y="5174"/>
                          </a:lnTo>
                          <a:lnTo>
                            <a:pt x="10821" y="4607"/>
                          </a:lnTo>
                          <a:lnTo>
                            <a:pt x="11069" y="4454"/>
                          </a:lnTo>
                          <a:lnTo>
                            <a:pt x="11542" y="4170"/>
                          </a:lnTo>
                          <a:lnTo>
                            <a:pt x="11814" y="4029"/>
                          </a:lnTo>
                          <a:lnTo>
                            <a:pt x="12558" y="3603"/>
                          </a:lnTo>
                          <a:lnTo>
                            <a:pt x="12180" y="3426"/>
                          </a:lnTo>
                          <a:lnTo>
                            <a:pt x="11932" y="3273"/>
                          </a:lnTo>
                          <a:lnTo>
                            <a:pt x="8707" y="1418"/>
                          </a:lnTo>
                          <a:lnTo>
                            <a:pt x="8459" y="1264"/>
                          </a:lnTo>
                          <a:lnTo>
                            <a:pt x="8270" y="1146"/>
                          </a:lnTo>
                          <a:lnTo>
                            <a:pt x="8010" y="1004"/>
                          </a:lnTo>
                          <a:lnTo>
                            <a:pt x="7443" y="674"/>
                          </a:lnTo>
                          <a:lnTo>
                            <a:pt x="7183" y="532"/>
                          </a:lnTo>
                          <a:lnTo>
                            <a:pt x="626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2" name="Google Shape;2722;p36"/>
                    <p:cNvSpPr/>
                    <p:nvPr/>
                  </p:nvSpPr>
                  <p:spPr>
                    <a:xfrm>
                      <a:off x="6768572" y="-4554254"/>
                      <a:ext cx="1145525" cy="3750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77" h="1335" extrusionOk="0">
                          <a:moveTo>
                            <a:pt x="367" y="0"/>
                          </a:moveTo>
                          <a:lnTo>
                            <a:pt x="1" y="213"/>
                          </a:lnTo>
                          <a:lnTo>
                            <a:pt x="1879" y="213"/>
                          </a:lnTo>
                          <a:lnTo>
                            <a:pt x="3805" y="1335"/>
                          </a:lnTo>
                          <a:lnTo>
                            <a:pt x="4077" y="1181"/>
                          </a:lnTo>
                          <a:lnTo>
                            <a:pt x="202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3" name="Google Shape;2723;p36"/>
                    <p:cNvSpPr/>
                    <p:nvPr/>
                  </p:nvSpPr>
                  <p:spPr>
                    <a:xfrm>
                      <a:off x="7190311" y="-4796732"/>
                      <a:ext cx="1022459" cy="4582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39" h="1631" extrusionOk="0">
                          <a:moveTo>
                            <a:pt x="378" y="1"/>
                          </a:moveTo>
                          <a:lnTo>
                            <a:pt x="0" y="202"/>
                          </a:lnTo>
                          <a:lnTo>
                            <a:pt x="922" y="202"/>
                          </a:lnTo>
                          <a:lnTo>
                            <a:pt x="3391" y="1631"/>
                          </a:lnTo>
                          <a:lnTo>
                            <a:pt x="3639" y="1477"/>
                          </a:lnTo>
                          <a:lnTo>
                            <a:pt x="1063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4" name="Google Shape;2724;p36"/>
                    <p:cNvSpPr/>
                    <p:nvPr/>
                  </p:nvSpPr>
                  <p:spPr>
                    <a:xfrm>
                      <a:off x="7369571" y="-4902939"/>
                      <a:ext cx="996048" cy="4883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5" h="1738" extrusionOk="0">
                          <a:moveTo>
                            <a:pt x="355" y="1"/>
                          </a:moveTo>
                          <a:lnTo>
                            <a:pt x="0" y="225"/>
                          </a:lnTo>
                          <a:lnTo>
                            <a:pt x="662" y="225"/>
                          </a:lnTo>
                          <a:lnTo>
                            <a:pt x="3284" y="1737"/>
                          </a:lnTo>
                          <a:lnTo>
                            <a:pt x="3544" y="1584"/>
                          </a:lnTo>
                          <a:lnTo>
                            <a:pt x="815" y="13"/>
                          </a:lnTo>
                          <a:lnTo>
                            <a:pt x="355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5" name="Google Shape;2725;p36"/>
                    <p:cNvSpPr/>
                    <p:nvPr/>
                  </p:nvSpPr>
                  <p:spPr>
                    <a:xfrm>
                      <a:off x="7966918" y="-5224932"/>
                      <a:ext cx="601000" cy="7007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9" h="2494" extrusionOk="0">
                          <a:moveTo>
                            <a:pt x="249" y="1"/>
                          </a:moveTo>
                          <a:lnTo>
                            <a:pt x="1" y="143"/>
                          </a:lnTo>
                          <a:lnTo>
                            <a:pt x="272" y="296"/>
                          </a:lnTo>
                          <a:lnTo>
                            <a:pt x="272" y="1548"/>
                          </a:lnTo>
                          <a:lnTo>
                            <a:pt x="1879" y="2493"/>
                          </a:lnTo>
                          <a:lnTo>
                            <a:pt x="2139" y="2352"/>
                          </a:lnTo>
                          <a:lnTo>
                            <a:pt x="627" y="1477"/>
                          </a:lnTo>
                          <a:lnTo>
                            <a:pt x="627" y="202"/>
                          </a:lnTo>
                          <a:lnTo>
                            <a:pt x="249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6" name="Google Shape;2726;p36"/>
                    <p:cNvSpPr/>
                    <p:nvPr/>
                  </p:nvSpPr>
                  <p:spPr>
                    <a:xfrm>
                      <a:off x="8166128" y="-5344345"/>
                      <a:ext cx="601000" cy="7038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9" h="2505" extrusionOk="0">
                          <a:moveTo>
                            <a:pt x="272" y="1"/>
                          </a:moveTo>
                          <a:lnTo>
                            <a:pt x="0" y="142"/>
                          </a:lnTo>
                          <a:lnTo>
                            <a:pt x="272" y="308"/>
                          </a:lnTo>
                          <a:lnTo>
                            <a:pt x="272" y="1560"/>
                          </a:lnTo>
                          <a:lnTo>
                            <a:pt x="1890" y="2505"/>
                          </a:lnTo>
                          <a:lnTo>
                            <a:pt x="2139" y="2363"/>
                          </a:lnTo>
                          <a:lnTo>
                            <a:pt x="638" y="1477"/>
                          </a:lnTo>
                          <a:lnTo>
                            <a:pt x="638" y="213"/>
                          </a:lnTo>
                          <a:lnTo>
                            <a:pt x="272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7" name="Google Shape;2727;p36"/>
                    <p:cNvSpPr/>
                    <p:nvPr/>
                  </p:nvSpPr>
                  <p:spPr>
                    <a:xfrm>
                      <a:off x="8418441" y="-5825649"/>
                      <a:ext cx="690630" cy="10856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58" h="3864" extrusionOk="0">
                          <a:moveTo>
                            <a:pt x="2351" y="1"/>
                          </a:moveTo>
                          <a:lnTo>
                            <a:pt x="2103" y="142"/>
                          </a:lnTo>
                          <a:lnTo>
                            <a:pt x="2103" y="426"/>
                          </a:lnTo>
                          <a:lnTo>
                            <a:pt x="0" y="1631"/>
                          </a:lnTo>
                          <a:lnTo>
                            <a:pt x="0" y="2954"/>
                          </a:lnTo>
                          <a:lnTo>
                            <a:pt x="1595" y="3864"/>
                          </a:lnTo>
                          <a:lnTo>
                            <a:pt x="1855" y="3722"/>
                          </a:lnTo>
                          <a:lnTo>
                            <a:pt x="378" y="2859"/>
                          </a:lnTo>
                          <a:lnTo>
                            <a:pt x="378" y="1725"/>
                          </a:lnTo>
                          <a:lnTo>
                            <a:pt x="2457" y="509"/>
                          </a:lnTo>
                          <a:lnTo>
                            <a:pt x="2457" y="60"/>
                          </a:lnTo>
                          <a:lnTo>
                            <a:pt x="235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8" name="Google Shape;2728;p36"/>
                    <p:cNvSpPr/>
                    <p:nvPr/>
                  </p:nvSpPr>
                  <p:spPr>
                    <a:xfrm>
                      <a:off x="8577752" y="-5672801"/>
                      <a:ext cx="846570" cy="8533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13" h="3037" extrusionOk="0">
                          <a:moveTo>
                            <a:pt x="2741" y="0"/>
                          </a:moveTo>
                          <a:lnTo>
                            <a:pt x="0" y="1571"/>
                          </a:lnTo>
                          <a:lnTo>
                            <a:pt x="0" y="2150"/>
                          </a:lnTo>
                          <a:lnTo>
                            <a:pt x="1524" y="3036"/>
                          </a:lnTo>
                          <a:lnTo>
                            <a:pt x="1784" y="2894"/>
                          </a:lnTo>
                          <a:lnTo>
                            <a:pt x="366" y="2067"/>
                          </a:lnTo>
                          <a:lnTo>
                            <a:pt x="366" y="1666"/>
                          </a:lnTo>
                          <a:lnTo>
                            <a:pt x="3013" y="142"/>
                          </a:lnTo>
                          <a:lnTo>
                            <a:pt x="274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9" name="Google Shape;2729;p36"/>
                    <p:cNvSpPr/>
                    <p:nvPr/>
                  </p:nvSpPr>
                  <p:spPr>
                    <a:xfrm>
                      <a:off x="9799138" y="-3402552"/>
                      <a:ext cx="727157" cy="6673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88" h="2375" extrusionOk="0">
                          <a:moveTo>
                            <a:pt x="260" y="0"/>
                          </a:moveTo>
                          <a:lnTo>
                            <a:pt x="0" y="142"/>
                          </a:lnTo>
                          <a:lnTo>
                            <a:pt x="2221" y="1430"/>
                          </a:lnTo>
                          <a:lnTo>
                            <a:pt x="2221" y="2375"/>
                          </a:lnTo>
                          <a:lnTo>
                            <a:pt x="2588" y="2162"/>
                          </a:lnTo>
                          <a:lnTo>
                            <a:pt x="2588" y="1335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0" name="Google Shape;2730;p36"/>
                    <p:cNvSpPr/>
                    <p:nvPr/>
                  </p:nvSpPr>
                  <p:spPr>
                    <a:xfrm>
                      <a:off x="9945244" y="-3492182"/>
                      <a:ext cx="796838" cy="6307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36" h="2245" extrusionOk="0">
                          <a:moveTo>
                            <a:pt x="272" y="0"/>
                          </a:moveTo>
                          <a:lnTo>
                            <a:pt x="0" y="154"/>
                          </a:lnTo>
                          <a:lnTo>
                            <a:pt x="2469" y="1583"/>
                          </a:lnTo>
                          <a:lnTo>
                            <a:pt x="2469" y="2245"/>
                          </a:lnTo>
                          <a:lnTo>
                            <a:pt x="2835" y="2044"/>
                          </a:lnTo>
                          <a:lnTo>
                            <a:pt x="2835" y="1501"/>
                          </a:lnTo>
                          <a:lnTo>
                            <a:pt x="272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1" name="Google Shape;2731;p36"/>
                    <p:cNvSpPr/>
                    <p:nvPr/>
                  </p:nvSpPr>
                  <p:spPr>
                    <a:xfrm>
                      <a:off x="9606672" y="-3312922"/>
                      <a:ext cx="634155" cy="7271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7" h="2588" extrusionOk="0">
                          <a:moveTo>
                            <a:pt x="248" y="0"/>
                          </a:moveTo>
                          <a:lnTo>
                            <a:pt x="0" y="166"/>
                          </a:lnTo>
                          <a:lnTo>
                            <a:pt x="1501" y="1040"/>
                          </a:lnTo>
                          <a:lnTo>
                            <a:pt x="1501" y="2292"/>
                          </a:lnTo>
                          <a:lnTo>
                            <a:pt x="2008" y="2587"/>
                          </a:lnTo>
                          <a:lnTo>
                            <a:pt x="2257" y="2434"/>
                          </a:lnTo>
                          <a:lnTo>
                            <a:pt x="1867" y="2197"/>
                          </a:lnTo>
                          <a:lnTo>
                            <a:pt x="1867" y="945"/>
                          </a:lnTo>
                          <a:lnTo>
                            <a:pt x="248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2" name="Google Shape;2732;p36"/>
                    <p:cNvSpPr/>
                    <p:nvPr/>
                  </p:nvSpPr>
                  <p:spPr>
                    <a:xfrm>
                      <a:off x="9404091" y="-3193509"/>
                      <a:ext cx="637527" cy="723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" h="2576" extrusionOk="0">
                          <a:moveTo>
                            <a:pt x="249" y="0"/>
                          </a:moveTo>
                          <a:lnTo>
                            <a:pt x="1" y="154"/>
                          </a:lnTo>
                          <a:lnTo>
                            <a:pt x="1501" y="1028"/>
                          </a:lnTo>
                          <a:lnTo>
                            <a:pt x="1501" y="2280"/>
                          </a:lnTo>
                          <a:lnTo>
                            <a:pt x="1997" y="2576"/>
                          </a:lnTo>
                          <a:lnTo>
                            <a:pt x="2269" y="2422"/>
                          </a:lnTo>
                          <a:lnTo>
                            <a:pt x="1867" y="2186"/>
                          </a:lnTo>
                          <a:lnTo>
                            <a:pt x="1867" y="934"/>
                          </a:lnTo>
                          <a:lnTo>
                            <a:pt x="24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3" name="Google Shape;2733;p36"/>
                    <p:cNvSpPr/>
                    <p:nvPr/>
                  </p:nvSpPr>
                  <p:spPr>
                    <a:xfrm>
                      <a:off x="8717114" y="-3017621"/>
                      <a:ext cx="876353" cy="8766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19" h="3120" extrusionOk="0">
                          <a:moveTo>
                            <a:pt x="1595" y="1"/>
                          </a:moveTo>
                          <a:lnTo>
                            <a:pt x="1347" y="142"/>
                          </a:lnTo>
                          <a:lnTo>
                            <a:pt x="1631" y="320"/>
                          </a:lnTo>
                          <a:lnTo>
                            <a:pt x="2765" y="969"/>
                          </a:lnTo>
                          <a:lnTo>
                            <a:pt x="2765" y="1371"/>
                          </a:lnTo>
                          <a:lnTo>
                            <a:pt x="0" y="2954"/>
                          </a:lnTo>
                          <a:lnTo>
                            <a:pt x="272" y="3119"/>
                          </a:lnTo>
                          <a:lnTo>
                            <a:pt x="3119" y="1465"/>
                          </a:lnTo>
                          <a:lnTo>
                            <a:pt x="3119" y="887"/>
                          </a:lnTo>
                          <a:lnTo>
                            <a:pt x="1890" y="166"/>
                          </a:lnTo>
                          <a:lnTo>
                            <a:pt x="1595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4" name="Google Shape;2734;p36"/>
                    <p:cNvSpPr/>
                    <p:nvPr/>
                  </p:nvSpPr>
                  <p:spPr>
                    <a:xfrm>
                      <a:off x="9257986" y="-5367666"/>
                      <a:ext cx="697374" cy="6909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82" h="2459" extrusionOk="0">
                          <a:moveTo>
                            <a:pt x="2210" y="1"/>
                          </a:moveTo>
                          <a:lnTo>
                            <a:pt x="1383" y="473"/>
                          </a:lnTo>
                          <a:lnTo>
                            <a:pt x="1383" y="1501"/>
                          </a:lnTo>
                          <a:lnTo>
                            <a:pt x="1" y="2304"/>
                          </a:lnTo>
                          <a:lnTo>
                            <a:pt x="261" y="2458"/>
                          </a:lnTo>
                          <a:lnTo>
                            <a:pt x="1761" y="1584"/>
                          </a:lnTo>
                          <a:lnTo>
                            <a:pt x="1761" y="568"/>
                          </a:lnTo>
                          <a:lnTo>
                            <a:pt x="2482" y="154"/>
                          </a:lnTo>
                          <a:lnTo>
                            <a:pt x="2210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5" name="Google Shape;2735;p36"/>
                    <p:cNvSpPr/>
                    <p:nvPr/>
                  </p:nvSpPr>
                  <p:spPr>
                    <a:xfrm>
                      <a:off x="9520414" y="-5284498"/>
                      <a:ext cx="694002" cy="7271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0" h="2588" extrusionOk="0">
                          <a:moveTo>
                            <a:pt x="2209" y="0"/>
                          </a:moveTo>
                          <a:lnTo>
                            <a:pt x="1382" y="485"/>
                          </a:lnTo>
                          <a:lnTo>
                            <a:pt x="1382" y="1630"/>
                          </a:lnTo>
                          <a:lnTo>
                            <a:pt x="0" y="2422"/>
                          </a:lnTo>
                          <a:lnTo>
                            <a:pt x="260" y="2587"/>
                          </a:lnTo>
                          <a:lnTo>
                            <a:pt x="1748" y="1713"/>
                          </a:lnTo>
                          <a:lnTo>
                            <a:pt x="1748" y="579"/>
                          </a:lnTo>
                          <a:lnTo>
                            <a:pt x="2469" y="154"/>
                          </a:lnTo>
                          <a:lnTo>
                            <a:pt x="220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6" name="Google Shape;2736;p36"/>
                    <p:cNvSpPr/>
                    <p:nvPr/>
                  </p:nvSpPr>
                  <p:spPr>
                    <a:xfrm>
                      <a:off x="9835665" y="-4843092"/>
                      <a:ext cx="1019368" cy="4017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8" h="1430" extrusionOk="0">
                          <a:moveTo>
                            <a:pt x="3379" y="0"/>
                          </a:moveTo>
                          <a:lnTo>
                            <a:pt x="2552" y="473"/>
                          </a:lnTo>
                          <a:lnTo>
                            <a:pt x="1418" y="473"/>
                          </a:lnTo>
                          <a:lnTo>
                            <a:pt x="0" y="1288"/>
                          </a:lnTo>
                          <a:lnTo>
                            <a:pt x="248" y="1430"/>
                          </a:lnTo>
                          <a:lnTo>
                            <a:pt x="1560" y="674"/>
                          </a:lnTo>
                          <a:lnTo>
                            <a:pt x="2694" y="674"/>
                          </a:lnTo>
                          <a:lnTo>
                            <a:pt x="3627" y="142"/>
                          </a:lnTo>
                          <a:lnTo>
                            <a:pt x="337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7" name="Google Shape;2737;p36"/>
                    <p:cNvSpPr/>
                    <p:nvPr/>
                  </p:nvSpPr>
                  <p:spPr>
                    <a:xfrm>
                      <a:off x="9653033" y="-5018980"/>
                      <a:ext cx="913161" cy="5313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50" h="1891" extrusionOk="0">
                          <a:moveTo>
                            <a:pt x="2978" y="0"/>
                          </a:moveTo>
                          <a:lnTo>
                            <a:pt x="1" y="1737"/>
                          </a:lnTo>
                          <a:lnTo>
                            <a:pt x="249" y="1890"/>
                          </a:lnTo>
                          <a:lnTo>
                            <a:pt x="3249" y="154"/>
                          </a:lnTo>
                          <a:lnTo>
                            <a:pt x="2978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8" name="Google Shape;2738;p36"/>
                    <p:cNvSpPr/>
                    <p:nvPr/>
                  </p:nvSpPr>
                  <p:spPr>
                    <a:xfrm>
                      <a:off x="10061285" y="-4713564"/>
                      <a:ext cx="1022740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0" h="1442" extrusionOk="0">
                          <a:moveTo>
                            <a:pt x="3367" y="0"/>
                          </a:moveTo>
                          <a:lnTo>
                            <a:pt x="2481" y="508"/>
                          </a:lnTo>
                          <a:lnTo>
                            <a:pt x="1347" y="508"/>
                          </a:lnTo>
                          <a:lnTo>
                            <a:pt x="1" y="1276"/>
                          </a:lnTo>
                          <a:lnTo>
                            <a:pt x="249" y="1441"/>
                          </a:lnTo>
                          <a:lnTo>
                            <a:pt x="1501" y="721"/>
                          </a:lnTo>
                          <a:lnTo>
                            <a:pt x="2635" y="721"/>
                          </a:lnTo>
                          <a:lnTo>
                            <a:pt x="3639" y="142"/>
                          </a:lnTo>
                          <a:lnTo>
                            <a:pt x="3367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9" name="Google Shape;2739;p36"/>
                    <p:cNvSpPr/>
                    <p:nvPr/>
                  </p:nvSpPr>
                  <p:spPr>
                    <a:xfrm>
                      <a:off x="10270329" y="-4547791"/>
                      <a:ext cx="1099164" cy="3588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2" h="1277" extrusionOk="0">
                          <a:moveTo>
                            <a:pt x="3651" y="1"/>
                          </a:moveTo>
                          <a:lnTo>
                            <a:pt x="3084" y="320"/>
                          </a:lnTo>
                          <a:lnTo>
                            <a:pt x="1407" y="320"/>
                          </a:lnTo>
                          <a:lnTo>
                            <a:pt x="1" y="1135"/>
                          </a:lnTo>
                          <a:lnTo>
                            <a:pt x="261" y="1277"/>
                          </a:lnTo>
                          <a:lnTo>
                            <a:pt x="1548" y="544"/>
                          </a:lnTo>
                          <a:lnTo>
                            <a:pt x="3238" y="544"/>
                          </a:lnTo>
                          <a:lnTo>
                            <a:pt x="3911" y="142"/>
                          </a:lnTo>
                          <a:lnTo>
                            <a:pt x="365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0" name="Google Shape;2740;p36"/>
                    <p:cNvSpPr/>
                    <p:nvPr/>
                  </p:nvSpPr>
                  <p:spPr>
                    <a:xfrm>
                      <a:off x="10482744" y="-4348583"/>
                      <a:ext cx="1832503" cy="5580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22" h="1986" extrusionOk="0">
                          <a:moveTo>
                            <a:pt x="1478" y="1"/>
                          </a:moveTo>
                          <a:lnTo>
                            <a:pt x="1" y="851"/>
                          </a:lnTo>
                          <a:lnTo>
                            <a:pt x="249" y="1005"/>
                          </a:lnTo>
                          <a:lnTo>
                            <a:pt x="1619" y="201"/>
                          </a:lnTo>
                          <a:lnTo>
                            <a:pt x="3191" y="201"/>
                          </a:lnTo>
                          <a:lnTo>
                            <a:pt x="6274" y="1985"/>
                          </a:lnTo>
                          <a:lnTo>
                            <a:pt x="6522" y="1843"/>
                          </a:lnTo>
                          <a:lnTo>
                            <a:pt x="3332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1" name="Google Shape;2741;p36"/>
                    <p:cNvSpPr/>
                    <p:nvPr/>
                  </p:nvSpPr>
                  <p:spPr>
                    <a:xfrm>
                      <a:off x="10652170" y="-4209221"/>
                      <a:ext cx="1523714" cy="5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23" h="1785" extrusionOk="0">
                          <a:moveTo>
                            <a:pt x="1394" y="1"/>
                          </a:moveTo>
                          <a:lnTo>
                            <a:pt x="0" y="816"/>
                          </a:lnTo>
                          <a:lnTo>
                            <a:pt x="260" y="958"/>
                          </a:lnTo>
                          <a:lnTo>
                            <a:pt x="1560" y="213"/>
                          </a:lnTo>
                          <a:lnTo>
                            <a:pt x="2446" y="213"/>
                          </a:lnTo>
                          <a:lnTo>
                            <a:pt x="5163" y="1784"/>
                          </a:lnTo>
                          <a:lnTo>
                            <a:pt x="5423" y="1631"/>
                          </a:lnTo>
                          <a:lnTo>
                            <a:pt x="2599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2" name="Google Shape;2742;p36"/>
                    <p:cNvSpPr/>
                    <p:nvPr/>
                  </p:nvSpPr>
                  <p:spPr>
                    <a:xfrm>
                      <a:off x="10303764" y="-3691391"/>
                      <a:ext cx="1151987" cy="398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00" h="1419" extrusionOk="0">
                          <a:moveTo>
                            <a:pt x="248" y="1"/>
                          </a:moveTo>
                          <a:lnTo>
                            <a:pt x="0" y="154"/>
                          </a:lnTo>
                          <a:lnTo>
                            <a:pt x="1240" y="875"/>
                          </a:lnTo>
                          <a:lnTo>
                            <a:pt x="2906" y="875"/>
                          </a:lnTo>
                          <a:lnTo>
                            <a:pt x="3839" y="1418"/>
                          </a:lnTo>
                          <a:lnTo>
                            <a:pt x="4099" y="1276"/>
                          </a:lnTo>
                          <a:lnTo>
                            <a:pt x="3060" y="674"/>
                          </a:lnTo>
                          <a:lnTo>
                            <a:pt x="1406" y="674"/>
                          </a:lnTo>
                          <a:lnTo>
                            <a:pt x="248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3" name="Google Shape;2743;p36"/>
                    <p:cNvSpPr/>
                    <p:nvPr/>
                  </p:nvSpPr>
                  <p:spPr>
                    <a:xfrm>
                      <a:off x="10486115" y="-3817547"/>
                      <a:ext cx="1178680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95" h="1442" extrusionOk="0">
                          <a:moveTo>
                            <a:pt x="261" y="1"/>
                          </a:moveTo>
                          <a:lnTo>
                            <a:pt x="1" y="142"/>
                          </a:lnTo>
                          <a:lnTo>
                            <a:pt x="1253" y="851"/>
                          </a:lnTo>
                          <a:lnTo>
                            <a:pt x="2919" y="851"/>
                          </a:lnTo>
                          <a:lnTo>
                            <a:pt x="3923" y="1442"/>
                          </a:lnTo>
                          <a:lnTo>
                            <a:pt x="4194" y="1300"/>
                          </a:lnTo>
                          <a:lnTo>
                            <a:pt x="3072" y="650"/>
                          </a:lnTo>
                          <a:lnTo>
                            <a:pt x="1395" y="650"/>
                          </a:lnTo>
                          <a:lnTo>
                            <a:pt x="26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4" name="Google Shape;2744;p36"/>
                    <p:cNvSpPr/>
                    <p:nvPr/>
                  </p:nvSpPr>
                  <p:spPr>
                    <a:xfrm>
                      <a:off x="7747760" y="-3362654"/>
                      <a:ext cx="637527" cy="657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" h="2340" extrusionOk="0">
                          <a:moveTo>
                            <a:pt x="2009" y="0"/>
                          </a:moveTo>
                          <a:lnTo>
                            <a:pt x="1879" y="71"/>
                          </a:lnTo>
                          <a:lnTo>
                            <a:pt x="521" y="862"/>
                          </a:lnTo>
                          <a:lnTo>
                            <a:pt x="521" y="1878"/>
                          </a:lnTo>
                          <a:lnTo>
                            <a:pt x="1" y="2185"/>
                          </a:lnTo>
                          <a:lnTo>
                            <a:pt x="249" y="2339"/>
                          </a:lnTo>
                          <a:lnTo>
                            <a:pt x="887" y="1961"/>
                          </a:lnTo>
                          <a:lnTo>
                            <a:pt x="887" y="945"/>
                          </a:lnTo>
                          <a:lnTo>
                            <a:pt x="2127" y="224"/>
                          </a:lnTo>
                          <a:lnTo>
                            <a:pt x="2269" y="154"/>
                          </a:lnTo>
                          <a:lnTo>
                            <a:pt x="200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5" name="Google Shape;2745;p36"/>
                    <p:cNvSpPr/>
                    <p:nvPr/>
                  </p:nvSpPr>
                  <p:spPr>
                    <a:xfrm>
                      <a:off x="7538717" y="-3498925"/>
                      <a:ext cx="611115" cy="677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5" h="2411" extrusionOk="0">
                          <a:moveTo>
                            <a:pt x="1926" y="1"/>
                          </a:moveTo>
                          <a:lnTo>
                            <a:pt x="1773" y="83"/>
                          </a:lnTo>
                          <a:lnTo>
                            <a:pt x="438" y="875"/>
                          </a:lnTo>
                          <a:lnTo>
                            <a:pt x="438" y="2009"/>
                          </a:lnTo>
                          <a:lnTo>
                            <a:pt x="1" y="2245"/>
                          </a:lnTo>
                          <a:lnTo>
                            <a:pt x="272" y="2411"/>
                          </a:lnTo>
                          <a:lnTo>
                            <a:pt x="804" y="2092"/>
                          </a:lnTo>
                          <a:lnTo>
                            <a:pt x="804" y="958"/>
                          </a:lnTo>
                          <a:lnTo>
                            <a:pt x="2044" y="237"/>
                          </a:lnTo>
                          <a:lnTo>
                            <a:pt x="2174" y="142"/>
                          </a:lnTo>
                          <a:lnTo>
                            <a:pt x="1926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6" name="Google Shape;2746;p36"/>
                    <p:cNvSpPr/>
                    <p:nvPr/>
                  </p:nvSpPr>
                  <p:spPr>
                    <a:xfrm>
                      <a:off x="7870545" y="-3037570"/>
                      <a:ext cx="1026112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52" h="1442" extrusionOk="0">
                          <a:moveTo>
                            <a:pt x="3403" y="1"/>
                          </a:moveTo>
                          <a:lnTo>
                            <a:pt x="3344" y="24"/>
                          </a:lnTo>
                          <a:lnTo>
                            <a:pt x="2092" y="745"/>
                          </a:lnTo>
                          <a:lnTo>
                            <a:pt x="946" y="745"/>
                          </a:lnTo>
                          <a:lnTo>
                            <a:pt x="1" y="1288"/>
                          </a:lnTo>
                          <a:lnTo>
                            <a:pt x="273" y="1442"/>
                          </a:lnTo>
                          <a:lnTo>
                            <a:pt x="1100" y="958"/>
                          </a:lnTo>
                          <a:lnTo>
                            <a:pt x="2234" y="958"/>
                          </a:lnTo>
                          <a:lnTo>
                            <a:pt x="3592" y="178"/>
                          </a:lnTo>
                          <a:lnTo>
                            <a:pt x="3651" y="142"/>
                          </a:lnTo>
                          <a:lnTo>
                            <a:pt x="3403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7" name="Google Shape;2747;p36"/>
                    <p:cNvSpPr/>
                    <p:nvPr/>
                  </p:nvSpPr>
                  <p:spPr>
                    <a:xfrm>
                      <a:off x="6751994" y="-3661608"/>
                      <a:ext cx="1128948" cy="382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18" h="1360" extrusionOk="0">
                          <a:moveTo>
                            <a:pt x="3746" y="1"/>
                          </a:moveTo>
                          <a:lnTo>
                            <a:pt x="3604" y="95"/>
                          </a:lnTo>
                          <a:lnTo>
                            <a:pt x="2470" y="757"/>
                          </a:lnTo>
                          <a:lnTo>
                            <a:pt x="781" y="757"/>
                          </a:lnTo>
                          <a:lnTo>
                            <a:pt x="1" y="1194"/>
                          </a:lnTo>
                          <a:lnTo>
                            <a:pt x="249" y="1359"/>
                          </a:lnTo>
                          <a:lnTo>
                            <a:pt x="934" y="958"/>
                          </a:lnTo>
                          <a:lnTo>
                            <a:pt x="2612" y="958"/>
                          </a:lnTo>
                          <a:lnTo>
                            <a:pt x="3852" y="237"/>
                          </a:lnTo>
                          <a:lnTo>
                            <a:pt x="4017" y="154"/>
                          </a:lnTo>
                          <a:lnTo>
                            <a:pt x="3746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2748" name="Google Shape;2748;p36"/>
                  <p:cNvSpPr/>
                  <p:nvPr/>
                </p:nvSpPr>
                <p:spPr>
                  <a:xfrm>
                    <a:off x="6598965" y="-3776740"/>
                    <a:ext cx="1021412" cy="282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7" h="1182" extrusionOk="0">
                        <a:moveTo>
                          <a:pt x="4017" y="0"/>
                        </a:moveTo>
                        <a:lnTo>
                          <a:pt x="3887" y="71"/>
                        </a:lnTo>
                        <a:lnTo>
                          <a:pt x="2516" y="875"/>
                        </a:lnTo>
                        <a:lnTo>
                          <a:pt x="284" y="875"/>
                        </a:lnTo>
                        <a:lnTo>
                          <a:pt x="0" y="1028"/>
                        </a:lnTo>
                        <a:lnTo>
                          <a:pt x="272" y="1182"/>
                        </a:lnTo>
                        <a:lnTo>
                          <a:pt x="437" y="1075"/>
                        </a:lnTo>
                        <a:lnTo>
                          <a:pt x="2658" y="1075"/>
                        </a:lnTo>
                        <a:lnTo>
                          <a:pt x="4135" y="225"/>
                        </a:lnTo>
                        <a:lnTo>
                          <a:pt x="4277" y="142"/>
                        </a:lnTo>
                        <a:lnTo>
                          <a:pt x="401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49" name="Google Shape;2749;p36"/>
                <p:cNvSpPr/>
                <p:nvPr/>
              </p:nvSpPr>
              <p:spPr>
                <a:xfrm>
                  <a:off x="9098674" y="-3897062"/>
                  <a:ext cx="3326152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8" h="7171" extrusionOk="0">
                      <a:moveTo>
                        <a:pt x="11838" y="0"/>
                      </a:moveTo>
                      <a:lnTo>
                        <a:pt x="1" y="6875"/>
                      </a:lnTo>
                      <a:lnTo>
                        <a:pt x="1" y="7171"/>
                      </a:lnTo>
                      <a:lnTo>
                        <a:pt x="11838" y="307"/>
                      </a:lnTo>
                      <a:lnTo>
                        <a:pt x="118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0" name="Google Shape;2750;p36"/>
                <p:cNvSpPr/>
                <p:nvPr/>
              </p:nvSpPr>
              <p:spPr>
                <a:xfrm>
                  <a:off x="5759604" y="-3887249"/>
                  <a:ext cx="3342730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7" h="7171" extrusionOk="0">
                      <a:moveTo>
                        <a:pt x="1" y="0"/>
                      </a:moveTo>
                      <a:lnTo>
                        <a:pt x="1" y="307"/>
                      </a:lnTo>
                      <a:lnTo>
                        <a:pt x="11897" y="7171"/>
                      </a:lnTo>
                      <a:lnTo>
                        <a:pt x="11897" y="68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>
                    <a:alpha val="364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1" name="Google Shape;2751;p36"/>
                <p:cNvSpPr/>
                <p:nvPr/>
              </p:nvSpPr>
              <p:spPr>
                <a:xfrm>
                  <a:off x="9110448" y="-3887249"/>
                  <a:ext cx="3326152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8" h="7171" extrusionOk="0">
                      <a:moveTo>
                        <a:pt x="11838" y="0"/>
                      </a:moveTo>
                      <a:lnTo>
                        <a:pt x="1" y="6875"/>
                      </a:lnTo>
                      <a:lnTo>
                        <a:pt x="1" y="7171"/>
                      </a:lnTo>
                      <a:lnTo>
                        <a:pt x="11838" y="307"/>
                      </a:lnTo>
                      <a:lnTo>
                        <a:pt x="11838" y="0"/>
                      </a:lnTo>
                      <a:close/>
                    </a:path>
                  </a:pathLst>
                </a:custGeom>
                <a:solidFill>
                  <a:srgbClr val="282A2E">
                    <a:alpha val="364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52" name="Google Shape;2752;p36"/>
              <p:cNvGrpSpPr/>
              <p:nvPr/>
            </p:nvGrpSpPr>
            <p:grpSpPr>
              <a:xfrm>
                <a:off x="8089717" y="-4595005"/>
                <a:ext cx="2008332" cy="1275914"/>
                <a:chOff x="8089717" y="-4595005"/>
                <a:chExt cx="2008332" cy="1275914"/>
              </a:xfrm>
            </p:grpSpPr>
            <p:sp>
              <p:nvSpPr>
                <p:cNvPr id="2753" name="Google Shape;2753;p36"/>
                <p:cNvSpPr/>
                <p:nvPr/>
              </p:nvSpPr>
              <p:spPr>
                <a:xfrm>
                  <a:off x="9941872" y="-3980229"/>
                  <a:ext cx="36807" cy="166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592" extrusionOk="0">
                      <a:moveTo>
                        <a:pt x="130" y="1"/>
                      </a:moveTo>
                      <a:cubicBezTo>
                        <a:pt x="130" y="72"/>
                        <a:pt x="71" y="143"/>
                        <a:pt x="0" y="190"/>
                      </a:cubicBezTo>
                      <a:lnTo>
                        <a:pt x="0" y="591"/>
                      </a:lnTo>
                      <a:cubicBezTo>
                        <a:pt x="83" y="532"/>
                        <a:pt x="130" y="473"/>
                        <a:pt x="130" y="402"/>
                      </a:cubicBezTo>
                      <a:lnTo>
                        <a:pt x="1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4" name="Google Shape;2754;p36"/>
                <p:cNvSpPr/>
                <p:nvPr/>
              </p:nvSpPr>
              <p:spPr>
                <a:xfrm>
                  <a:off x="8207150" y="-3980229"/>
                  <a:ext cx="38774" cy="166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592" extrusionOk="0">
                      <a:moveTo>
                        <a:pt x="8" y="1"/>
                      </a:moveTo>
                      <a:cubicBezTo>
                        <a:pt x="1" y="22"/>
                        <a:pt x="1" y="44"/>
                        <a:pt x="8" y="65"/>
                      </a:cubicBezTo>
                      <a:lnTo>
                        <a:pt x="8" y="65"/>
                      </a:lnTo>
                      <a:lnTo>
                        <a:pt x="8" y="1"/>
                      </a:lnTo>
                      <a:close/>
                      <a:moveTo>
                        <a:pt x="8" y="65"/>
                      </a:moveTo>
                      <a:lnTo>
                        <a:pt x="8" y="402"/>
                      </a:lnTo>
                      <a:cubicBezTo>
                        <a:pt x="8" y="473"/>
                        <a:pt x="43" y="532"/>
                        <a:pt x="138" y="591"/>
                      </a:cubicBezTo>
                      <a:lnTo>
                        <a:pt x="138" y="190"/>
                      </a:lnTo>
                      <a:cubicBezTo>
                        <a:pt x="72" y="157"/>
                        <a:pt x="23" y="112"/>
                        <a:pt x="8" y="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5" name="Google Shape;2755;p36"/>
                <p:cNvSpPr/>
                <p:nvPr/>
              </p:nvSpPr>
              <p:spPr>
                <a:xfrm>
                  <a:off x="9193355" y="-3930501"/>
                  <a:ext cx="750478" cy="54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1950" extrusionOk="0">
                      <a:moveTo>
                        <a:pt x="2671" y="1"/>
                      </a:moveTo>
                      <a:lnTo>
                        <a:pt x="1" y="1548"/>
                      </a:lnTo>
                      <a:lnTo>
                        <a:pt x="1" y="1950"/>
                      </a:lnTo>
                      <a:lnTo>
                        <a:pt x="2671" y="402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6" name="Google Shape;2756;p36"/>
                <p:cNvSpPr/>
                <p:nvPr/>
              </p:nvSpPr>
              <p:spPr>
                <a:xfrm>
                  <a:off x="8245643" y="-3927126"/>
                  <a:ext cx="753849" cy="54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950" extrusionOk="0">
                      <a:moveTo>
                        <a:pt x="1" y="1"/>
                      </a:moveTo>
                      <a:lnTo>
                        <a:pt x="1" y="402"/>
                      </a:lnTo>
                      <a:lnTo>
                        <a:pt x="2682" y="1950"/>
                      </a:lnTo>
                      <a:lnTo>
                        <a:pt x="2682" y="154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7" name="Google Shape;2757;p36"/>
                <p:cNvSpPr/>
                <p:nvPr/>
              </p:nvSpPr>
              <p:spPr>
                <a:xfrm>
                  <a:off x="8999210" y="-3492182"/>
                  <a:ext cx="189375" cy="135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482" extrusionOk="0">
                      <a:moveTo>
                        <a:pt x="0" y="0"/>
                      </a:moveTo>
                      <a:lnTo>
                        <a:pt x="0" y="402"/>
                      </a:lnTo>
                      <a:cubicBezTo>
                        <a:pt x="89" y="455"/>
                        <a:pt x="207" y="482"/>
                        <a:pt x="328" y="482"/>
                      </a:cubicBezTo>
                      <a:cubicBezTo>
                        <a:pt x="449" y="482"/>
                        <a:pt x="573" y="455"/>
                        <a:pt x="674" y="402"/>
                      </a:cubicBezTo>
                      <a:lnTo>
                        <a:pt x="674" y="0"/>
                      </a:lnTo>
                      <a:cubicBezTo>
                        <a:pt x="579" y="59"/>
                        <a:pt x="458" y="89"/>
                        <a:pt x="337" y="89"/>
                      </a:cubicBezTo>
                      <a:cubicBezTo>
                        <a:pt x="216" y="89"/>
                        <a:pt x="95" y="59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8" name="Google Shape;2758;p36"/>
                <p:cNvSpPr/>
                <p:nvPr/>
              </p:nvSpPr>
              <p:spPr>
                <a:xfrm>
                  <a:off x="9938500" y="-4079693"/>
                  <a:ext cx="36807" cy="116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414" extrusionOk="0">
                      <a:moveTo>
                        <a:pt x="131" y="0"/>
                      </a:moveTo>
                      <a:cubicBezTo>
                        <a:pt x="131" y="59"/>
                        <a:pt x="83" y="130"/>
                        <a:pt x="1" y="189"/>
                      </a:cubicBezTo>
                      <a:lnTo>
                        <a:pt x="1" y="414"/>
                      </a:lnTo>
                      <a:cubicBezTo>
                        <a:pt x="83" y="355"/>
                        <a:pt x="131" y="296"/>
                        <a:pt x="131" y="225"/>
                      </a:cubicBez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9" name="Google Shape;2759;p36"/>
                <p:cNvSpPr/>
                <p:nvPr/>
              </p:nvSpPr>
              <p:spPr>
                <a:xfrm>
                  <a:off x="8207150" y="-4079693"/>
                  <a:ext cx="38774" cy="116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14" extrusionOk="0">
                      <a:moveTo>
                        <a:pt x="8" y="0"/>
                      </a:moveTo>
                      <a:cubicBezTo>
                        <a:pt x="1" y="18"/>
                        <a:pt x="1" y="37"/>
                        <a:pt x="8" y="57"/>
                      </a:cubicBezTo>
                      <a:lnTo>
                        <a:pt x="8" y="57"/>
                      </a:lnTo>
                      <a:lnTo>
                        <a:pt x="8" y="0"/>
                      </a:lnTo>
                      <a:close/>
                      <a:moveTo>
                        <a:pt x="8" y="57"/>
                      </a:moveTo>
                      <a:lnTo>
                        <a:pt x="8" y="225"/>
                      </a:lnTo>
                      <a:cubicBezTo>
                        <a:pt x="8" y="296"/>
                        <a:pt x="43" y="355"/>
                        <a:pt x="138" y="414"/>
                      </a:cubicBezTo>
                      <a:lnTo>
                        <a:pt x="138" y="189"/>
                      </a:lnTo>
                      <a:cubicBezTo>
                        <a:pt x="72" y="148"/>
                        <a:pt x="23" y="101"/>
                        <a:pt x="8" y="5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0" name="Google Shape;2760;p36"/>
                <p:cNvSpPr/>
                <p:nvPr/>
              </p:nvSpPr>
              <p:spPr>
                <a:xfrm>
                  <a:off x="9188305" y="-4026589"/>
                  <a:ext cx="750478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1773" extrusionOk="0">
                      <a:moveTo>
                        <a:pt x="2671" y="0"/>
                      </a:moveTo>
                      <a:lnTo>
                        <a:pt x="1" y="1548"/>
                      </a:lnTo>
                      <a:lnTo>
                        <a:pt x="1" y="1772"/>
                      </a:lnTo>
                      <a:lnTo>
                        <a:pt x="2671" y="22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1" name="Google Shape;2761;p36"/>
                <p:cNvSpPr/>
                <p:nvPr/>
              </p:nvSpPr>
              <p:spPr>
                <a:xfrm>
                  <a:off x="8249005" y="-4023214"/>
                  <a:ext cx="753849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773" extrusionOk="0">
                      <a:moveTo>
                        <a:pt x="1" y="0"/>
                      </a:moveTo>
                      <a:lnTo>
                        <a:pt x="1" y="225"/>
                      </a:lnTo>
                      <a:lnTo>
                        <a:pt x="2682" y="1772"/>
                      </a:lnTo>
                      <a:lnTo>
                        <a:pt x="2682" y="154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2" name="Google Shape;2762;p36"/>
                <p:cNvSpPr/>
                <p:nvPr/>
              </p:nvSpPr>
              <p:spPr>
                <a:xfrm>
                  <a:off x="8999210" y="-3591927"/>
                  <a:ext cx="189375" cy="8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306" extrusionOk="0">
                      <a:moveTo>
                        <a:pt x="0" y="1"/>
                      </a:moveTo>
                      <a:lnTo>
                        <a:pt x="0" y="225"/>
                      </a:lnTo>
                      <a:cubicBezTo>
                        <a:pt x="89" y="279"/>
                        <a:pt x="207" y="305"/>
                        <a:pt x="328" y="305"/>
                      </a:cubicBezTo>
                      <a:cubicBezTo>
                        <a:pt x="449" y="305"/>
                        <a:pt x="573" y="279"/>
                        <a:pt x="674" y="225"/>
                      </a:cubicBezTo>
                      <a:lnTo>
                        <a:pt x="674" y="1"/>
                      </a:lnTo>
                      <a:cubicBezTo>
                        <a:pt x="579" y="54"/>
                        <a:pt x="455" y="81"/>
                        <a:pt x="333" y="81"/>
                      </a:cubicBezTo>
                      <a:cubicBezTo>
                        <a:pt x="210" y="81"/>
                        <a:pt x="89" y="54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3" name="Google Shape;2763;p36"/>
                <p:cNvSpPr/>
                <p:nvPr/>
              </p:nvSpPr>
              <p:spPr>
                <a:xfrm>
                  <a:off x="8999210" y="-3486707"/>
                  <a:ext cx="189375" cy="135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482" extrusionOk="0">
                      <a:moveTo>
                        <a:pt x="0" y="0"/>
                      </a:moveTo>
                      <a:lnTo>
                        <a:pt x="0" y="402"/>
                      </a:lnTo>
                      <a:cubicBezTo>
                        <a:pt x="89" y="455"/>
                        <a:pt x="207" y="482"/>
                        <a:pt x="328" y="482"/>
                      </a:cubicBezTo>
                      <a:cubicBezTo>
                        <a:pt x="449" y="482"/>
                        <a:pt x="573" y="455"/>
                        <a:pt x="674" y="402"/>
                      </a:cubicBezTo>
                      <a:lnTo>
                        <a:pt x="674" y="0"/>
                      </a:lnTo>
                      <a:cubicBezTo>
                        <a:pt x="579" y="59"/>
                        <a:pt x="458" y="89"/>
                        <a:pt x="337" y="89"/>
                      </a:cubicBezTo>
                      <a:cubicBezTo>
                        <a:pt x="216" y="89"/>
                        <a:pt x="95" y="59"/>
                        <a:pt x="0" y="0"/>
                      </a:cubicBez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4" name="Google Shape;2764;p36"/>
                <p:cNvSpPr/>
                <p:nvPr/>
              </p:nvSpPr>
              <p:spPr>
                <a:xfrm>
                  <a:off x="8999210" y="-3586452"/>
                  <a:ext cx="189375" cy="8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306" extrusionOk="0">
                      <a:moveTo>
                        <a:pt x="0" y="1"/>
                      </a:moveTo>
                      <a:lnTo>
                        <a:pt x="0" y="225"/>
                      </a:lnTo>
                      <a:cubicBezTo>
                        <a:pt x="89" y="279"/>
                        <a:pt x="207" y="305"/>
                        <a:pt x="328" y="305"/>
                      </a:cubicBezTo>
                      <a:cubicBezTo>
                        <a:pt x="449" y="305"/>
                        <a:pt x="573" y="279"/>
                        <a:pt x="674" y="225"/>
                      </a:cubicBezTo>
                      <a:lnTo>
                        <a:pt x="674" y="1"/>
                      </a:lnTo>
                      <a:cubicBezTo>
                        <a:pt x="579" y="54"/>
                        <a:pt x="455" y="81"/>
                        <a:pt x="333" y="81"/>
                      </a:cubicBezTo>
                      <a:cubicBezTo>
                        <a:pt x="210" y="81"/>
                        <a:pt x="89" y="54"/>
                        <a:pt x="0" y="1"/>
                      </a:cubicBez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5" name="Google Shape;2765;p36"/>
                <p:cNvSpPr/>
                <p:nvPr/>
              </p:nvSpPr>
              <p:spPr>
                <a:xfrm>
                  <a:off x="8238893" y="-4025039"/>
                  <a:ext cx="753849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773" extrusionOk="0">
                      <a:moveTo>
                        <a:pt x="1" y="0"/>
                      </a:moveTo>
                      <a:lnTo>
                        <a:pt x="1" y="225"/>
                      </a:lnTo>
                      <a:lnTo>
                        <a:pt x="2682" y="1772"/>
                      </a:lnTo>
                      <a:lnTo>
                        <a:pt x="2682" y="154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66" name="Google Shape;2766;p36"/>
                <p:cNvGrpSpPr/>
                <p:nvPr/>
              </p:nvGrpSpPr>
              <p:grpSpPr>
                <a:xfrm>
                  <a:off x="8089717" y="-3976838"/>
                  <a:ext cx="890882" cy="657747"/>
                  <a:chOff x="8089717" y="-3976838"/>
                  <a:chExt cx="890882" cy="657747"/>
                </a:xfrm>
              </p:grpSpPr>
              <p:grpSp>
                <p:nvGrpSpPr>
                  <p:cNvPr id="2767" name="Google Shape;2767;p36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68" name="Google Shape;2768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69" name="Google Shape;2769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0" name="Google Shape;2770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1" name="Google Shape;2771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2" name="Google Shape;2772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3" name="Google Shape;2773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4" name="Google Shape;2774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5" name="Google Shape;2775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6" name="Google Shape;277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77" name="Google Shape;2777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778" name="Google Shape;2778;p36"/>
                  <p:cNvGrpSpPr/>
                  <p:nvPr/>
                </p:nvGrpSpPr>
                <p:grpSpPr>
                  <a:xfrm>
                    <a:off x="8184531" y="-392202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79" name="Google Shape;2779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80" name="Google Shape;2780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1" name="Google Shape;2781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2" name="Google Shape;2782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3" name="Google Shape;2783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4" name="Google Shape;278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5" name="Google Shape;2785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6" name="Google Shape;2786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7" name="Google Shape;278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88" name="Google Shape;2788;p36"/>
                    <p:cNvSpPr/>
                    <p:nvPr/>
                  </p:nvSpPr>
                  <p:spPr>
                    <a:xfrm>
                      <a:off x="8134591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789" name="Google Shape;2789;p36"/>
                  <p:cNvGrpSpPr/>
                  <p:nvPr/>
                </p:nvGrpSpPr>
                <p:grpSpPr>
                  <a:xfrm>
                    <a:off x="8279346" y="-386721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90" name="Google Shape;2790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91" name="Google Shape;2791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2" name="Google Shape;2792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3" name="Google Shape;2793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4" name="Google Shape;2794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5" name="Google Shape;279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6" name="Google Shape;2796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7" name="Google Shape;2797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8" name="Google Shape;279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99" name="Google Shape;2799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00" name="Google Shape;2800;p36"/>
                  <p:cNvGrpSpPr/>
                  <p:nvPr/>
                </p:nvGrpSpPr>
                <p:grpSpPr>
                  <a:xfrm>
                    <a:off x="8374160" y="-3812401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01" name="Google Shape;2801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02" name="Google Shape;2802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3" name="Google Shape;2803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4" name="Google Shape;2804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5" name="Google Shape;2805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6" name="Google Shape;280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7" name="Google Shape;2807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8" name="Google Shape;2808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9" name="Google Shape;280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10" name="Google Shape;2810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11" name="Google Shape;2811;p36"/>
                  <p:cNvGrpSpPr/>
                  <p:nvPr/>
                </p:nvGrpSpPr>
                <p:grpSpPr>
                  <a:xfrm>
                    <a:off x="8468975" y="-375758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12" name="Google Shape;2812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13" name="Google Shape;2813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4" name="Google Shape;2814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5" name="Google Shape;2815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6" name="Google Shape;2816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7" name="Google Shape;281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8" name="Google Shape;2818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9" name="Google Shape;2819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0" name="Google Shape;2820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21" name="Google Shape;2821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22" name="Google Shape;2822;p36"/>
                  <p:cNvGrpSpPr/>
                  <p:nvPr/>
                </p:nvGrpSpPr>
                <p:grpSpPr>
                  <a:xfrm>
                    <a:off x="8563790" y="-370277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23" name="Google Shape;2823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24" name="Google Shape;2824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5" name="Google Shape;2825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6" name="Google Shape;2826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7" name="Google Shape;2827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8" name="Google Shape;282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9" name="Google Shape;2829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0" name="Google Shape;2830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1" name="Google Shape;2831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32" name="Google Shape;2832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33" name="Google Shape;2833;p36"/>
                  <p:cNvGrpSpPr/>
                  <p:nvPr/>
                </p:nvGrpSpPr>
                <p:grpSpPr>
                  <a:xfrm>
                    <a:off x="8658604" y="-364796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34" name="Google Shape;2834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35" name="Google Shape;2835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6" name="Google Shape;2836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7" name="Google Shape;2837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8" name="Google Shape;2838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9" name="Google Shape;283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0" name="Google Shape;2840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1" name="Google Shape;2841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2" name="Google Shape;2842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43" name="Google Shape;2843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844" name="Google Shape;2844;p36"/>
                <p:cNvGrpSpPr/>
                <p:nvPr/>
              </p:nvGrpSpPr>
              <p:grpSpPr>
                <a:xfrm flipH="1">
                  <a:off x="9207167" y="-3976838"/>
                  <a:ext cx="890882" cy="657747"/>
                  <a:chOff x="8089717" y="-3976838"/>
                  <a:chExt cx="890882" cy="657747"/>
                </a:xfrm>
              </p:grpSpPr>
              <p:grpSp>
                <p:nvGrpSpPr>
                  <p:cNvPr id="2845" name="Google Shape;2845;p36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46" name="Google Shape;2846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47" name="Google Shape;2847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8" name="Google Shape;2848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9" name="Google Shape;2849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0" name="Google Shape;2850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1" name="Google Shape;2851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2" name="Google Shape;2852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3" name="Google Shape;2853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4" name="Google Shape;285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55" name="Google Shape;2855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56" name="Google Shape;2856;p36"/>
                  <p:cNvGrpSpPr/>
                  <p:nvPr/>
                </p:nvGrpSpPr>
                <p:grpSpPr>
                  <a:xfrm>
                    <a:off x="8184531" y="-392202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57" name="Google Shape;2857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58" name="Google Shape;2858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9" name="Google Shape;2859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0" name="Google Shape;2860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1" name="Google Shape;2861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2" name="Google Shape;2862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3" name="Google Shape;2863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4" name="Google Shape;2864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5" name="Google Shape;286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66" name="Google Shape;2866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67" name="Google Shape;2867;p36"/>
                  <p:cNvGrpSpPr/>
                  <p:nvPr/>
                </p:nvGrpSpPr>
                <p:grpSpPr>
                  <a:xfrm>
                    <a:off x="8279346" y="-386721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68" name="Google Shape;2868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69" name="Google Shape;2869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0" name="Google Shape;2870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1" name="Google Shape;2871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2" name="Google Shape;2872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3" name="Google Shape;2873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4" name="Google Shape;2874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5" name="Google Shape;2875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6" name="Google Shape;287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77" name="Google Shape;2877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78" name="Google Shape;2878;p36"/>
                  <p:cNvGrpSpPr/>
                  <p:nvPr/>
                </p:nvGrpSpPr>
                <p:grpSpPr>
                  <a:xfrm>
                    <a:off x="8374160" y="-3812401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79" name="Google Shape;2879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80" name="Google Shape;2880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1" name="Google Shape;2881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2" name="Google Shape;2882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3" name="Google Shape;2883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4" name="Google Shape;288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5" name="Google Shape;2885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6" name="Google Shape;2886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7" name="Google Shape;288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88" name="Google Shape;2888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89" name="Google Shape;2889;p36"/>
                  <p:cNvGrpSpPr/>
                  <p:nvPr/>
                </p:nvGrpSpPr>
                <p:grpSpPr>
                  <a:xfrm>
                    <a:off x="8468975" y="-375758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90" name="Google Shape;2890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91" name="Google Shape;2891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2" name="Google Shape;2892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3" name="Google Shape;2893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4" name="Google Shape;2894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5" name="Google Shape;289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6" name="Google Shape;2896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7" name="Google Shape;2897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8" name="Google Shape;289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99" name="Google Shape;2899;p36"/>
                    <p:cNvSpPr/>
                    <p:nvPr/>
                  </p:nvSpPr>
                  <p:spPr>
                    <a:xfrm>
                      <a:off x="8152425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900" name="Google Shape;2900;p36"/>
                  <p:cNvGrpSpPr/>
                  <p:nvPr/>
                </p:nvGrpSpPr>
                <p:grpSpPr>
                  <a:xfrm>
                    <a:off x="8563790" y="-370277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901" name="Google Shape;2901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902" name="Google Shape;2902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3" name="Google Shape;2903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4" name="Google Shape;2904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5" name="Google Shape;2905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6" name="Google Shape;290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7" name="Google Shape;2907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8" name="Google Shape;2908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9" name="Google Shape;290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910" name="Google Shape;2910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911" name="Google Shape;2911;p36"/>
                  <p:cNvGrpSpPr/>
                  <p:nvPr/>
                </p:nvGrpSpPr>
                <p:grpSpPr>
                  <a:xfrm>
                    <a:off x="8658604" y="-364796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912" name="Google Shape;2912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913" name="Google Shape;2913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4" name="Google Shape;2914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5" name="Google Shape;2915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6" name="Google Shape;2916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7" name="Google Shape;291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8" name="Google Shape;2918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9" name="Google Shape;2919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20" name="Google Shape;2920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921" name="Google Shape;2921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922" name="Google Shape;2922;p36"/>
                <p:cNvGrpSpPr/>
                <p:nvPr/>
              </p:nvGrpSpPr>
              <p:grpSpPr>
                <a:xfrm>
                  <a:off x="8191061" y="-4595005"/>
                  <a:ext cx="1804055" cy="1024145"/>
                  <a:chOff x="8189448" y="-4492455"/>
                  <a:chExt cx="1804055" cy="1024145"/>
                </a:xfrm>
              </p:grpSpPr>
              <p:sp>
                <p:nvSpPr>
                  <p:cNvPr id="2923" name="Google Shape;2923;p36"/>
                  <p:cNvSpPr/>
                  <p:nvPr/>
                </p:nvSpPr>
                <p:spPr>
                  <a:xfrm>
                    <a:off x="8189448" y="-4491316"/>
                    <a:ext cx="1802439" cy="1021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5" h="3637" extrusionOk="0">
                        <a:moveTo>
                          <a:pt x="3206" y="1"/>
                        </a:moveTo>
                        <a:cubicBezTo>
                          <a:pt x="3086" y="1"/>
                          <a:pt x="2965" y="24"/>
                          <a:pt x="2871" y="71"/>
                        </a:cubicBezTo>
                        <a:lnTo>
                          <a:pt x="201" y="1631"/>
                        </a:lnTo>
                        <a:cubicBezTo>
                          <a:pt x="0" y="1725"/>
                          <a:pt x="0" y="1902"/>
                          <a:pt x="201" y="2009"/>
                        </a:cubicBezTo>
                        <a:lnTo>
                          <a:pt x="2882" y="3556"/>
                        </a:lnTo>
                        <a:cubicBezTo>
                          <a:pt x="2971" y="3609"/>
                          <a:pt x="3089" y="3636"/>
                          <a:pt x="3209" y="3636"/>
                        </a:cubicBezTo>
                        <a:cubicBezTo>
                          <a:pt x="3328" y="3636"/>
                          <a:pt x="3449" y="3609"/>
                          <a:pt x="3544" y="3556"/>
                        </a:cubicBezTo>
                        <a:lnTo>
                          <a:pt x="6226" y="2009"/>
                        </a:lnTo>
                        <a:cubicBezTo>
                          <a:pt x="6415" y="1902"/>
                          <a:pt x="6415" y="1725"/>
                          <a:pt x="6226" y="1631"/>
                        </a:cubicBezTo>
                        <a:lnTo>
                          <a:pt x="3532" y="71"/>
                        </a:lnTo>
                        <a:cubicBezTo>
                          <a:pt x="3444" y="24"/>
                          <a:pt x="3325" y="1"/>
                          <a:pt x="320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924" name="Google Shape;2924;p36"/>
                  <p:cNvGrpSpPr/>
                  <p:nvPr/>
                </p:nvGrpSpPr>
                <p:grpSpPr>
                  <a:xfrm>
                    <a:off x="8191064" y="-4492455"/>
                    <a:ext cx="1802439" cy="1024145"/>
                    <a:chOff x="8121364" y="-4667505"/>
                    <a:chExt cx="1802439" cy="1024145"/>
                  </a:xfrm>
                </p:grpSpPr>
                <p:sp>
                  <p:nvSpPr>
                    <p:cNvPr id="2925" name="Google Shape;2925;p36"/>
                    <p:cNvSpPr/>
                    <p:nvPr/>
                  </p:nvSpPr>
                  <p:spPr>
                    <a:xfrm>
                      <a:off x="8121364" y="-4667505"/>
                      <a:ext cx="1802439" cy="1024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5" h="3645" extrusionOk="0">
                          <a:moveTo>
                            <a:pt x="3206" y="0"/>
                          </a:moveTo>
                          <a:cubicBezTo>
                            <a:pt x="3086" y="0"/>
                            <a:pt x="2965" y="27"/>
                            <a:pt x="2871" y="80"/>
                          </a:cubicBezTo>
                          <a:lnTo>
                            <a:pt x="201" y="1628"/>
                          </a:lnTo>
                          <a:cubicBezTo>
                            <a:pt x="0" y="1734"/>
                            <a:pt x="0" y="1911"/>
                            <a:pt x="201" y="2018"/>
                          </a:cubicBezTo>
                          <a:lnTo>
                            <a:pt x="2882" y="3565"/>
                          </a:lnTo>
                          <a:cubicBezTo>
                            <a:pt x="2971" y="3618"/>
                            <a:pt x="3089" y="3645"/>
                            <a:pt x="3209" y="3645"/>
                          </a:cubicBezTo>
                          <a:cubicBezTo>
                            <a:pt x="3328" y="3645"/>
                            <a:pt x="3449" y="3618"/>
                            <a:pt x="3544" y="3565"/>
                          </a:cubicBezTo>
                          <a:lnTo>
                            <a:pt x="6226" y="2018"/>
                          </a:lnTo>
                          <a:cubicBezTo>
                            <a:pt x="6415" y="1911"/>
                            <a:pt x="6415" y="1734"/>
                            <a:pt x="6226" y="1628"/>
                          </a:cubicBezTo>
                          <a:lnTo>
                            <a:pt x="3532" y="80"/>
                          </a:lnTo>
                          <a:cubicBezTo>
                            <a:pt x="3444" y="27"/>
                            <a:pt x="3325" y="0"/>
                            <a:pt x="3206" y="0"/>
                          </a:cubicBez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6" name="Google Shape;2926;p36"/>
                    <p:cNvSpPr/>
                    <p:nvPr/>
                  </p:nvSpPr>
                  <p:spPr>
                    <a:xfrm>
                      <a:off x="8783258" y="-4528987"/>
                      <a:ext cx="866800" cy="5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85" h="1785" extrusionOk="0">
                          <a:moveTo>
                            <a:pt x="521" y="1"/>
                          </a:moveTo>
                          <a:lnTo>
                            <a:pt x="1" y="296"/>
                          </a:lnTo>
                          <a:lnTo>
                            <a:pt x="2588" y="1784"/>
                          </a:lnTo>
                          <a:lnTo>
                            <a:pt x="3084" y="1489"/>
                          </a:lnTo>
                          <a:lnTo>
                            <a:pt x="521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7" name="Google Shape;2927;p36"/>
                    <p:cNvSpPr/>
                    <p:nvPr/>
                  </p:nvSpPr>
                  <p:spPr>
                    <a:xfrm>
                      <a:off x="8647267" y="-4416036"/>
                      <a:ext cx="813415" cy="468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95" h="1666" extrusionOk="0">
                          <a:moveTo>
                            <a:pt x="308" y="0"/>
                          </a:moveTo>
                          <a:lnTo>
                            <a:pt x="0" y="178"/>
                          </a:lnTo>
                          <a:lnTo>
                            <a:pt x="2588" y="1666"/>
                          </a:lnTo>
                          <a:lnTo>
                            <a:pt x="2895" y="1489"/>
                          </a:lnTo>
                          <a:lnTo>
                            <a:pt x="308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8" name="Google Shape;2928;p36"/>
                    <p:cNvSpPr/>
                    <p:nvPr/>
                  </p:nvSpPr>
                  <p:spPr>
                    <a:xfrm>
                      <a:off x="8358428" y="-4246891"/>
                      <a:ext cx="806953" cy="4683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72" h="1667" extrusionOk="0">
                          <a:moveTo>
                            <a:pt x="296" y="1"/>
                          </a:moveTo>
                          <a:lnTo>
                            <a:pt x="1" y="178"/>
                          </a:lnTo>
                          <a:lnTo>
                            <a:pt x="2564" y="1666"/>
                          </a:lnTo>
                          <a:lnTo>
                            <a:pt x="2871" y="1489"/>
                          </a:lnTo>
                          <a:lnTo>
                            <a:pt x="296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9" name="Google Shape;2929;p36"/>
                    <p:cNvSpPr/>
                    <p:nvPr/>
                  </p:nvSpPr>
                  <p:spPr>
                    <a:xfrm>
                      <a:off x="8501162" y="-4329778"/>
                      <a:ext cx="388585" cy="2259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3" h="804" extrusionOk="0">
                          <a:moveTo>
                            <a:pt x="320" y="0"/>
                          </a:moveTo>
                          <a:lnTo>
                            <a:pt x="1" y="178"/>
                          </a:lnTo>
                          <a:lnTo>
                            <a:pt x="1088" y="804"/>
                          </a:lnTo>
                          <a:lnTo>
                            <a:pt x="1383" y="627"/>
                          </a:lnTo>
                          <a:lnTo>
                            <a:pt x="320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30" name="Google Shape;2930;p36"/>
                    <p:cNvSpPr/>
                    <p:nvPr/>
                  </p:nvSpPr>
                  <p:spPr>
                    <a:xfrm>
                      <a:off x="8925992" y="-4084209"/>
                      <a:ext cx="385494" cy="2194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2" h="781" extrusionOk="0">
                          <a:moveTo>
                            <a:pt x="308" y="1"/>
                          </a:moveTo>
                          <a:lnTo>
                            <a:pt x="1" y="166"/>
                          </a:lnTo>
                          <a:lnTo>
                            <a:pt x="1076" y="780"/>
                          </a:lnTo>
                          <a:lnTo>
                            <a:pt x="1371" y="615"/>
                          </a:lnTo>
                          <a:lnTo>
                            <a:pt x="308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2931" name="Google Shape;2931;p36"/>
            <p:cNvGrpSpPr/>
            <p:nvPr/>
          </p:nvGrpSpPr>
          <p:grpSpPr>
            <a:xfrm>
              <a:off x="5567592" y="2776196"/>
              <a:ext cx="304008" cy="564114"/>
              <a:chOff x="6058230" y="-2567239"/>
              <a:chExt cx="663194" cy="1230616"/>
            </a:xfrm>
          </p:grpSpPr>
          <p:sp>
            <p:nvSpPr>
              <p:cNvPr id="2932" name="Google Shape;2932;p36"/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6"/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6"/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6"/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6"/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6"/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6"/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6"/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6"/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6"/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6"/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6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6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6"/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6"/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6"/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6"/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6"/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6"/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6"/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6"/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6"/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6"/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6"/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6"/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6"/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6"/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6"/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6"/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6"/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6"/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6"/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6"/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6"/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6" name="Google Shape;2966;p36"/>
            <p:cNvGrpSpPr/>
            <p:nvPr/>
          </p:nvGrpSpPr>
          <p:grpSpPr>
            <a:xfrm>
              <a:off x="5701376" y="619676"/>
              <a:ext cx="516342" cy="1362905"/>
              <a:chOff x="9791151" y="-1806999"/>
              <a:chExt cx="516342" cy="1362905"/>
            </a:xfrm>
          </p:grpSpPr>
          <p:sp>
            <p:nvSpPr>
              <p:cNvPr id="2967" name="Google Shape;2967;p36"/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6"/>
              <p:cNvSpPr/>
              <p:nvPr/>
            </p:nvSpPr>
            <p:spPr>
              <a:xfrm>
                <a:off x="9989978" y="-884287"/>
                <a:ext cx="15520" cy="44607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6"/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6"/>
              <p:cNvSpPr/>
              <p:nvPr/>
            </p:nvSpPr>
            <p:spPr>
              <a:xfrm>
                <a:off x="9986057" y="-876608"/>
                <a:ext cx="19441" cy="43251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6"/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6"/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6"/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6"/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6"/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6"/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6"/>
              <p:cNvSpPr/>
              <p:nvPr/>
            </p:nvSpPr>
            <p:spPr>
              <a:xfrm>
                <a:off x="10111529" y="-953732"/>
                <a:ext cx="11763" cy="44607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6"/>
              <p:cNvSpPr/>
              <p:nvPr/>
            </p:nvSpPr>
            <p:spPr>
              <a:xfrm>
                <a:off x="10123128" y="-955692"/>
                <a:ext cx="21402" cy="4325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6"/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6"/>
              <p:cNvSpPr/>
              <p:nvPr/>
            </p:nvSpPr>
            <p:spPr>
              <a:xfrm>
                <a:off x="10090290" y="-1179549"/>
                <a:ext cx="7155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6"/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6"/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6"/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36"/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36"/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6"/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6"/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6"/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6"/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6"/>
              <p:cNvSpPr/>
              <p:nvPr/>
            </p:nvSpPr>
            <p:spPr>
              <a:xfrm>
                <a:off x="10223440" y="-1243274"/>
                <a:ext cx="61918" cy="262579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6"/>
              <p:cNvSpPr/>
              <p:nvPr/>
            </p:nvSpPr>
            <p:spPr>
              <a:xfrm>
                <a:off x="9980176" y="-1625463"/>
                <a:ext cx="222188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6"/>
              <p:cNvSpPr/>
              <p:nvPr/>
            </p:nvSpPr>
            <p:spPr>
              <a:xfrm>
                <a:off x="9920380" y="-1418928"/>
                <a:ext cx="198989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6"/>
              <p:cNvSpPr/>
              <p:nvPr/>
            </p:nvSpPr>
            <p:spPr>
              <a:xfrm>
                <a:off x="9791151" y="-1588862"/>
                <a:ext cx="139031" cy="66421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6"/>
              <p:cNvSpPr/>
              <p:nvPr/>
            </p:nvSpPr>
            <p:spPr>
              <a:xfrm>
                <a:off x="9791151" y="-1806999"/>
                <a:ext cx="515443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5" name="Google Shape;2995;p36"/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2996" name="Google Shape;2996;p36"/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7" name="Google Shape;2997;p36"/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8" name="Google Shape;2998;p36"/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9" name="Google Shape;2999;p36"/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0" name="Google Shape;3000;p36"/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1" name="Google Shape;3001;p36"/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002" name="Google Shape;3002;p36"/>
              <p:cNvSpPr/>
              <p:nvPr/>
            </p:nvSpPr>
            <p:spPr>
              <a:xfrm>
                <a:off x="9988009" y="-1632074"/>
                <a:ext cx="222188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36"/>
              <p:cNvSpPr/>
              <p:nvPr/>
            </p:nvSpPr>
            <p:spPr>
              <a:xfrm>
                <a:off x="9928213" y="-1425539"/>
                <a:ext cx="198989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6"/>
              <p:cNvSpPr/>
              <p:nvPr/>
            </p:nvSpPr>
            <p:spPr>
              <a:xfrm>
                <a:off x="9791151" y="-1806999"/>
                <a:ext cx="515443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6"/>
              <p:cNvSpPr/>
              <p:nvPr/>
            </p:nvSpPr>
            <p:spPr>
              <a:xfrm>
                <a:off x="9929120" y="-1725782"/>
                <a:ext cx="378373" cy="803097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6"/>
              <p:cNvSpPr/>
              <p:nvPr/>
            </p:nvSpPr>
            <p:spPr>
              <a:xfrm>
                <a:off x="9928222" y="-1725790"/>
                <a:ext cx="378373" cy="803097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6"/>
              <p:cNvSpPr/>
              <p:nvPr/>
            </p:nvSpPr>
            <p:spPr>
              <a:xfrm>
                <a:off x="9970536" y="-1183470"/>
                <a:ext cx="90999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6"/>
              <p:cNvSpPr/>
              <p:nvPr/>
            </p:nvSpPr>
            <p:spPr>
              <a:xfrm>
                <a:off x="10096008" y="-1254875"/>
                <a:ext cx="90836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6"/>
              <p:cNvSpPr/>
              <p:nvPr/>
            </p:nvSpPr>
            <p:spPr>
              <a:xfrm>
                <a:off x="9970536" y="-1167947"/>
                <a:ext cx="218267" cy="187253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5FE81D-C767-64CD-B316-D464C8FA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Introduzione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FF501B0-B645-4625-F85D-6DC9F55D3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423561"/>
            <a:ext cx="7704000" cy="2296377"/>
          </a:xfrm>
        </p:spPr>
        <p:txBody>
          <a:bodyPr/>
          <a:lstStyle/>
          <a:p>
            <a:pPr marL="139700" indent="0">
              <a:buNone/>
            </a:pPr>
            <a:r>
              <a:rPr lang="it-IT" sz="1600"/>
              <a:t>Per il progetto è stato realizzato un piccolo sistema di antifurto. Per la realizzazione sono state impiegate due schede messe in comunicazione. La prima è la STM32, alla quale sono stati collegati un servomotore SG90 e, montato su quest'ultimo, un sensore ad ultrasuoni HC-SR04. Il servomotore copre un angolo di 180° e, quando il sensore rileva qualcosa troppo vicino, entro il range configurato, entra in scena la seconda scheda, una ESP32-CAM. La scheda STM32 comunica tramite UART con la scheda ESP32-CAM, che scatta una foto e la invia su Telegram tramite un bot precedentemente configurato.</a:t>
            </a:r>
          </a:p>
          <a:p>
            <a:pPr marL="13970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343092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1">
          <a:extLst>
            <a:ext uri="{FF2B5EF4-FFF2-40B4-BE49-F238E27FC236}">
              <a16:creationId xmlns:a16="http://schemas.microsoft.com/office/drawing/2014/main" id="{DC5DF52E-A9C4-A709-3BF5-4764C4ACA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40">
            <a:extLst>
              <a:ext uri="{FF2B5EF4-FFF2-40B4-BE49-F238E27FC236}">
                <a16:creationId xmlns:a16="http://schemas.microsoft.com/office/drawing/2014/main" id="{C4B078E4-9317-5B91-7E77-9FD550D46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031775"/>
            <a:ext cx="3712200" cy="1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/>
              <a:t>Architettura</a:t>
            </a:r>
            <a:endParaRPr sz="3200"/>
          </a:p>
        </p:txBody>
      </p:sp>
      <p:sp>
        <p:nvSpPr>
          <p:cNvPr id="3813" name="Google Shape;3813;p40">
            <a:extLst>
              <a:ext uri="{FF2B5EF4-FFF2-40B4-BE49-F238E27FC236}">
                <a16:creationId xmlns:a16="http://schemas.microsoft.com/office/drawing/2014/main" id="{B7D56C57-8A42-7AB6-C66D-4B047ABDBB5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76475" y="1216350"/>
            <a:ext cx="1233300" cy="80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815" name="Google Shape;3815;p40">
            <a:extLst>
              <a:ext uri="{FF2B5EF4-FFF2-40B4-BE49-F238E27FC236}">
                <a16:creationId xmlns:a16="http://schemas.microsoft.com/office/drawing/2014/main" id="{8307CC43-2F30-459D-A7A1-8537C92523E8}"/>
              </a:ext>
            </a:extLst>
          </p:cNvPr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3816" name="Google Shape;3816;p40">
              <a:extLst>
                <a:ext uri="{FF2B5EF4-FFF2-40B4-BE49-F238E27FC236}">
                  <a16:creationId xmlns:a16="http://schemas.microsoft.com/office/drawing/2014/main" id="{0CA33B61-2F2C-94AD-84B8-0365C1E2B8E7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3817" name="Google Shape;3817;p40">
                <a:extLst>
                  <a:ext uri="{FF2B5EF4-FFF2-40B4-BE49-F238E27FC236}">
                    <a16:creationId xmlns:a16="http://schemas.microsoft.com/office/drawing/2014/main" id="{7C9600B3-87DA-3B37-E2BE-B85B0F8B3AFC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18" name="Google Shape;3818;p40">
                <a:extLst>
                  <a:ext uri="{FF2B5EF4-FFF2-40B4-BE49-F238E27FC236}">
                    <a16:creationId xmlns:a16="http://schemas.microsoft.com/office/drawing/2014/main" id="{4FF76818-5201-413B-C984-0B933BD3A9E6}"/>
                  </a:ext>
                </a:extLst>
              </p:cNvPr>
              <p:cNvGrpSpPr/>
              <p:nvPr/>
            </p:nvGrpSpPr>
            <p:grpSpPr>
              <a:xfrm rot="10800000" flipH="1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3819" name="Google Shape;3819;p40">
                  <a:extLst>
                    <a:ext uri="{FF2B5EF4-FFF2-40B4-BE49-F238E27FC236}">
                      <a16:creationId xmlns:a16="http://schemas.microsoft.com/office/drawing/2014/main" id="{B9A5715E-BC99-AAE6-6F49-6B268F5C1760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0" name="Google Shape;3820;p40">
                  <a:extLst>
                    <a:ext uri="{FF2B5EF4-FFF2-40B4-BE49-F238E27FC236}">
                      <a16:creationId xmlns:a16="http://schemas.microsoft.com/office/drawing/2014/main" id="{0D100F4E-700F-6A7E-4F75-982AD535D480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1" name="Google Shape;3821;p40">
                  <a:extLst>
                    <a:ext uri="{FF2B5EF4-FFF2-40B4-BE49-F238E27FC236}">
                      <a16:creationId xmlns:a16="http://schemas.microsoft.com/office/drawing/2014/main" id="{5F0D34A7-67CB-07D5-A76B-36DC2BE74BE5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2" name="Google Shape;3822;p40">
                  <a:extLst>
                    <a:ext uri="{FF2B5EF4-FFF2-40B4-BE49-F238E27FC236}">
                      <a16:creationId xmlns:a16="http://schemas.microsoft.com/office/drawing/2014/main" id="{71B29FC1-DF36-863B-5EEF-30342812DFF2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3" name="Google Shape;3823;p40">
                  <a:extLst>
                    <a:ext uri="{FF2B5EF4-FFF2-40B4-BE49-F238E27FC236}">
                      <a16:creationId xmlns:a16="http://schemas.microsoft.com/office/drawing/2014/main" id="{A61AD5D8-1CA7-37C0-35B7-A0EE7910C912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4" name="Google Shape;3824;p40">
                  <a:extLst>
                    <a:ext uri="{FF2B5EF4-FFF2-40B4-BE49-F238E27FC236}">
                      <a16:creationId xmlns:a16="http://schemas.microsoft.com/office/drawing/2014/main" id="{F3773D59-5A09-A7B8-5A1B-1EB7372327A2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5" name="Google Shape;3825;p40">
                  <a:extLst>
                    <a:ext uri="{FF2B5EF4-FFF2-40B4-BE49-F238E27FC236}">
                      <a16:creationId xmlns:a16="http://schemas.microsoft.com/office/drawing/2014/main" id="{A0BBF1EF-E5A0-A4B9-3757-7100E3158DED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6" name="Google Shape;3826;p40">
                  <a:extLst>
                    <a:ext uri="{FF2B5EF4-FFF2-40B4-BE49-F238E27FC236}">
                      <a16:creationId xmlns:a16="http://schemas.microsoft.com/office/drawing/2014/main" id="{40B27CF0-6459-4510-B1DF-D5E576DD4700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7" name="Google Shape;3827;p40">
                  <a:extLst>
                    <a:ext uri="{FF2B5EF4-FFF2-40B4-BE49-F238E27FC236}">
                      <a16:creationId xmlns:a16="http://schemas.microsoft.com/office/drawing/2014/main" id="{5662E075-0212-DCA8-8D20-D65B76D17118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8" name="Google Shape;3828;p40">
                  <a:extLst>
                    <a:ext uri="{FF2B5EF4-FFF2-40B4-BE49-F238E27FC236}">
                      <a16:creationId xmlns:a16="http://schemas.microsoft.com/office/drawing/2014/main" id="{5445D19B-2C85-1A91-B2F1-982FCCACF8BA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9" name="Google Shape;3829;p40">
                  <a:extLst>
                    <a:ext uri="{FF2B5EF4-FFF2-40B4-BE49-F238E27FC236}">
                      <a16:creationId xmlns:a16="http://schemas.microsoft.com/office/drawing/2014/main" id="{50B4D3A1-6D4F-83AA-4CBC-E577BBEFE3C0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0" name="Google Shape;3830;p40">
                  <a:extLst>
                    <a:ext uri="{FF2B5EF4-FFF2-40B4-BE49-F238E27FC236}">
                      <a16:creationId xmlns:a16="http://schemas.microsoft.com/office/drawing/2014/main" id="{931640E9-BECC-80B0-84DA-68A898C2F0A0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1" name="Google Shape;3831;p40">
                  <a:extLst>
                    <a:ext uri="{FF2B5EF4-FFF2-40B4-BE49-F238E27FC236}">
                      <a16:creationId xmlns:a16="http://schemas.microsoft.com/office/drawing/2014/main" id="{98D1EF77-A280-7684-E5A1-88F905BACFDA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2" name="Google Shape;3832;p40">
                  <a:extLst>
                    <a:ext uri="{FF2B5EF4-FFF2-40B4-BE49-F238E27FC236}">
                      <a16:creationId xmlns:a16="http://schemas.microsoft.com/office/drawing/2014/main" id="{E5BB6CB9-4114-BB03-D128-0DB02A93C7E7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3" name="Google Shape;3833;p40">
                  <a:extLst>
                    <a:ext uri="{FF2B5EF4-FFF2-40B4-BE49-F238E27FC236}">
                      <a16:creationId xmlns:a16="http://schemas.microsoft.com/office/drawing/2014/main" id="{AFDC1E5C-4105-8799-73AD-CD58A9D64D3B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4" name="Google Shape;3834;p40">
                  <a:extLst>
                    <a:ext uri="{FF2B5EF4-FFF2-40B4-BE49-F238E27FC236}">
                      <a16:creationId xmlns:a16="http://schemas.microsoft.com/office/drawing/2014/main" id="{BC3C3501-3E07-2A12-DDD8-C313BFFED3DC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5" name="Google Shape;3835;p40">
                  <a:extLst>
                    <a:ext uri="{FF2B5EF4-FFF2-40B4-BE49-F238E27FC236}">
                      <a16:creationId xmlns:a16="http://schemas.microsoft.com/office/drawing/2014/main" id="{5FE12E98-3B9A-EA14-F222-296DC7612C3B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6" name="Google Shape;3836;p40">
                  <a:extLst>
                    <a:ext uri="{FF2B5EF4-FFF2-40B4-BE49-F238E27FC236}">
                      <a16:creationId xmlns:a16="http://schemas.microsoft.com/office/drawing/2014/main" id="{F3B937DC-F8AE-2160-EACE-CA11E94D758B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7" name="Google Shape;3837;p40">
                  <a:extLst>
                    <a:ext uri="{FF2B5EF4-FFF2-40B4-BE49-F238E27FC236}">
                      <a16:creationId xmlns:a16="http://schemas.microsoft.com/office/drawing/2014/main" id="{C828CFD4-D4ED-3D7D-DA2A-A07999790A75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8" name="Google Shape;3838;p40">
                  <a:extLst>
                    <a:ext uri="{FF2B5EF4-FFF2-40B4-BE49-F238E27FC236}">
                      <a16:creationId xmlns:a16="http://schemas.microsoft.com/office/drawing/2014/main" id="{C18E7FD8-5E16-20C4-AF0D-E31DC1DD3D88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9" name="Google Shape;3839;p40">
                  <a:extLst>
                    <a:ext uri="{FF2B5EF4-FFF2-40B4-BE49-F238E27FC236}">
                      <a16:creationId xmlns:a16="http://schemas.microsoft.com/office/drawing/2014/main" id="{B787A522-0D30-3EA0-194E-056D2906C49F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0" name="Google Shape;3840;p40">
                  <a:extLst>
                    <a:ext uri="{FF2B5EF4-FFF2-40B4-BE49-F238E27FC236}">
                      <a16:creationId xmlns:a16="http://schemas.microsoft.com/office/drawing/2014/main" id="{0B701A44-5EED-5DBB-9E95-45D6F0711EC7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1" name="Google Shape;3841;p40">
                  <a:extLst>
                    <a:ext uri="{FF2B5EF4-FFF2-40B4-BE49-F238E27FC236}">
                      <a16:creationId xmlns:a16="http://schemas.microsoft.com/office/drawing/2014/main" id="{A55B7ADA-F7E4-6F83-A98F-310F85FEF099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2" name="Google Shape;3842;p40">
                  <a:extLst>
                    <a:ext uri="{FF2B5EF4-FFF2-40B4-BE49-F238E27FC236}">
                      <a16:creationId xmlns:a16="http://schemas.microsoft.com/office/drawing/2014/main" id="{83B305E8-BDC8-4C93-5151-ECDE81DA2A1E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3" name="Google Shape;3843;p40">
                  <a:extLst>
                    <a:ext uri="{FF2B5EF4-FFF2-40B4-BE49-F238E27FC236}">
                      <a16:creationId xmlns:a16="http://schemas.microsoft.com/office/drawing/2014/main" id="{D4FBAF50-AF29-D11E-8939-63D86DA79932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4" name="Google Shape;3844;p40">
                  <a:extLst>
                    <a:ext uri="{FF2B5EF4-FFF2-40B4-BE49-F238E27FC236}">
                      <a16:creationId xmlns:a16="http://schemas.microsoft.com/office/drawing/2014/main" id="{9A6B1214-FAE1-711B-0F25-333D89917019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5" name="Google Shape;3845;p40">
                  <a:extLst>
                    <a:ext uri="{FF2B5EF4-FFF2-40B4-BE49-F238E27FC236}">
                      <a16:creationId xmlns:a16="http://schemas.microsoft.com/office/drawing/2014/main" id="{4CDF0CF6-0E26-0B42-EC04-DA9C97FD2E8A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6" name="Google Shape;3846;p40">
                  <a:extLst>
                    <a:ext uri="{FF2B5EF4-FFF2-40B4-BE49-F238E27FC236}">
                      <a16:creationId xmlns:a16="http://schemas.microsoft.com/office/drawing/2014/main" id="{C5DE6680-3BE7-CE20-0649-6EFD6962696F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7" name="Google Shape;3847;p40">
                  <a:extLst>
                    <a:ext uri="{FF2B5EF4-FFF2-40B4-BE49-F238E27FC236}">
                      <a16:creationId xmlns:a16="http://schemas.microsoft.com/office/drawing/2014/main" id="{949A1BCE-AA46-74F3-F592-0649FD2F4EAB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8" name="Google Shape;3848;p40">
                  <a:extLst>
                    <a:ext uri="{FF2B5EF4-FFF2-40B4-BE49-F238E27FC236}">
                      <a16:creationId xmlns:a16="http://schemas.microsoft.com/office/drawing/2014/main" id="{42C283F3-F176-BC18-E12A-B77A626D8A0E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9" name="Google Shape;3849;p40">
                  <a:extLst>
                    <a:ext uri="{FF2B5EF4-FFF2-40B4-BE49-F238E27FC236}">
                      <a16:creationId xmlns:a16="http://schemas.microsoft.com/office/drawing/2014/main" id="{EA19AA74-89D0-EE2B-011F-FBC2FC53A3C8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0" name="Google Shape;3850;p40">
                  <a:extLst>
                    <a:ext uri="{FF2B5EF4-FFF2-40B4-BE49-F238E27FC236}">
                      <a16:creationId xmlns:a16="http://schemas.microsoft.com/office/drawing/2014/main" id="{6D1BF66B-ABA5-654E-79BB-874C8E2A304C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1" name="Google Shape;3851;p40">
                  <a:extLst>
                    <a:ext uri="{FF2B5EF4-FFF2-40B4-BE49-F238E27FC236}">
                      <a16:creationId xmlns:a16="http://schemas.microsoft.com/office/drawing/2014/main" id="{3CBCEF00-82A8-61A9-A04B-1EBED8ED300E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2" name="Google Shape;3852;p40">
                  <a:extLst>
                    <a:ext uri="{FF2B5EF4-FFF2-40B4-BE49-F238E27FC236}">
                      <a16:creationId xmlns:a16="http://schemas.microsoft.com/office/drawing/2014/main" id="{65562697-0949-48AD-62DF-0E3AD9392F22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3" name="Google Shape;3853;p40">
                  <a:extLst>
                    <a:ext uri="{FF2B5EF4-FFF2-40B4-BE49-F238E27FC236}">
                      <a16:creationId xmlns:a16="http://schemas.microsoft.com/office/drawing/2014/main" id="{C1725F4F-5114-15BE-D9BB-C4489D79055D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4" name="Google Shape;3854;p40">
                  <a:extLst>
                    <a:ext uri="{FF2B5EF4-FFF2-40B4-BE49-F238E27FC236}">
                      <a16:creationId xmlns:a16="http://schemas.microsoft.com/office/drawing/2014/main" id="{5FB865AB-71AE-ECFE-F4C3-F04E887B506D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5" name="Google Shape;3855;p40">
                  <a:extLst>
                    <a:ext uri="{FF2B5EF4-FFF2-40B4-BE49-F238E27FC236}">
                      <a16:creationId xmlns:a16="http://schemas.microsoft.com/office/drawing/2014/main" id="{C0F0D6BB-1649-4CAB-DF55-C648B214C536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6" name="Google Shape;3856;p40">
                  <a:extLst>
                    <a:ext uri="{FF2B5EF4-FFF2-40B4-BE49-F238E27FC236}">
                      <a16:creationId xmlns:a16="http://schemas.microsoft.com/office/drawing/2014/main" id="{95A998FA-B58F-5E08-6FF7-6C7F8D7665EC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7" name="Google Shape;3857;p40">
                  <a:extLst>
                    <a:ext uri="{FF2B5EF4-FFF2-40B4-BE49-F238E27FC236}">
                      <a16:creationId xmlns:a16="http://schemas.microsoft.com/office/drawing/2014/main" id="{60B80DEE-49C9-E1A5-177B-3566F398B93F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8" name="Google Shape;3858;p40">
                  <a:extLst>
                    <a:ext uri="{FF2B5EF4-FFF2-40B4-BE49-F238E27FC236}">
                      <a16:creationId xmlns:a16="http://schemas.microsoft.com/office/drawing/2014/main" id="{EB9B4EF7-9076-C33C-E02D-84C03E75B81C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9" name="Google Shape;3859;p40">
                  <a:extLst>
                    <a:ext uri="{FF2B5EF4-FFF2-40B4-BE49-F238E27FC236}">
                      <a16:creationId xmlns:a16="http://schemas.microsoft.com/office/drawing/2014/main" id="{3D134E64-2E1C-2140-486D-6BDF629593C8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0" name="Google Shape;3860;p40">
                  <a:extLst>
                    <a:ext uri="{FF2B5EF4-FFF2-40B4-BE49-F238E27FC236}">
                      <a16:creationId xmlns:a16="http://schemas.microsoft.com/office/drawing/2014/main" id="{0135CB1F-2569-0F42-307B-23A7EBEF38BC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1" name="Google Shape;3861;p40">
                  <a:extLst>
                    <a:ext uri="{FF2B5EF4-FFF2-40B4-BE49-F238E27FC236}">
                      <a16:creationId xmlns:a16="http://schemas.microsoft.com/office/drawing/2014/main" id="{8ECF06B6-4F1E-9C9B-357B-32D14075A21C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2" name="Google Shape;3862;p40">
                  <a:extLst>
                    <a:ext uri="{FF2B5EF4-FFF2-40B4-BE49-F238E27FC236}">
                      <a16:creationId xmlns:a16="http://schemas.microsoft.com/office/drawing/2014/main" id="{7786FE40-19CF-144E-17C3-F86035C4D35A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3" name="Google Shape;3863;p40">
                  <a:extLst>
                    <a:ext uri="{FF2B5EF4-FFF2-40B4-BE49-F238E27FC236}">
                      <a16:creationId xmlns:a16="http://schemas.microsoft.com/office/drawing/2014/main" id="{68387D34-FF84-B479-3656-2954B16ABA96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4" name="Google Shape;3864;p40">
                  <a:extLst>
                    <a:ext uri="{FF2B5EF4-FFF2-40B4-BE49-F238E27FC236}">
                      <a16:creationId xmlns:a16="http://schemas.microsoft.com/office/drawing/2014/main" id="{B9A05150-FECE-A8E5-4DEB-8B5E885BB616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5" name="Google Shape;3865;p40">
                  <a:extLst>
                    <a:ext uri="{FF2B5EF4-FFF2-40B4-BE49-F238E27FC236}">
                      <a16:creationId xmlns:a16="http://schemas.microsoft.com/office/drawing/2014/main" id="{4CF41606-D18B-BF92-97E2-D0228B5DA8C9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6" name="Google Shape;3866;p40">
                  <a:extLst>
                    <a:ext uri="{FF2B5EF4-FFF2-40B4-BE49-F238E27FC236}">
                      <a16:creationId xmlns:a16="http://schemas.microsoft.com/office/drawing/2014/main" id="{E3AC9F2D-DC47-F6BE-F00B-524AA3369618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7" name="Google Shape;3867;p40">
                  <a:extLst>
                    <a:ext uri="{FF2B5EF4-FFF2-40B4-BE49-F238E27FC236}">
                      <a16:creationId xmlns:a16="http://schemas.microsoft.com/office/drawing/2014/main" id="{D83C6231-7127-51D0-7259-FAB06A8DC47E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8" name="Google Shape;3868;p40">
                  <a:extLst>
                    <a:ext uri="{FF2B5EF4-FFF2-40B4-BE49-F238E27FC236}">
                      <a16:creationId xmlns:a16="http://schemas.microsoft.com/office/drawing/2014/main" id="{A788E3EF-6213-FB01-CD2B-83E1A1B0A0FC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9" name="Google Shape;3869;p40">
                  <a:extLst>
                    <a:ext uri="{FF2B5EF4-FFF2-40B4-BE49-F238E27FC236}">
                      <a16:creationId xmlns:a16="http://schemas.microsoft.com/office/drawing/2014/main" id="{C351F9C9-5996-0F30-2B41-3D30C73B673B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0" name="Google Shape;3870;p40">
                  <a:extLst>
                    <a:ext uri="{FF2B5EF4-FFF2-40B4-BE49-F238E27FC236}">
                      <a16:creationId xmlns:a16="http://schemas.microsoft.com/office/drawing/2014/main" id="{F10F195B-5862-1ACA-CAB0-E48846487D0C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1" name="Google Shape;3871;p40">
                  <a:extLst>
                    <a:ext uri="{FF2B5EF4-FFF2-40B4-BE49-F238E27FC236}">
                      <a16:creationId xmlns:a16="http://schemas.microsoft.com/office/drawing/2014/main" id="{5468FB32-DA7A-8F46-DF34-8C0D35E7B410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2" name="Google Shape;3872;p40">
                  <a:extLst>
                    <a:ext uri="{FF2B5EF4-FFF2-40B4-BE49-F238E27FC236}">
                      <a16:creationId xmlns:a16="http://schemas.microsoft.com/office/drawing/2014/main" id="{6AAB6DB1-0A1E-F63A-6A35-1733B7DF127C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3" name="Google Shape;3873;p40">
                  <a:extLst>
                    <a:ext uri="{FF2B5EF4-FFF2-40B4-BE49-F238E27FC236}">
                      <a16:creationId xmlns:a16="http://schemas.microsoft.com/office/drawing/2014/main" id="{D41FDD05-78A9-28D5-21CB-8401099EE24A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4" name="Google Shape;3874;p40">
                  <a:extLst>
                    <a:ext uri="{FF2B5EF4-FFF2-40B4-BE49-F238E27FC236}">
                      <a16:creationId xmlns:a16="http://schemas.microsoft.com/office/drawing/2014/main" id="{51BED02F-D2B6-7E86-B615-233BA770F6EC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5" name="Google Shape;3875;p40">
                  <a:extLst>
                    <a:ext uri="{FF2B5EF4-FFF2-40B4-BE49-F238E27FC236}">
                      <a16:creationId xmlns:a16="http://schemas.microsoft.com/office/drawing/2014/main" id="{B93CBB06-0A75-64A5-2155-60E162E90D5B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6" name="Google Shape;3876;p40">
                  <a:extLst>
                    <a:ext uri="{FF2B5EF4-FFF2-40B4-BE49-F238E27FC236}">
                      <a16:creationId xmlns:a16="http://schemas.microsoft.com/office/drawing/2014/main" id="{C9531BB2-54B9-8C70-0933-2657AFD07BEC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7" name="Google Shape;3877;p40">
                  <a:extLst>
                    <a:ext uri="{FF2B5EF4-FFF2-40B4-BE49-F238E27FC236}">
                      <a16:creationId xmlns:a16="http://schemas.microsoft.com/office/drawing/2014/main" id="{B5915E66-52C0-8EF5-489D-9035D2637ADA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8" name="Google Shape;3878;p40">
                  <a:extLst>
                    <a:ext uri="{FF2B5EF4-FFF2-40B4-BE49-F238E27FC236}">
                      <a16:creationId xmlns:a16="http://schemas.microsoft.com/office/drawing/2014/main" id="{CC1D6D13-630B-4E55-5012-B1F586464DA2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9" name="Google Shape;3879;p40">
                  <a:extLst>
                    <a:ext uri="{FF2B5EF4-FFF2-40B4-BE49-F238E27FC236}">
                      <a16:creationId xmlns:a16="http://schemas.microsoft.com/office/drawing/2014/main" id="{AACC408A-5270-C6DF-AC5F-1513ACF7F167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0" name="Google Shape;3880;p40">
                  <a:extLst>
                    <a:ext uri="{FF2B5EF4-FFF2-40B4-BE49-F238E27FC236}">
                      <a16:creationId xmlns:a16="http://schemas.microsoft.com/office/drawing/2014/main" id="{DCBD2F09-5782-860A-72D1-C3A7C6FF70B7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1" name="Google Shape;3881;p40">
                  <a:extLst>
                    <a:ext uri="{FF2B5EF4-FFF2-40B4-BE49-F238E27FC236}">
                      <a16:creationId xmlns:a16="http://schemas.microsoft.com/office/drawing/2014/main" id="{5723DB1B-19CF-B74B-A9E7-A3F2A48CE5F4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2" name="Google Shape;3882;p40">
                  <a:extLst>
                    <a:ext uri="{FF2B5EF4-FFF2-40B4-BE49-F238E27FC236}">
                      <a16:creationId xmlns:a16="http://schemas.microsoft.com/office/drawing/2014/main" id="{0F498466-7DB2-E3F7-8EB2-3D44C6CF3154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3" name="Google Shape;3883;p40">
                  <a:extLst>
                    <a:ext uri="{FF2B5EF4-FFF2-40B4-BE49-F238E27FC236}">
                      <a16:creationId xmlns:a16="http://schemas.microsoft.com/office/drawing/2014/main" id="{B122DC0B-A7FF-6E6A-C221-995376800B61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4" name="Google Shape;3884;p40">
                  <a:extLst>
                    <a:ext uri="{FF2B5EF4-FFF2-40B4-BE49-F238E27FC236}">
                      <a16:creationId xmlns:a16="http://schemas.microsoft.com/office/drawing/2014/main" id="{610BAC07-C235-EF18-168E-3D05030AB3E5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5" name="Google Shape;3885;p40">
                  <a:extLst>
                    <a:ext uri="{FF2B5EF4-FFF2-40B4-BE49-F238E27FC236}">
                      <a16:creationId xmlns:a16="http://schemas.microsoft.com/office/drawing/2014/main" id="{6082FD01-C91E-9E84-09FC-E466F272137C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6" name="Google Shape;3886;p40">
                  <a:extLst>
                    <a:ext uri="{FF2B5EF4-FFF2-40B4-BE49-F238E27FC236}">
                      <a16:creationId xmlns:a16="http://schemas.microsoft.com/office/drawing/2014/main" id="{9A099E93-4876-1C18-45FC-C2CB5D598DCF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7" name="Google Shape;3887;p40">
                  <a:extLst>
                    <a:ext uri="{FF2B5EF4-FFF2-40B4-BE49-F238E27FC236}">
                      <a16:creationId xmlns:a16="http://schemas.microsoft.com/office/drawing/2014/main" id="{056443A5-01CD-A0FF-00BA-82DE5FF75084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8" name="Google Shape;3888;p40">
                  <a:extLst>
                    <a:ext uri="{FF2B5EF4-FFF2-40B4-BE49-F238E27FC236}">
                      <a16:creationId xmlns:a16="http://schemas.microsoft.com/office/drawing/2014/main" id="{686B3D3B-5A12-6A05-E370-D7A0D73B31E6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9" name="Google Shape;3889;p40">
                  <a:extLst>
                    <a:ext uri="{FF2B5EF4-FFF2-40B4-BE49-F238E27FC236}">
                      <a16:creationId xmlns:a16="http://schemas.microsoft.com/office/drawing/2014/main" id="{F4438F7D-37E6-243E-0703-B7EE943BC6F7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0" name="Google Shape;3890;p40">
                  <a:extLst>
                    <a:ext uri="{FF2B5EF4-FFF2-40B4-BE49-F238E27FC236}">
                      <a16:creationId xmlns:a16="http://schemas.microsoft.com/office/drawing/2014/main" id="{D1BA6C9B-C52F-0D8D-89FA-A7000ECF9E07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1" name="Google Shape;3891;p40">
                  <a:extLst>
                    <a:ext uri="{FF2B5EF4-FFF2-40B4-BE49-F238E27FC236}">
                      <a16:creationId xmlns:a16="http://schemas.microsoft.com/office/drawing/2014/main" id="{64038CE1-5F63-D6C0-FEE8-4BA7F9F0AC27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2" name="Google Shape;3892;p40">
                  <a:extLst>
                    <a:ext uri="{FF2B5EF4-FFF2-40B4-BE49-F238E27FC236}">
                      <a16:creationId xmlns:a16="http://schemas.microsoft.com/office/drawing/2014/main" id="{2124B193-3B94-F684-0281-6B77D89CF43C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3" name="Google Shape;3893;p40">
                  <a:extLst>
                    <a:ext uri="{FF2B5EF4-FFF2-40B4-BE49-F238E27FC236}">
                      <a16:creationId xmlns:a16="http://schemas.microsoft.com/office/drawing/2014/main" id="{468CE3C0-3CDA-5192-0F63-6CE418D62654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4" name="Google Shape;3894;p40">
                  <a:extLst>
                    <a:ext uri="{FF2B5EF4-FFF2-40B4-BE49-F238E27FC236}">
                      <a16:creationId xmlns:a16="http://schemas.microsoft.com/office/drawing/2014/main" id="{11B3BDD6-B9B9-9B7A-A7F9-B4C36DD9188F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5" name="Google Shape;3895;p40">
                  <a:extLst>
                    <a:ext uri="{FF2B5EF4-FFF2-40B4-BE49-F238E27FC236}">
                      <a16:creationId xmlns:a16="http://schemas.microsoft.com/office/drawing/2014/main" id="{59E1A43C-2C92-F077-9AB2-BC3B9A885017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6" name="Google Shape;3896;p40">
                  <a:extLst>
                    <a:ext uri="{FF2B5EF4-FFF2-40B4-BE49-F238E27FC236}">
                      <a16:creationId xmlns:a16="http://schemas.microsoft.com/office/drawing/2014/main" id="{78EA3E92-D981-065A-F8A5-CB95AD1C4BC8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7" name="Google Shape;3897;p40">
                  <a:extLst>
                    <a:ext uri="{FF2B5EF4-FFF2-40B4-BE49-F238E27FC236}">
                      <a16:creationId xmlns:a16="http://schemas.microsoft.com/office/drawing/2014/main" id="{30E9051E-7788-3D86-5FBB-EFB86F82B007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8" name="Google Shape;3898;p40">
                  <a:extLst>
                    <a:ext uri="{FF2B5EF4-FFF2-40B4-BE49-F238E27FC236}">
                      <a16:creationId xmlns:a16="http://schemas.microsoft.com/office/drawing/2014/main" id="{1641B074-08CD-0764-4ACD-7B561138E0AD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9" name="Google Shape;3899;p40">
                  <a:extLst>
                    <a:ext uri="{FF2B5EF4-FFF2-40B4-BE49-F238E27FC236}">
                      <a16:creationId xmlns:a16="http://schemas.microsoft.com/office/drawing/2014/main" id="{081B8EA8-608C-3484-9595-0816E6D41DA8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0" name="Google Shape;3900;p40">
                  <a:extLst>
                    <a:ext uri="{FF2B5EF4-FFF2-40B4-BE49-F238E27FC236}">
                      <a16:creationId xmlns:a16="http://schemas.microsoft.com/office/drawing/2014/main" id="{3BA1953E-37CB-1AD6-A494-1EDF1870103D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1" name="Google Shape;3901;p40">
                  <a:extLst>
                    <a:ext uri="{FF2B5EF4-FFF2-40B4-BE49-F238E27FC236}">
                      <a16:creationId xmlns:a16="http://schemas.microsoft.com/office/drawing/2014/main" id="{205A011B-DE82-D975-0A23-AAF7C97B5E0F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2" name="Google Shape;3902;p40">
                  <a:extLst>
                    <a:ext uri="{FF2B5EF4-FFF2-40B4-BE49-F238E27FC236}">
                      <a16:creationId xmlns:a16="http://schemas.microsoft.com/office/drawing/2014/main" id="{48A0C0C1-FDDC-4880-9332-6144A7834196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3" name="Google Shape;3903;p40">
                  <a:extLst>
                    <a:ext uri="{FF2B5EF4-FFF2-40B4-BE49-F238E27FC236}">
                      <a16:creationId xmlns:a16="http://schemas.microsoft.com/office/drawing/2014/main" id="{61C04DDB-D04B-C692-4F8A-5019773B6922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4" name="Google Shape;3904;p40">
                  <a:extLst>
                    <a:ext uri="{FF2B5EF4-FFF2-40B4-BE49-F238E27FC236}">
                      <a16:creationId xmlns:a16="http://schemas.microsoft.com/office/drawing/2014/main" id="{A97C6D7B-F1BC-2B51-CAB3-4663186552E3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5" name="Google Shape;3905;p40">
                  <a:extLst>
                    <a:ext uri="{FF2B5EF4-FFF2-40B4-BE49-F238E27FC236}">
                      <a16:creationId xmlns:a16="http://schemas.microsoft.com/office/drawing/2014/main" id="{6210AD0B-266B-E20E-F188-9463ECA625C6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6" name="Google Shape;3906;p40">
                  <a:extLst>
                    <a:ext uri="{FF2B5EF4-FFF2-40B4-BE49-F238E27FC236}">
                      <a16:creationId xmlns:a16="http://schemas.microsoft.com/office/drawing/2014/main" id="{76CB8BB1-FC7A-DF51-E111-87F18A4A0192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7" name="Google Shape;3907;p40">
                  <a:extLst>
                    <a:ext uri="{FF2B5EF4-FFF2-40B4-BE49-F238E27FC236}">
                      <a16:creationId xmlns:a16="http://schemas.microsoft.com/office/drawing/2014/main" id="{D4915132-80DC-9AC4-E5CB-48291570B7DC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8" name="Google Shape;3908;p40">
                  <a:extLst>
                    <a:ext uri="{FF2B5EF4-FFF2-40B4-BE49-F238E27FC236}">
                      <a16:creationId xmlns:a16="http://schemas.microsoft.com/office/drawing/2014/main" id="{B254B12B-BD17-416E-A709-FECDA2E51DF5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9" name="Google Shape;3909;p40">
                  <a:extLst>
                    <a:ext uri="{FF2B5EF4-FFF2-40B4-BE49-F238E27FC236}">
                      <a16:creationId xmlns:a16="http://schemas.microsoft.com/office/drawing/2014/main" id="{9D9DD7AE-FCD9-E522-05B1-8C51B5BADD85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0" name="Google Shape;3910;p40">
                  <a:extLst>
                    <a:ext uri="{FF2B5EF4-FFF2-40B4-BE49-F238E27FC236}">
                      <a16:creationId xmlns:a16="http://schemas.microsoft.com/office/drawing/2014/main" id="{23B96202-0D00-08D6-F960-A78ABC9DBFBC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1" name="Google Shape;3911;p40">
                  <a:extLst>
                    <a:ext uri="{FF2B5EF4-FFF2-40B4-BE49-F238E27FC236}">
                      <a16:creationId xmlns:a16="http://schemas.microsoft.com/office/drawing/2014/main" id="{1C5367A4-A92A-5781-8415-53DED9CF35FE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2" name="Google Shape;3912;p40">
                  <a:extLst>
                    <a:ext uri="{FF2B5EF4-FFF2-40B4-BE49-F238E27FC236}">
                      <a16:creationId xmlns:a16="http://schemas.microsoft.com/office/drawing/2014/main" id="{6D004D91-F969-4CC1-7048-3397C2E059A2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3" name="Google Shape;3913;p40">
                  <a:extLst>
                    <a:ext uri="{FF2B5EF4-FFF2-40B4-BE49-F238E27FC236}">
                      <a16:creationId xmlns:a16="http://schemas.microsoft.com/office/drawing/2014/main" id="{03E66B21-BAE5-9D18-D828-C01039DE7774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4" name="Google Shape;3914;p40">
                  <a:extLst>
                    <a:ext uri="{FF2B5EF4-FFF2-40B4-BE49-F238E27FC236}">
                      <a16:creationId xmlns:a16="http://schemas.microsoft.com/office/drawing/2014/main" id="{7093984A-6D5D-855A-D2C0-10FD91455498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5" name="Google Shape;3915;p40">
                  <a:extLst>
                    <a:ext uri="{FF2B5EF4-FFF2-40B4-BE49-F238E27FC236}">
                      <a16:creationId xmlns:a16="http://schemas.microsoft.com/office/drawing/2014/main" id="{6A0E30B3-A3B4-E149-AE38-C78BDACEC190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6" name="Google Shape;3916;p40">
                  <a:extLst>
                    <a:ext uri="{FF2B5EF4-FFF2-40B4-BE49-F238E27FC236}">
                      <a16:creationId xmlns:a16="http://schemas.microsoft.com/office/drawing/2014/main" id="{B625009E-C4F4-8EE2-3028-94EBCBDAF317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7" name="Google Shape;3917;p40">
                  <a:extLst>
                    <a:ext uri="{FF2B5EF4-FFF2-40B4-BE49-F238E27FC236}">
                      <a16:creationId xmlns:a16="http://schemas.microsoft.com/office/drawing/2014/main" id="{87D35CAB-634B-24D9-4691-C08C9E60C152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8" name="Google Shape;3918;p40">
                  <a:extLst>
                    <a:ext uri="{FF2B5EF4-FFF2-40B4-BE49-F238E27FC236}">
                      <a16:creationId xmlns:a16="http://schemas.microsoft.com/office/drawing/2014/main" id="{77C52FFB-7225-7372-2085-C84556C291B2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9" name="Google Shape;3919;p40">
                  <a:extLst>
                    <a:ext uri="{FF2B5EF4-FFF2-40B4-BE49-F238E27FC236}">
                      <a16:creationId xmlns:a16="http://schemas.microsoft.com/office/drawing/2014/main" id="{8FAE5975-CC73-F9A2-02B4-62EBB84E1443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0" name="Google Shape;3920;p40">
                  <a:extLst>
                    <a:ext uri="{FF2B5EF4-FFF2-40B4-BE49-F238E27FC236}">
                      <a16:creationId xmlns:a16="http://schemas.microsoft.com/office/drawing/2014/main" id="{829C1959-7287-C307-28F0-A5E57ED64A5A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1" name="Google Shape;3921;p40">
                  <a:extLst>
                    <a:ext uri="{FF2B5EF4-FFF2-40B4-BE49-F238E27FC236}">
                      <a16:creationId xmlns:a16="http://schemas.microsoft.com/office/drawing/2014/main" id="{BB81B7C6-A94B-67A0-AEAF-A2DADB672261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2" name="Google Shape;3922;p40">
                  <a:extLst>
                    <a:ext uri="{FF2B5EF4-FFF2-40B4-BE49-F238E27FC236}">
                      <a16:creationId xmlns:a16="http://schemas.microsoft.com/office/drawing/2014/main" id="{63F8AF57-2441-E9D1-3735-C45EA110F289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3" name="Google Shape;3923;p40">
                  <a:extLst>
                    <a:ext uri="{FF2B5EF4-FFF2-40B4-BE49-F238E27FC236}">
                      <a16:creationId xmlns:a16="http://schemas.microsoft.com/office/drawing/2014/main" id="{B1C9DA07-91B5-E7DB-EA93-FEFFF024D2E4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4" name="Google Shape;3924;p40">
                  <a:extLst>
                    <a:ext uri="{FF2B5EF4-FFF2-40B4-BE49-F238E27FC236}">
                      <a16:creationId xmlns:a16="http://schemas.microsoft.com/office/drawing/2014/main" id="{586021F7-12C9-E109-08CA-2D24E2E61D93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5" name="Google Shape;3925;p40">
                  <a:extLst>
                    <a:ext uri="{FF2B5EF4-FFF2-40B4-BE49-F238E27FC236}">
                      <a16:creationId xmlns:a16="http://schemas.microsoft.com/office/drawing/2014/main" id="{BA0B2EF3-6908-7B55-4855-98ADE1954504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6" name="Google Shape;3926;p40">
                  <a:extLst>
                    <a:ext uri="{FF2B5EF4-FFF2-40B4-BE49-F238E27FC236}">
                      <a16:creationId xmlns:a16="http://schemas.microsoft.com/office/drawing/2014/main" id="{134BA42B-6A26-8151-06F1-C6D6BA9BE9C3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7" name="Google Shape;3927;p40">
                  <a:extLst>
                    <a:ext uri="{FF2B5EF4-FFF2-40B4-BE49-F238E27FC236}">
                      <a16:creationId xmlns:a16="http://schemas.microsoft.com/office/drawing/2014/main" id="{607BCE8E-1162-01CD-F2AF-E23DA817FF4E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8" name="Google Shape;3928;p40">
                  <a:extLst>
                    <a:ext uri="{FF2B5EF4-FFF2-40B4-BE49-F238E27FC236}">
                      <a16:creationId xmlns:a16="http://schemas.microsoft.com/office/drawing/2014/main" id="{67B588A8-FE8C-D9EF-9F70-7E3E8B66A20E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9" name="Google Shape;3929;p40">
                  <a:extLst>
                    <a:ext uri="{FF2B5EF4-FFF2-40B4-BE49-F238E27FC236}">
                      <a16:creationId xmlns:a16="http://schemas.microsoft.com/office/drawing/2014/main" id="{F60A7B42-60A3-9454-F6DF-424C478D39ED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0" name="Google Shape;3930;p40">
                  <a:extLst>
                    <a:ext uri="{FF2B5EF4-FFF2-40B4-BE49-F238E27FC236}">
                      <a16:creationId xmlns:a16="http://schemas.microsoft.com/office/drawing/2014/main" id="{A1B49A16-E8AB-0755-7FD2-26EC35765168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40">
                  <a:extLst>
                    <a:ext uri="{FF2B5EF4-FFF2-40B4-BE49-F238E27FC236}">
                      <a16:creationId xmlns:a16="http://schemas.microsoft.com/office/drawing/2014/main" id="{A93E4947-3B71-8146-158C-82B9789483B2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2" name="Google Shape;3932;p40">
                  <a:extLst>
                    <a:ext uri="{FF2B5EF4-FFF2-40B4-BE49-F238E27FC236}">
                      <a16:creationId xmlns:a16="http://schemas.microsoft.com/office/drawing/2014/main" id="{6399B3C4-4391-84D9-9266-DE6C7A8A3759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3" name="Google Shape;3933;p40">
                  <a:extLst>
                    <a:ext uri="{FF2B5EF4-FFF2-40B4-BE49-F238E27FC236}">
                      <a16:creationId xmlns:a16="http://schemas.microsoft.com/office/drawing/2014/main" id="{AF61551F-24D1-EB4C-9D46-F295A83B6F85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4" name="Google Shape;3934;p40">
                  <a:extLst>
                    <a:ext uri="{FF2B5EF4-FFF2-40B4-BE49-F238E27FC236}">
                      <a16:creationId xmlns:a16="http://schemas.microsoft.com/office/drawing/2014/main" id="{FAB62F49-32BC-0087-D4A9-7ED0AF409FF4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5" name="Google Shape;3935;p40">
                  <a:extLst>
                    <a:ext uri="{FF2B5EF4-FFF2-40B4-BE49-F238E27FC236}">
                      <a16:creationId xmlns:a16="http://schemas.microsoft.com/office/drawing/2014/main" id="{F73CD61E-15C5-2B68-4427-6D1433CF3FC0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6" name="Google Shape;3936;p40">
                  <a:extLst>
                    <a:ext uri="{FF2B5EF4-FFF2-40B4-BE49-F238E27FC236}">
                      <a16:creationId xmlns:a16="http://schemas.microsoft.com/office/drawing/2014/main" id="{60A740C6-72F7-BAE2-5B4F-3E65944C064F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7" name="Google Shape;3937;p40">
                  <a:extLst>
                    <a:ext uri="{FF2B5EF4-FFF2-40B4-BE49-F238E27FC236}">
                      <a16:creationId xmlns:a16="http://schemas.microsoft.com/office/drawing/2014/main" id="{5061F572-F18F-54AA-E59F-2FD3EEAC38A3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8" name="Google Shape;3938;p40">
                  <a:extLst>
                    <a:ext uri="{FF2B5EF4-FFF2-40B4-BE49-F238E27FC236}">
                      <a16:creationId xmlns:a16="http://schemas.microsoft.com/office/drawing/2014/main" id="{E765674C-9BA5-EDDC-4383-BCD000BE3204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9" name="Google Shape;3939;p40">
                  <a:extLst>
                    <a:ext uri="{FF2B5EF4-FFF2-40B4-BE49-F238E27FC236}">
                      <a16:creationId xmlns:a16="http://schemas.microsoft.com/office/drawing/2014/main" id="{86FEF799-8E23-3B9D-3916-E1BDFF619FE7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0" name="Google Shape;3940;p40">
                  <a:extLst>
                    <a:ext uri="{FF2B5EF4-FFF2-40B4-BE49-F238E27FC236}">
                      <a16:creationId xmlns:a16="http://schemas.microsoft.com/office/drawing/2014/main" id="{17CD19FB-EAE4-F9DB-50CD-88CC7B3531F1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1" name="Google Shape;3941;p40">
                  <a:extLst>
                    <a:ext uri="{FF2B5EF4-FFF2-40B4-BE49-F238E27FC236}">
                      <a16:creationId xmlns:a16="http://schemas.microsoft.com/office/drawing/2014/main" id="{97BDE98F-366A-17EC-3A7F-EF2F9EE01ACD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2" name="Google Shape;3942;p40">
                  <a:extLst>
                    <a:ext uri="{FF2B5EF4-FFF2-40B4-BE49-F238E27FC236}">
                      <a16:creationId xmlns:a16="http://schemas.microsoft.com/office/drawing/2014/main" id="{8D0AC863-54A0-1292-5DC6-3206105F78A3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3" name="Google Shape;3943;p40">
                  <a:extLst>
                    <a:ext uri="{FF2B5EF4-FFF2-40B4-BE49-F238E27FC236}">
                      <a16:creationId xmlns:a16="http://schemas.microsoft.com/office/drawing/2014/main" id="{333CA640-AD52-24A6-656D-AE1ACD4F1212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4" name="Google Shape;3944;p40">
                  <a:extLst>
                    <a:ext uri="{FF2B5EF4-FFF2-40B4-BE49-F238E27FC236}">
                      <a16:creationId xmlns:a16="http://schemas.microsoft.com/office/drawing/2014/main" id="{40BE4393-DD40-33FC-31C3-1DBA1367E1D1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5" name="Google Shape;3945;p40">
                  <a:extLst>
                    <a:ext uri="{FF2B5EF4-FFF2-40B4-BE49-F238E27FC236}">
                      <a16:creationId xmlns:a16="http://schemas.microsoft.com/office/drawing/2014/main" id="{39D91489-2C99-EC51-8BE7-40241B8A6707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6" name="Google Shape;3946;p40">
                  <a:extLst>
                    <a:ext uri="{FF2B5EF4-FFF2-40B4-BE49-F238E27FC236}">
                      <a16:creationId xmlns:a16="http://schemas.microsoft.com/office/drawing/2014/main" id="{0F96B31D-48B0-EB6F-42FC-E527EAD0524A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7" name="Google Shape;3947;p40">
                  <a:extLst>
                    <a:ext uri="{FF2B5EF4-FFF2-40B4-BE49-F238E27FC236}">
                      <a16:creationId xmlns:a16="http://schemas.microsoft.com/office/drawing/2014/main" id="{86ED9889-D471-93F3-ABC7-3CFEF9BD54A9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8" name="Google Shape;3948;p40">
                  <a:extLst>
                    <a:ext uri="{FF2B5EF4-FFF2-40B4-BE49-F238E27FC236}">
                      <a16:creationId xmlns:a16="http://schemas.microsoft.com/office/drawing/2014/main" id="{040C9CA1-DE25-EB9F-AAFA-5B90784D3F4E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9" name="Google Shape;3949;p40">
                  <a:extLst>
                    <a:ext uri="{FF2B5EF4-FFF2-40B4-BE49-F238E27FC236}">
                      <a16:creationId xmlns:a16="http://schemas.microsoft.com/office/drawing/2014/main" id="{04C349C9-B051-3CAC-A2AF-D21DD38833E4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0" name="Google Shape;3950;p40">
                  <a:extLst>
                    <a:ext uri="{FF2B5EF4-FFF2-40B4-BE49-F238E27FC236}">
                      <a16:creationId xmlns:a16="http://schemas.microsoft.com/office/drawing/2014/main" id="{B13F1F60-B0B8-0D65-3FA0-EA9F9A76037E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1" name="Google Shape;3951;p40">
                  <a:extLst>
                    <a:ext uri="{FF2B5EF4-FFF2-40B4-BE49-F238E27FC236}">
                      <a16:creationId xmlns:a16="http://schemas.microsoft.com/office/drawing/2014/main" id="{73B83438-4DE3-68F8-421F-8356D1C514DC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2" name="Google Shape;3952;p40">
                  <a:extLst>
                    <a:ext uri="{FF2B5EF4-FFF2-40B4-BE49-F238E27FC236}">
                      <a16:creationId xmlns:a16="http://schemas.microsoft.com/office/drawing/2014/main" id="{7B059E32-AB1B-F2F7-12ED-5DE3CAFEDA46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3" name="Google Shape;3953;p40">
                  <a:extLst>
                    <a:ext uri="{FF2B5EF4-FFF2-40B4-BE49-F238E27FC236}">
                      <a16:creationId xmlns:a16="http://schemas.microsoft.com/office/drawing/2014/main" id="{33229218-40FD-D7F5-94F4-45882EC4014B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4" name="Google Shape;3954;p40">
                  <a:extLst>
                    <a:ext uri="{FF2B5EF4-FFF2-40B4-BE49-F238E27FC236}">
                      <a16:creationId xmlns:a16="http://schemas.microsoft.com/office/drawing/2014/main" id="{91A0DB01-31E7-29CA-95B0-BA5942938665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5" name="Google Shape;3955;p40">
                  <a:extLst>
                    <a:ext uri="{FF2B5EF4-FFF2-40B4-BE49-F238E27FC236}">
                      <a16:creationId xmlns:a16="http://schemas.microsoft.com/office/drawing/2014/main" id="{AF7DC9CF-CD54-84B1-8AC7-E3BBB79AE398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6" name="Google Shape;3956;p40">
                  <a:extLst>
                    <a:ext uri="{FF2B5EF4-FFF2-40B4-BE49-F238E27FC236}">
                      <a16:creationId xmlns:a16="http://schemas.microsoft.com/office/drawing/2014/main" id="{1DE88845-4ABB-5E5F-2AEB-201A0C704F11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7" name="Google Shape;3957;p40">
                  <a:extLst>
                    <a:ext uri="{FF2B5EF4-FFF2-40B4-BE49-F238E27FC236}">
                      <a16:creationId xmlns:a16="http://schemas.microsoft.com/office/drawing/2014/main" id="{A8AB29E5-DAB5-B921-2F28-832871D69F24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8" name="Google Shape;3958;p40">
                  <a:extLst>
                    <a:ext uri="{FF2B5EF4-FFF2-40B4-BE49-F238E27FC236}">
                      <a16:creationId xmlns:a16="http://schemas.microsoft.com/office/drawing/2014/main" id="{FBF512A3-E190-9792-1858-DFE7B0DA0394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9" name="Google Shape;3959;p40">
                  <a:extLst>
                    <a:ext uri="{FF2B5EF4-FFF2-40B4-BE49-F238E27FC236}">
                      <a16:creationId xmlns:a16="http://schemas.microsoft.com/office/drawing/2014/main" id="{1BC7A114-1178-0D44-630B-02608DEA0321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0" name="Google Shape;3960;p40">
                  <a:extLst>
                    <a:ext uri="{FF2B5EF4-FFF2-40B4-BE49-F238E27FC236}">
                      <a16:creationId xmlns:a16="http://schemas.microsoft.com/office/drawing/2014/main" id="{6B1ECA7E-5137-1F58-62AD-8EFB5B3FA60E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1" name="Google Shape;3961;p40">
                  <a:extLst>
                    <a:ext uri="{FF2B5EF4-FFF2-40B4-BE49-F238E27FC236}">
                      <a16:creationId xmlns:a16="http://schemas.microsoft.com/office/drawing/2014/main" id="{1C973F89-6BE8-DD23-34B9-11ED2657DE7D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2" name="Google Shape;3962;p40">
                  <a:extLst>
                    <a:ext uri="{FF2B5EF4-FFF2-40B4-BE49-F238E27FC236}">
                      <a16:creationId xmlns:a16="http://schemas.microsoft.com/office/drawing/2014/main" id="{7DBFC713-B118-2A5C-57ED-887C6B6570F6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3" name="Google Shape;3963;p40">
                  <a:extLst>
                    <a:ext uri="{FF2B5EF4-FFF2-40B4-BE49-F238E27FC236}">
                      <a16:creationId xmlns:a16="http://schemas.microsoft.com/office/drawing/2014/main" id="{54EE90DF-00F6-5FCA-4560-9DE4262BE5E6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4" name="Google Shape;3964;p40">
                  <a:extLst>
                    <a:ext uri="{FF2B5EF4-FFF2-40B4-BE49-F238E27FC236}">
                      <a16:creationId xmlns:a16="http://schemas.microsoft.com/office/drawing/2014/main" id="{EEEA5C9D-FB5C-67B8-8E52-23BA1B6E8E2A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5" name="Google Shape;3965;p40">
                  <a:extLst>
                    <a:ext uri="{FF2B5EF4-FFF2-40B4-BE49-F238E27FC236}">
                      <a16:creationId xmlns:a16="http://schemas.microsoft.com/office/drawing/2014/main" id="{DE25DD25-CE1C-39B9-718D-A0F111B73E17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6" name="Google Shape;3966;p40">
                  <a:extLst>
                    <a:ext uri="{FF2B5EF4-FFF2-40B4-BE49-F238E27FC236}">
                      <a16:creationId xmlns:a16="http://schemas.microsoft.com/office/drawing/2014/main" id="{88F1E6E0-919F-BE0A-E052-1E9B45FEE8AA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40">
                  <a:extLst>
                    <a:ext uri="{FF2B5EF4-FFF2-40B4-BE49-F238E27FC236}">
                      <a16:creationId xmlns:a16="http://schemas.microsoft.com/office/drawing/2014/main" id="{05F253A2-FCFA-4F0A-2346-1D5541057E4C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8" name="Google Shape;3968;p40">
                  <a:extLst>
                    <a:ext uri="{FF2B5EF4-FFF2-40B4-BE49-F238E27FC236}">
                      <a16:creationId xmlns:a16="http://schemas.microsoft.com/office/drawing/2014/main" id="{7C267101-1AC3-14D0-1963-F18B43FB1E94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9" name="Google Shape;3969;p40">
                  <a:extLst>
                    <a:ext uri="{FF2B5EF4-FFF2-40B4-BE49-F238E27FC236}">
                      <a16:creationId xmlns:a16="http://schemas.microsoft.com/office/drawing/2014/main" id="{0FA51185-9E16-51DF-DBAA-8EEB4B08994F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40">
                  <a:extLst>
                    <a:ext uri="{FF2B5EF4-FFF2-40B4-BE49-F238E27FC236}">
                      <a16:creationId xmlns:a16="http://schemas.microsoft.com/office/drawing/2014/main" id="{4EC22E98-3824-9620-61E2-F94F51E9996A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1" name="Google Shape;3971;p40">
                  <a:extLst>
                    <a:ext uri="{FF2B5EF4-FFF2-40B4-BE49-F238E27FC236}">
                      <a16:creationId xmlns:a16="http://schemas.microsoft.com/office/drawing/2014/main" id="{A2D147F6-050F-E3AE-ED43-BF45A91D8833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2" name="Google Shape;3972;p40">
                  <a:extLst>
                    <a:ext uri="{FF2B5EF4-FFF2-40B4-BE49-F238E27FC236}">
                      <a16:creationId xmlns:a16="http://schemas.microsoft.com/office/drawing/2014/main" id="{BF2C159B-04CB-997A-8247-A17EA60B15B9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3" name="Google Shape;3973;p40">
                  <a:extLst>
                    <a:ext uri="{FF2B5EF4-FFF2-40B4-BE49-F238E27FC236}">
                      <a16:creationId xmlns:a16="http://schemas.microsoft.com/office/drawing/2014/main" id="{A017CF55-B8B5-B328-4D5F-F97B34F833A8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4" name="Google Shape;3974;p40">
                  <a:extLst>
                    <a:ext uri="{FF2B5EF4-FFF2-40B4-BE49-F238E27FC236}">
                      <a16:creationId xmlns:a16="http://schemas.microsoft.com/office/drawing/2014/main" id="{F78F9CBA-F6D5-9245-3744-408278296EEC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5" name="Google Shape;3975;p40">
                  <a:extLst>
                    <a:ext uri="{FF2B5EF4-FFF2-40B4-BE49-F238E27FC236}">
                      <a16:creationId xmlns:a16="http://schemas.microsoft.com/office/drawing/2014/main" id="{F728354A-6BA4-E163-0DE8-3CC670DFD285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6" name="Google Shape;3976;p40">
                  <a:extLst>
                    <a:ext uri="{FF2B5EF4-FFF2-40B4-BE49-F238E27FC236}">
                      <a16:creationId xmlns:a16="http://schemas.microsoft.com/office/drawing/2014/main" id="{C30F52D2-FB95-1230-C6A9-E8D5C94041DE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7" name="Google Shape;3977;p40">
                  <a:extLst>
                    <a:ext uri="{FF2B5EF4-FFF2-40B4-BE49-F238E27FC236}">
                      <a16:creationId xmlns:a16="http://schemas.microsoft.com/office/drawing/2014/main" id="{0DA42445-0E16-F1D5-C629-4CB9C01D8278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8" name="Google Shape;3978;p40">
                  <a:extLst>
                    <a:ext uri="{FF2B5EF4-FFF2-40B4-BE49-F238E27FC236}">
                      <a16:creationId xmlns:a16="http://schemas.microsoft.com/office/drawing/2014/main" id="{AD43F174-C8FB-C74A-0786-F743F823302C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9" name="Google Shape;3979;p40">
                  <a:extLst>
                    <a:ext uri="{FF2B5EF4-FFF2-40B4-BE49-F238E27FC236}">
                      <a16:creationId xmlns:a16="http://schemas.microsoft.com/office/drawing/2014/main" id="{27B7BCEF-226C-A038-1E0F-FC117543CCC0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0" name="Google Shape;3980;p40">
                  <a:extLst>
                    <a:ext uri="{FF2B5EF4-FFF2-40B4-BE49-F238E27FC236}">
                      <a16:creationId xmlns:a16="http://schemas.microsoft.com/office/drawing/2014/main" id="{69A2AB4D-9DEC-9D19-2D47-8BD46D32DA00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1" name="Google Shape;3981;p40">
                  <a:extLst>
                    <a:ext uri="{FF2B5EF4-FFF2-40B4-BE49-F238E27FC236}">
                      <a16:creationId xmlns:a16="http://schemas.microsoft.com/office/drawing/2014/main" id="{7277C493-D3B9-6E4C-A674-13E4BD1ACECE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2" name="Google Shape;3982;p40">
                  <a:extLst>
                    <a:ext uri="{FF2B5EF4-FFF2-40B4-BE49-F238E27FC236}">
                      <a16:creationId xmlns:a16="http://schemas.microsoft.com/office/drawing/2014/main" id="{6B6B010D-124A-B74E-634D-645E8FB1CFAE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3" name="Google Shape;3983;p40">
                  <a:extLst>
                    <a:ext uri="{FF2B5EF4-FFF2-40B4-BE49-F238E27FC236}">
                      <a16:creationId xmlns:a16="http://schemas.microsoft.com/office/drawing/2014/main" id="{1C516C98-B08E-5106-18C2-3F76D15A575F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4" name="Google Shape;3984;p40">
                  <a:extLst>
                    <a:ext uri="{FF2B5EF4-FFF2-40B4-BE49-F238E27FC236}">
                      <a16:creationId xmlns:a16="http://schemas.microsoft.com/office/drawing/2014/main" id="{CDA79900-A800-B0DE-4CEB-FF3DDAECA0BF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5" name="Google Shape;3985;p40">
                  <a:extLst>
                    <a:ext uri="{FF2B5EF4-FFF2-40B4-BE49-F238E27FC236}">
                      <a16:creationId xmlns:a16="http://schemas.microsoft.com/office/drawing/2014/main" id="{2A49AADC-A95C-42E4-91F6-4CD1C01B8930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6" name="Google Shape;3986;p40">
                  <a:extLst>
                    <a:ext uri="{FF2B5EF4-FFF2-40B4-BE49-F238E27FC236}">
                      <a16:creationId xmlns:a16="http://schemas.microsoft.com/office/drawing/2014/main" id="{C75337A8-5537-AFAF-C713-C8C4A78AF215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7" name="Google Shape;3987;p40">
                  <a:extLst>
                    <a:ext uri="{FF2B5EF4-FFF2-40B4-BE49-F238E27FC236}">
                      <a16:creationId xmlns:a16="http://schemas.microsoft.com/office/drawing/2014/main" id="{91FA4F0A-0B18-53BD-24F7-CEA7ACD638D4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8" name="Google Shape;3988;p40">
                  <a:extLst>
                    <a:ext uri="{FF2B5EF4-FFF2-40B4-BE49-F238E27FC236}">
                      <a16:creationId xmlns:a16="http://schemas.microsoft.com/office/drawing/2014/main" id="{29EDDEF4-2369-DD0A-361D-57AA953FAE80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9" name="Google Shape;3989;p40">
                  <a:extLst>
                    <a:ext uri="{FF2B5EF4-FFF2-40B4-BE49-F238E27FC236}">
                      <a16:creationId xmlns:a16="http://schemas.microsoft.com/office/drawing/2014/main" id="{643CF21E-31CA-394D-99EA-F417DC5E00E6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0" name="Google Shape;3990;p40">
                  <a:extLst>
                    <a:ext uri="{FF2B5EF4-FFF2-40B4-BE49-F238E27FC236}">
                      <a16:creationId xmlns:a16="http://schemas.microsoft.com/office/drawing/2014/main" id="{46BEC2C9-7E97-EFAB-39CE-49B918D96E9C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1" name="Google Shape;3991;p40">
                  <a:extLst>
                    <a:ext uri="{FF2B5EF4-FFF2-40B4-BE49-F238E27FC236}">
                      <a16:creationId xmlns:a16="http://schemas.microsoft.com/office/drawing/2014/main" id="{844B53FC-6251-470A-4302-47CCA84EB15E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2" name="Google Shape;3992;p40">
                  <a:extLst>
                    <a:ext uri="{FF2B5EF4-FFF2-40B4-BE49-F238E27FC236}">
                      <a16:creationId xmlns:a16="http://schemas.microsoft.com/office/drawing/2014/main" id="{D5B73432-439F-7ECE-4140-ADE8FE7D8329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3" name="Google Shape;3993;p40">
                  <a:extLst>
                    <a:ext uri="{FF2B5EF4-FFF2-40B4-BE49-F238E27FC236}">
                      <a16:creationId xmlns:a16="http://schemas.microsoft.com/office/drawing/2014/main" id="{55052445-2DEE-7A71-CA78-31412133B916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4" name="Google Shape;3994;p40">
                  <a:extLst>
                    <a:ext uri="{FF2B5EF4-FFF2-40B4-BE49-F238E27FC236}">
                      <a16:creationId xmlns:a16="http://schemas.microsoft.com/office/drawing/2014/main" id="{C72FBB3B-3C28-1C77-17D1-D7FCAAD3A7F2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5" name="Google Shape;3995;p40">
                  <a:extLst>
                    <a:ext uri="{FF2B5EF4-FFF2-40B4-BE49-F238E27FC236}">
                      <a16:creationId xmlns:a16="http://schemas.microsoft.com/office/drawing/2014/main" id="{87269870-D373-86C7-DE63-6964F677E82A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6" name="Google Shape;3996;p40">
                  <a:extLst>
                    <a:ext uri="{FF2B5EF4-FFF2-40B4-BE49-F238E27FC236}">
                      <a16:creationId xmlns:a16="http://schemas.microsoft.com/office/drawing/2014/main" id="{F29757FE-4A64-6B12-DEC7-DB4C188B0C61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7" name="Google Shape;3997;p40">
                  <a:extLst>
                    <a:ext uri="{FF2B5EF4-FFF2-40B4-BE49-F238E27FC236}">
                      <a16:creationId xmlns:a16="http://schemas.microsoft.com/office/drawing/2014/main" id="{AFF33756-256D-7036-BE7C-82579B5637C7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40">
                  <a:extLst>
                    <a:ext uri="{FF2B5EF4-FFF2-40B4-BE49-F238E27FC236}">
                      <a16:creationId xmlns:a16="http://schemas.microsoft.com/office/drawing/2014/main" id="{36339A76-069F-5EDD-3456-90A7DB125022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9" name="Google Shape;3999;p40">
                  <a:extLst>
                    <a:ext uri="{FF2B5EF4-FFF2-40B4-BE49-F238E27FC236}">
                      <a16:creationId xmlns:a16="http://schemas.microsoft.com/office/drawing/2014/main" id="{6FDF6F83-CD11-6151-E19E-BF7ECA18F520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0" name="Google Shape;4000;p40">
                  <a:extLst>
                    <a:ext uri="{FF2B5EF4-FFF2-40B4-BE49-F238E27FC236}">
                      <a16:creationId xmlns:a16="http://schemas.microsoft.com/office/drawing/2014/main" id="{535869CE-B26A-32FC-CDDB-3EC4A7F71D1E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1" name="Google Shape;4001;p40">
                  <a:extLst>
                    <a:ext uri="{FF2B5EF4-FFF2-40B4-BE49-F238E27FC236}">
                      <a16:creationId xmlns:a16="http://schemas.microsoft.com/office/drawing/2014/main" id="{ED8BEBAD-555D-ED0B-DD8D-FFF09D2817E1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2" name="Google Shape;4002;p40">
                  <a:extLst>
                    <a:ext uri="{FF2B5EF4-FFF2-40B4-BE49-F238E27FC236}">
                      <a16:creationId xmlns:a16="http://schemas.microsoft.com/office/drawing/2014/main" id="{9C569E78-71D7-FF96-C513-A3E63F148381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3" name="Google Shape;4003;p40">
                  <a:extLst>
                    <a:ext uri="{FF2B5EF4-FFF2-40B4-BE49-F238E27FC236}">
                      <a16:creationId xmlns:a16="http://schemas.microsoft.com/office/drawing/2014/main" id="{B9F3D67E-A9A7-B652-C292-6E479006DC9B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4" name="Google Shape;4004;p40">
                  <a:extLst>
                    <a:ext uri="{FF2B5EF4-FFF2-40B4-BE49-F238E27FC236}">
                      <a16:creationId xmlns:a16="http://schemas.microsoft.com/office/drawing/2014/main" id="{AFCC17CF-B562-753D-2D44-B9B019216F32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5" name="Google Shape;4005;p40">
                  <a:extLst>
                    <a:ext uri="{FF2B5EF4-FFF2-40B4-BE49-F238E27FC236}">
                      <a16:creationId xmlns:a16="http://schemas.microsoft.com/office/drawing/2014/main" id="{F4B78B56-6F75-6C79-2D85-E44A586EAC76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6" name="Google Shape;4006;p40">
                  <a:extLst>
                    <a:ext uri="{FF2B5EF4-FFF2-40B4-BE49-F238E27FC236}">
                      <a16:creationId xmlns:a16="http://schemas.microsoft.com/office/drawing/2014/main" id="{DBD7E805-0A9F-0649-7586-12EF6C138116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7" name="Google Shape;4007;p40">
                  <a:extLst>
                    <a:ext uri="{FF2B5EF4-FFF2-40B4-BE49-F238E27FC236}">
                      <a16:creationId xmlns:a16="http://schemas.microsoft.com/office/drawing/2014/main" id="{327FD73D-055B-8DC0-3C56-EDE91174BC6F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8" name="Google Shape;4008;p40">
                  <a:extLst>
                    <a:ext uri="{FF2B5EF4-FFF2-40B4-BE49-F238E27FC236}">
                      <a16:creationId xmlns:a16="http://schemas.microsoft.com/office/drawing/2014/main" id="{781A602B-0BFD-9A50-8185-03E36951BE76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9" name="Google Shape;4009;p40">
                  <a:extLst>
                    <a:ext uri="{FF2B5EF4-FFF2-40B4-BE49-F238E27FC236}">
                      <a16:creationId xmlns:a16="http://schemas.microsoft.com/office/drawing/2014/main" id="{213F3C4C-90D9-5375-1FB3-44CE30A27683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0" name="Google Shape;4010;p40">
                  <a:extLst>
                    <a:ext uri="{FF2B5EF4-FFF2-40B4-BE49-F238E27FC236}">
                      <a16:creationId xmlns:a16="http://schemas.microsoft.com/office/drawing/2014/main" id="{CB8F4FC2-BE75-71E8-73C8-FE891E70B97E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1" name="Google Shape;4011;p40">
                  <a:extLst>
                    <a:ext uri="{FF2B5EF4-FFF2-40B4-BE49-F238E27FC236}">
                      <a16:creationId xmlns:a16="http://schemas.microsoft.com/office/drawing/2014/main" id="{02DE5D49-39DA-9196-9B14-F14F5249F972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2" name="Google Shape;4012;p40">
                  <a:extLst>
                    <a:ext uri="{FF2B5EF4-FFF2-40B4-BE49-F238E27FC236}">
                      <a16:creationId xmlns:a16="http://schemas.microsoft.com/office/drawing/2014/main" id="{B2F708AA-1370-2AD3-3C52-F14403D7D802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3" name="Google Shape;4013;p40">
                  <a:extLst>
                    <a:ext uri="{FF2B5EF4-FFF2-40B4-BE49-F238E27FC236}">
                      <a16:creationId xmlns:a16="http://schemas.microsoft.com/office/drawing/2014/main" id="{59601795-A660-9396-04FF-4F4E50F41D51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4" name="Google Shape;4014;p40">
                  <a:extLst>
                    <a:ext uri="{FF2B5EF4-FFF2-40B4-BE49-F238E27FC236}">
                      <a16:creationId xmlns:a16="http://schemas.microsoft.com/office/drawing/2014/main" id="{BBAF7587-6281-4516-E96C-AF8AFF6680F5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5" name="Google Shape;4015;p40">
                  <a:extLst>
                    <a:ext uri="{FF2B5EF4-FFF2-40B4-BE49-F238E27FC236}">
                      <a16:creationId xmlns:a16="http://schemas.microsoft.com/office/drawing/2014/main" id="{8B3F37CB-FC4E-2715-D012-A021B4B9C01A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6" name="Google Shape;4016;p40">
                  <a:extLst>
                    <a:ext uri="{FF2B5EF4-FFF2-40B4-BE49-F238E27FC236}">
                      <a16:creationId xmlns:a16="http://schemas.microsoft.com/office/drawing/2014/main" id="{9AAD31C9-053D-1F1B-CE23-376FC6E7A6B4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7" name="Google Shape;4017;p40">
                  <a:extLst>
                    <a:ext uri="{FF2B5EF4-FFF2-40B4-BE49-F238E27FC236}">
                      <a16:creationId xmlns:a16="http://schemas.microsoft.com/office/drawing/2014/main" id="{47F7EAA5-339A-E047-6C25-DC39577A2B76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8" name="Google Shape;4018;p40">
                  <a:extLst>
                    <a:ext uri="{FF2B5EF4-FFF2-40B4-BE49-F238E27FC236}">
                      <a16:creationId xmlns:a16="http://schemas.microsoft.com/office/drawing/2014/main" id="{E03A322C-518F-B61C-3C34-61B5417F2F7F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9" name="Google Shape;4019;p40">
                  <a:extLst>
                    <a:ext uri="{FF2B5EF4-FFF2-40B4-BE49-F238E27FC236}">
                      <a16:creationId xmlns:a16="http://schemas.microsoft.com/office/drawing/2014/main" id="{651A6A7D-7CF2-F046-63BF-959DB3FA540F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0" name="Google Shape;4020;p40">
                  <a:extLst>
                    <a:ext uri="{FF2B5EF4-FFF2-40B4-BE49-F238E27FC236}">
                      <a16:creationId xmlns:a16="http://schemas.microsoft.com/office/drawing/2014/main" id="{3AEA3224-1F7D-7653-46A0-A791B5A7678B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1" name="Google Shape;4021;p40">
                  <a:extLst>
                    <a:ext uri="{FF2B5EF4-FFF2-40B4-BE49-F238E27FC236}">
                      <a16:creationId xmlns:a16="http://schemas.microsoft.com/office/drawing/2014/main" id="{59C0AEFA-AE65-C9B5-3871-7AA5D02D77A7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2" name="Google Shape;4022;p40">
                  <a:extLst>
                    <a:ext uri="{FF2B5EF4-FFF2-40B4-BE49-F238E27FC236}">
                      <a16:creationId xmlns:a16="http://schemas.microsoft.com/office/drawing/2014/main" id="{2C927F1E-7ECE-7D54-9248-CF713E77078A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3" name="Google Shape;4023;p40">
                  <a:extLst>
                    <a:ext uri="{FF2B5EF4-FFF2-40B4-BE49-F238E27FC236}">
                      <a16:creationId xmlns:a16="http://schemas.microsoft.com/office/drawing/2014/main" id="{C3A7FCD5-D000-3F0C-2AD9-AA3BC32A9ABF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4" name="Google Shape;4024;p40">
                  <a:extLst>
                    <a:ext uri="{FF2B5EF4-FFF2-40B4-BE49-F238E27FC236}">
                      <a16:creationId xmlns:a16="http://schemas.microsoft.com/office/drawing/2014/main" id="{E50FF7C5-117E-81C6-50AD-4C1F28B0F242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5" name="Google Shape;4025;p40">
                  <a:extLst>
                    <a:ext uri="{FF2B5EF4-FFF2-40B4-BE49-F238E27FC236}">
                      <a16:creationId xmlns:a16="http://schemas.microsoft.com/office/drawing/2014/main" id="{D8549F20-44DB-9A90-D54B-155B98C97953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6" name="Google Shape;4026;p40">
                  <a:extLst>
                    <a:ext uri="{FF2B5EF4-FFF2-40B4-BE49-F238E27FC236}">
                      <a16:creationId xmlns:a16="http://schemas.microsoft.com/office/drawing/2014/main" id="{0AC51E04-410E-44D9-2D77-0D1054DC1D17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7" name="Google Shape;4027;p40">
                  <a:extLst>
                    <a:ext uri="{FF2B5EF4-FFF2-40B4-BE49-F238E27FC236}">
                      <a16:creationId xmlns:a16="http://schemas.microsoft.com/office/drawing/2014/main" id="{19228D99-380C-C1CF-10DB-070BF9CF03AB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8" name="Google Shape;4028;p40">
                  <a:extLst>
                    <a:ext uri="{FF2B5EF4-FFF2-40B4-BE49-F238E27FC236}">
                      <a16:creationId xmlns:a16="http://schemas.microsoft.com/office/drawing/2014/main" id="{5A39125C-7587-6A04-6AF0-5AF584EFFB7A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9" name="Google Shape;4029;p40">
                  <a:extLst>
                    <a:ext uri="{FF2B5EF4-FFF2-40B4-BE49-F238E27FC236}">
                      <a16:creationId xmlns:a16="http://schemas.microsoft.com/office/drawing/2014/main" id="{19775E3B-8A69-CD9C-3339-4A77149AABA3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0" name="Google Shape;4030;p40">
                  <a:extLst>
                    <a:ext uri="{FF2B5EF4-FFF2-40B4-BE49-F238E27FC236}">
                      <a16:creationId xmlns:a16="http://schemas.microsoft.com/office/drawing/2014/main" id="{3A71E882-47A6-885C-7A28-840C998DFAC9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1" name="Google Shape;4031;p40">
                  <a:extLst>
                    <a:ext uri="{FF2B5EF4-FFF2-40B4-BE49-F238E27FC236}">
                      <a16:creationId xmlns:a16="http://schemas.microsoft.com/office/drawing/2014/main" id="{958CE6D4-2C10-6BCA-BBCB-47957589C12B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2" name="Google Shape;4032;p40">
                  <a:extLst>
                    <a:ext uri="{FF2B5EF4-FFF2-40B4-BE49-F238E27FC236}">
                      <a16:creationId xmlns:a16="http://schemas.microsoft.com/office/drawing/2014/main" id="{03D6FFDD-0256-7362-A86E-3762B192BBB9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3" name="Google Shape;4033;p40">
                  <a:extLst>
                    <a:ext uri="{FF2B5EF4-FFF2-40B4-BE49-F238E27FC236}">
                      <a16:creationId xmlns:a16="http://schemas.microsoft.com/office/drawing/2014/main" id="{0C2D5255-BCDC-8CB6-2E09-F318FEC6F428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4" name="Google Shape;4034;p40">
                  <a:extLst>
                    <a:ext uri="{FF2B5EF4-FFF2-40B4-BE49-F238E27FC236}">
                      <a16:creationId xmlns:a16="http://schemas.microsoft.com/office/drawing/2014/main" id="{24B8FEA0-7F66-9890-4EB9-B10F027B2C98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5" name="Google Shape;4035;p40">
                  <a:extLst>
                    <a:ext uri="{FF2B5EF4-FFF2-40B4-BE49-F238E27FC236}">
                      <a16:creationId xmlns:a16="http://schemas.microsoft.com/office/drawing/2014/main" id="{058C894A-CD10-FA23-23EC-1A08C41E13C4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6" name="Google Shape;4036;p40">
                  <a:extLst>
                    <a:ext uri="{FF2B5EF4-FFF2-40B4-BE49-F238E27FC236}">
                      <a16:creationId xmlns:a16="http://schemas.microsoft.com/office/drawing/2014/main" id="{FB80F155-1445-5987-69F3-9E7002D98960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7" name="Google Shape;4037;p40">
                  <a:extLst>
                    <a:ext uri="{FF2B5EF4-FFF2-40B4-BE49-F238E27FC236}">
                      <a16:creationId xmlns:a16="http://schemas.microsoft.com/office/drawing/2014/main" id="{F8FEDF9E-2F39-4268-F9BA-0A42ED597FFA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8" name="Google Shape;4038;p40">
                  <a:extLst>
                    <a:ext uri="{FF2B5EF4-FFF2-40B4-BE49-F238E27FC236}">
                      <a16:creationId xmlns:a16="http://schemas.microsoft.com/office/drawing/2014/main" id="{A8EA0C1D-3B1D-04FC-D8B4-1AA1B7D0E010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9" name="Google Shape;4039;p40">
                  <a:extLst>
                    <a:ext uri="{FF2B5EF4-FFF2-40B4-BE49-F238E27FC236}">
                      <a16:creationId xmlns:a16="http://schemas.microsoft.com/office/drawing/2014/main" id="{E1B2A50F-7107-D9E3-70AF-0CEC551B8451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0" name="Google Shape;4040;p40">
                  <a:extLst>
                    <a:ext uri="{FF2B5EF4-FFF2-40B4-BE49-F238E27FC236}">
                      <a16:creationId xmlns:a16="http://schemas.microsoft.com/office/drawing/2014/main" id="{C55E47CD-30A8-4BE7-C4C3-215BD80C194F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1" name="Google Shape;4041;p40">
                  <a:extLst>
                    <a:ext uri="{FF2B5EF4-FFF2-40B4-BE49-F238E27FC236}">
                      <a16:creationId xmlns:a16="http://schemas.microsoft.com/office/drawing/2014/main" id="{AAA89BA8-F8D5-804B-15E4-872449652E51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2" name="Google Shape;4042;p40">
                  <a:extLst>
                    <a:ext uri="{FF2B5EF4-FFF2-40B4-BE49-F238E27FC236}">
                      <a16:creationId xmlns:a16="http://schemas.microsoft.com/office/drawing/2014/main" id="{57F51DC8-3FA5-E505-E50F-36E0DC48B52F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3" name="Google Shape;4043;p40">
                  <a:extLst>
                    <a:ext uri="{FF2B5EF4-FFF2-40B4-BE49-F238E27FC236}">
                      <a16:creationId xmlns:a16="http://schemas.microsoft.com/office/drawing/2014/main" id="{DA58C52B-5705-7AA7-017E-132C66E20558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4" name="Google Shape;4044;p40">
                  <a:extLst>
                    <a:ext uri="{FF2B5EF4-FFF2-40B4-BE49-F238E27FC236}">
                      <a16:creationId xmlns:a16="http://schemas.microsoft.com/office/drawing/2014/main" id="{3EAFA0BF-F804-9AD0-2BDD-8724C161DCAA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5" name="Google Shape;4045;p40">
                  <a:extLst>
                    <a:ext uri="{FF2B5EF4-FFF2-40B4-BE49-F238E27FC236}">
                      <a16:creationId xmlns:a16="http://schemas.microsoft.com/office/drawing/2014/main" id="{80FD11EB-57D7-791F-3353-59A14555C151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6" name="Google Shape;4046;p40">
                  <a:extLst>
                    <a:ext uri="{FF2B5EF4-FFF2-40B4-BE49-F238E27FC236}">
                      <a16:creationId xmlns:a16="http://schemas.microsoft.com/office/drawing/2014/main" id="{5D000693-18F0-58DE-1FFF-3FC257850BEF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7" name="Google Shape;4047;p40">
                  <a:extLst>
                    <a:ext uri="{FF2B5EF4-FFF2-40B4-BE49-F238E27FC236}">
                      <a16:creationId xmlns:a16="http://schemas.microsoft.com/office/drawing/2014/main" id="{5D38BE44-089D-0EDA-D37E-BEBAA26C9BA4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8" name="Google Shape;4048;p40">
                  <a:extLst>
                    <a:ext uri="{FF2B5EF4-FFF2-40B4-BE49-F238E27FC236}">
                      <a16:creationId xmlns:a16="http://schemas.microsoft.com/office/drawing/2014/main" id="{895D72B7-A1BC-86D6-87F3-CCAFE356101A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9" name="Google Shape;4049;p40">
                  <a:extLst>
                    <a:ext uri="{FF2B5EF4-FFF2-40B4-BE49-F238E27FC236}">
                      <a16:creationId xmlns:a16="http://schemas.microsoft.com/office/drawing/2014/main" id="{AB410051-58E7-26CF-F7A4-B0B2E0783A6C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0" name="Google Shape;4050;p40">
                  <a:extLst>
                    <a:ext uri="{FF2B5EF4-FFF2-40B4-BE49-F238E27FC236}">
                      <a16:creationId xmlns:a16="http://schemas.microsoft.com/office/drawing/2014/main" id="{944386A2-1D39-5DA7-7E9A-D27C0EDBA48F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1" name="Google Shape;4051;p40">
                  <a:extLst>
                    <a:ext uri="{FF2B5EF4-FFF2-40B4-BE49-F238E27FC236}">
                      <a16:creationId xmlns:a16="http://schemas.microsoft.com/office/drawing/2014/main" id="{C7D1AB13-2E6E-954D-7DD0-0BF482806485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2" name="Google Shape;4052;p40">
                  <a:extLst>
                    <a:ext uri="{FF2B5EF4-FFF2-40B4-BE49-F238E27FC236}">
                      <a16:creationId xmlns:a16="http://schemas.microsoft.com/office/drawing/2014/main" id="{277B77DF-DCFF-B191-B458-A8029BFDD8EC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3" name="Google Shape;4053;p40">
                  <a:extLst>
                    <a:ext uri="{FF2B5EF4-FFF2-40B4-BE49-F238E27FC236}">
                      <a16:creationId xmlns:a16="http://schemas.microsoft.com/office/drawing/2014/main" id="{70019551-2712-14F6-3E9B-1D526B591041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4" name="Google Shape;4054;p40">
                  <a:extLst>
                    <a:ext uri="{FF2B5EF4-FFF2-40B4-BE49-F238E27FC236}">
                      <a16:creationId xmlns:a16="http://schemas.microsoft.com/office/drawing/2014/main" id="{A5484CB2-E439-5D73-F3E7-44C7866DCBAB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5" name="Google Shape;4055;p40">
                  <a:extLst>
                    <a:ext uri="{FF2B5EF4-FFF2-40B4-BE49-F238E27FC236}">
                      <a16:creationId xmlns:a16="http://schemas.microsoft.com/office/drawing/2014/main" id="{431668AD-DB0D-6D8C-7105-CD2E3BE169FF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6" name="Google Shape;4056;p40">
                  <a:extLst>
                    <a:ext uri="{FF2B5EF4-FFF2-40B4-BE49-F238E27FC236}">
                      <a16:creationId xmlns:a16="http://schemas.microsoft.com/office/drawing/2014/main" id="{7BEB2BAC-D443-7B73-5993-A44BC3B67288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7" name="Google Shape;4057;p40">
                  <a:extLst>
                    <a:ext uri="{FF2B5EF4-FFF2-40B4-BE49-F238E27FC236}">
                      <a16:creationId xmlns:a16="http://schemas.microsoft.com/office/drawing/2014/main" id="{BE8D067C-199B-C24D-1928-EBD16E00F45F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8" name="Google Shape;4058;p40">
                  <a:extLst>
                    <a:ext uri="{FF2B5EF4-FFF2-40B4-BE49-F238E27FC236}">
                      <a16:creationId xmlns:a16="http://schemas.microsoft.com/office/drawing/2014/main" id="{72BCCBC5-737B-9922-00A6-E647E10B08D2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9" name="Google Shape;4059;p40">
                  <a:extLst>
                    <a:ext uri="{FF2B5EF4-FFF2-40B4-BE49-F238E27FC236}">
                      <a16:creationId xmlns:a16="http://schemas.microsoft.com/office/drawing/2014/main" id="{15E4AF0E-8C03-B029-7917-56D8BEF5D4A9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0" name="Google Shape;4060;p40">
                  <a:extLst>
                    <a:ext uri="{FF2B5EF4-FFF2-40B4-BE49-F238E27FC236}">
                      <a16:creationId xmlns:a16="http://schemas.microsoft.com/office/drawing/2014/main" id="{10322766-B025-F25B-84C4-246662BA29B3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1" name="Google Shape;4061;p40">
                  <a:extLst>
                    <a:ext uri="{FF2B5EF4-FFF2-40B4-BE49-F238E27FC236}">
                      <a16:creationId xmlns:a16="http://schemas.microsoft.com/office/drawing/2014/main" id="{987FF8E7-8122-DA09-2B33-928CF7F11778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2" name="Google Shape;4062;p40">
                  <a:extLst>
                    <a:ext uri="{FF2B5EF4-FFF2-40B4-BE49-F238E27FC236}">
                      <a16:creationId xmlns:a16="http://schemas.microsoft.com/office/drawing/2014/main" id="{126BB313-0A4C-9F9C-0FDD-C509BE7FC34B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3" name="Google Shape;4063;p40">
                  <a:extLst>
                    <a:ext uri="{FF2B5EF4-FFF2-40B4-BE49-F238E27FC236}">
                      <a16:creationId xmlns:a16="http://schemas.microsoft.com/office/drawing/2014/main" id="{9B1081D5-200D-8EE9-56E9-D352E722D3B9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4" name="Google Shape;4064;p40">
                  <a:extLst>
                    <a:ext uri="{FF2B5EF4-FFF2-40B4-BE49-F238E27FC236}">
                      <a16:creationId xmlns:a16="http://schemas.microsoft.com/office/drawing/2014/main" id="{4FFB86F5-47D1-84FF-72DA-AA5C4501FA75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5" name="Google Shape;4065;p40">
                  <a:extLst>
                    <a:ext uri="{FF2B5EF4-FFF2-40B4-BE49-F238E27FC236}">
                      <a16:creationId xmlns:a16="http://schemas.microsoft.com/office/drawing/2014/main" id="{61BA8414-A3B0-DFF6-3B29-DD8131E74D49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6" name="Google Shape;4066;p40">
                  <a:extLst>
                    <a:ext uri="{FF2B5EF4-FFF2-40B4-BE49-F238E27FC236}">
                      <a16:creationId xmlns:a16="http://schemas.microsoft.com/office/drawing/2014/main" id="{DF1EDC7D-29C6-6552-6B5A-B4FC3E15BF7D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7" name="Google Shape;4067;p40">
                  <a:extLst>
                    <a:ext uri="{FF2B5EF4-FFF2-40B4-BE49-F238E27FC236}">
                      <a16:creationId xmlns:a16="http://schemas.microsoft.com/office/drawing/2014/main" id="{14C4CD8A-446F-04B1-94A3-267C4585F321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8" name="Google Shape;4068;p40">
                  <a:extLst>
                    <a:ext uri="{FF2B5EF4-FFF2-40B4-BE49-F238E27FC236}">
                      <a16:creationId xmlns:a16="http://schemas.microsoft.com/office/drawing/2014/main" id="{02C4486F-DF61-EC26-B4C9-C27AB2327A2A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9" name="Google Shape;4069;p40">
                  <a:extLst>
                    <a:ext uri="{FF2B5EF4-FFF2-40B4-BE49-F238E27FC236}">
                      <a16:creationId xmlns:a16="http://schemas.microsoft.com/office/drawing/2014/main" id="{13CA338D-D1AA-480E-34C4-6321953D2386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0" name="Google Shape;4070;p40">
                  <a:extLst>
                    <a:ext uri="{FF2B5EF4-FFF2-40B4-BE49-F238E27FC236}">
                      <a16:creationId xmlns:a16="http://schemas.microsoft.com/office/drawing/2014/main" id="{26DC3897-099B-BF8B-DB09-A6082DC7D127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1" name="Google Shape;4071;p40">
                  <a:extLst>
                    <a:ext uri="{FF2B5EF4-FFF2-40B4-BE49-F238E27FC236}">
                      <a16:creationId xmlns:a16="http://schemas.microsoft.com/office/drawing/2014/main" id="{3C280BE2-EABB-C79E-336C-D58E3CE631E0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2" name="Google Shape;4072;p40">
                  <a:extLst>
                    <a:ext uri="{FF2B5EF4-FFF2-40B4-BE49-F238E27FC236}">
                      <a16:creationId xmlns:a16="http://schemas.microsoft.com/office/drawing/2014/main" id="{A8DED85B-BFB3-72A1-D645-AC3DC438CE4E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3" name="Google Shape;4073;p40">
                  <a:extLst>
                    <a:ext uri="{FF2B5EF4-FFF2-40B4-BE49-F238E27FC236}">
                      <a16:creationId xmlns:a16="http://schemas.microsoft.com/office/drawing/2014/main" id="{119254F0-B52C-8F65-6C71-C9225B3260BB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4" name="Google Shape;4074;p40">
                  <a:extLst>
                    <a:ext uri="{FF2B5EF4-FFF2-40B4-BE49-F238E27FC236}">
                      <a16:creationId xmlns:a16="http://schemas.microsoft.com/office/drawing/2014/main" id="{9F9FD9D2-6E0A-A7C2-8B96-6B38D2CAB80F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5" name="Google Shape;4075;p40">
                  <a:extLst>
                    <a:ext uri="{FF2B5EF4-FFF2-40B4-BE49-F238E27FC236}">
                      <a16:creationId xmlns:a16="http://schemas.microsoft.com/office/drawing/2014/main" id="{F73EC39E-1201-B708-3061-37C5FA1BBFE7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6" name="Google Shape;4076;p40">
                  <a:extLst>
                    <a:ext uri="{FF2B5EF4-FFF2-40B4-BE49-F238E27FC236}">
                      <a16:creationId xmlns:a16="http://schemas.microsoft.com/office/drawing/2014/main" id="{20D7F56A-8478-5AB4-8E39-0ECAEB0390A9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7" name="Google Shape;4077;p40">
                  <a:extLst>
                    <a:ext uri="{FF2B5EF4-FFF2-40B4-BE49-F238E27FC236}">
                      <a16:creationId xmlns:a16="http://schemas.microsoft.com/office/drawing/2014/main" id="{70DC96B1-6BE2-FE6F-14EC-EB72C264A8B6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8" name="Google Shape;4078;p40">
                  <a:extLst>
                    <a:ext uri="{FF2B5EF4-FFF2-40B4-BE49-F238E27FC236}">
                      <a16:creationId xmlns:a16="http://schemas.microsoft.com/office/drawing/2014/main" id="{D82F0563-387E-63A6-E01F-B9EB1B59AC87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9" name="Google Shape;4079;p40">
                  <a:extLst>
                    <a:ext uri="{FF2B5EF4-FFF2-40B4-BE49-F238E27FC236}">
                      <a16:creationId xmlns:a16="http://schemas.microsoft.com/office/drawing/2014/main" id="{18AEFD89-A1A7-0825-0106-2403575D2422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0" name="Google Shape;4080;p40">
                  <a:extLst>
                    <a:ext uri="{FF2B5EF4-FFF2-40B4-BE49-F238E27FC236}">
                      <a16:creationId xmlns:a16="http://schemas.microsoft.com/office/drawing/2014/main" id="{5150428E-D937-9655-F959-F30BBCCE5D44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1" name="Google Shape;4081;p40">
                  <a:extLst>
                    <a:ext uri="{FF2B5EF4-FFF2-40B4-BE49-F238E27FC236}">
                      <a16:creationId xmlns:a16="http://schemas.microsoft.com/office/drawing/2014/main" id="{8C695F45-080B-8555-0F7D-4E883CE13A4C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2" name="Google Shape;4082;p40">
                  <a:extLst>
                    <a:ext uri="{FF2B5EF4-FFF2-40B4-BE49-F238E27FC236}">
                      <a16:creationId xmlns:a16="http://schemas.microsoft.com/office/drawing/2014/main" id="{DF61A0A2-95D6-5EB4-7B36-A66BCB94D718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3" name="Google Shape;4083;p40">
                  <a:extLst>
                    <a:ext uri="{FF2B5EF4-FFF2-40B4-BE49-F238E27FC236}">
                      <a16:creationId xmlns:a16="http://schemas.microsoft.com/office/drawing/2014/main" id="{9424A92B-C1A8-5DCF-4715-9E02107FFE96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4" name="Google Shape;4084;p40">
                  <a:extLst>
                    <a:ext uri="{FF2B5EF4-FFF2-40B4-BE49-F238E27FC236}">
                      <a16:creationId xmlns:a16="http://schemas.microsoft.com/office/drawing/2014/main" id="{E7FFD21A-B4BC-8CA8-CCF7-E356A001C329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5" name="Google Shape;4085;p40">
                  <a:extLst>
                    <a:ext uri="{FF2B5EF4-FFF2-40B4-BE49-F238E27FC236}">
                      <a16:creationId xmlns:a16="http://schemas.microsoft.com/office/drawing/2014/main" id="{B29B26F5-001A-A972-496D-EAE74BA714C1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6" name="Google Shape;4086;p40">
                  <a:extLst>
                    <a:ext uri="{FF2B5EF4-FFF2-40B4-BE49-F238E27FC236}">
                      <a16:creationId xmlns:a16="http://schemas.microsoft.com/office/drawing/2014/main" id="{32E31599-3D67-0681-93DA-04F95F84AF5F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7" name="Google Shape;4087;p40">
                  <a:extLst>
                    <a:ext uri="{FF2B5EF4-FFF2-40B4-BE49-F238E27FC236}">
                      <a16:creationId xmlns:a16="http://schemas.microsoft.com/office/drawing/2014/main" id="{C33BD9A4-AFAE-BFF5-FC44-FB9B84DE3784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8" name="Google Shape;4088;p40">
                  <a:extLst>
                    <a:ext uri="{FF2B5EF4-FFF2-40B4-BE49-F238E27FC236}">
                      <a16:creationId xmlns:a16="http://schemas.microsoft.com/office/drawing/2014/main" id="{CEE1BFD3-73F4-0081-0851-3D8D9AEA0048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9" name="Google Shape;4089;p40">
                  <a:extLst>
                    <a:ext uri="{FF2B5EF4-FFF2-40B4-BE49-F238E27FC236}">
                      <a16:creationId xmlns:a16="http://schemas.microsoft.com/office/drawing/2014/main" id="{1117377B-9866-5024-7913-3CA47B62C5FA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0" name="Google Shape;4090;p40">
                  <a:extLst>
                    <a:ext uri="{FF2B5EF4-FFF2-40B4-BE49-F238E27FC236}">
                      <a16:creationId xmlns:a16="http://schemas.microsoft.com/office/drawing/2014/main" id="{CD797E10-247A-4C46-23E8-3AC39A08BEC1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1" name="Google Shape;4091;p40">
                  <a:extLst>
                    <a:ext uri="{FF2B5EF4-FFF2-40B4-BE49-F238E27FC236}">
                      <a16:creationId xmlns:a16="http://schemas.microsoft.com/office/drawing/2014/main" id="{EAC9E4DD-A7B0-7606-AD1A-C2FFC2DDE9BA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2" name="Google Shape;4092;p40">
                  <a:extLst>
                    <a:ext uri="{FF2B5EF4-FFF2-40B4-BE49-F238E27FC236}">
                      <a16:creationId xmlns:a16="http://schemas.microsoft.com/office/drawing/2014/main" id="{94439627-D8F4-872E-74AB-46E4B5F320C3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3" name="Google Shape;4093;p40">
                  <a:extLst>
                    <a:ext uri="{FF2B5EF4-FFF2-40B4-BE49-F238E27FC236}">
                      <a16:creationId xmlns:a16="http://schemas.microsoft.com/office/drawing/2014/main" id="{96702A2D-4434-9A3C-F1E2-CF73062AE20C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4" name="Google Shape;4094;p40">
                  <a:extLst>
                    <a:ext uri="{FF2B5EF4-FFF2-40B4-BE49-F238E27FC236}">
                      <a16:creationId xmlns:a16="http://schemas.microsoft.com/office/drawing/2014/main" id="{EE1AEE1E-885E-A8DB-F82E-0B28CE7D6AE1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5" name="Google Shape;4095;p40">
                  <a:extLst>
                    <a:ext uri="{FF2B5EF4-FFF2-40B4-BE49-F238E27FC236}">
                      <a16:creationId xmlns:a16="http://schemas.microsoft.com/office/drawing/2014/main" id="{3940601F-9A1E-C351-DA01-FCD001E29925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6" name="Google Shape;4096;p40">
                  <a:extLst>
                    <a:ext uri="{FF2B5EF4-FFF2-40B4-BE49-F238E27FC236}">
                      <a16:creationId xmlns:a16="http://schemas.microsoft.com/office/drawing/2014/main" id="{00C2709A-69DB-92CB-4B8E-D5C10BD67EAD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7" name="Google Shape;4097;p40">
                  <a:extLst>
                    <a:ext uri="{FF2B5EF4-FFF2-40B4-BE49-F238E27FC236}">
                      <a16:creationId xmlns:a16="http://schemas.microsoft.com/office/drawing/2014/main" id="{F0C7A686-3EB7-EFD2-60FB-D9718406BA8B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8" name="Google Shape;4098;p40">
                  <a:extLst>
                    <a:ext uri="{FF2B5EF4-FFF2-40B4-BE49-F238E27FC236}">
                      <a16:creationId xmlns:a16="http://schemas.microsoft.com/office/drawing/2014/main" id="{AD85388E-792D-366B-CE32-AEB1ECEAD7A6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9" name="Google Shape;4099;p40">
                  <a:extLst>
                    <a:ext uri="{FF2B5EF4-FFF2-40B4-BE49-F238E27FC236}">
                      <a16:creationId xmlns:a16="http://schemas.microsoft.com/office/drawing/2014/main" id="{53D1A6DC-8F5D-8C9B-84DB-3930BA655FEE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0" name="Google Shape;4100;p40">
                  <a:extLst>
                    <a:ext uri="{FF2B5EF4-FFF2-40B4-BE49-F238E27FC236}">
                      <a16:creationId xmlns:a16="http://schemas.microsoft.com/office/drawing/2014/main" id="{87E3BC7E-6CC8-BBF8-98F6-5A6F122F4EB7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1" name="Google Shape;4101;p40">
                  <a:extLst>
                    <a:ext uri="{FF2B5EF4-FFF2-40B4-BE49-F238E27FC236}">
                      <a16:creationId xmlns:a16="http://schemas.microsoft.com/office/drawing/2014/main" id="{AF78AE1D-4FB5-B77D-E33F-7B1D583D9A13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2" name="Google Shape;4102;p40">
                  <a:extLst>
                    <a:ext uri="{FF2B5EF4-FFF2-40B4-BE49-F238E27FC236}">
                      <a16:creationId xmlns:a16="http://schemas.microsoft.com/office/drawing/2014/main" id="{6A5EC48C-F80F-8912-6609-0FFFF20D2EDE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03" name="Google Shape;4103;p40">
              <a:extLst>
                <a:ext uri="{FF2B5EF4-FFF2-40B4-BE49-F238E27FC236}">
                  <a16:creationId xmlns:a16="http://schemas.microsoft.com/office/drawing/2014/main" id="{0F2CFA86-C8E8-8831-A8E1-BA0D54D32008}"/>
                </a:ext>
              </a:extLst>
            </p:cNvPr>
            <p:cNvGrpSpPr/>
            <p:nvPr/>
          </p:nvGrpSpPr>
          <p:grpSpPr>
            <a:xfrm>
              <a:off x="6722850" y="1544650"/>
              <a:ext cx="762741" cy="1311760"/>
              <a:chOff x="5309625" y="6138225"/>
              <a:chExt cx="762741" cy="1311760"/>
            </a:xfrm>
          </p:grpSpPr>
          <p:sp>
            <p:nvSpPr>
              <p:cNvPr id="4104" name="Google Shape;4104;p40">
                <a:extLst>
                  <a:ext uri="{FF2B5EF4-FFF2-40B4-BE49-F238E27FC236}">
                    <a16:creationId xmlns:a16="http://schemas.microsoft.com/office/drawing/2014/main" id="{5F16E6D3-5922-278B-76B7-A17F8407935A}"/>
                  </a:ext>
                </a:extLst>
              </p:cNvPr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40">
                <a:extLst>
                  <a:ext uri="{FF2B5EF4-FFF2-40B4-BE49-F238E27FC236}">
                    <a16:creationId xmlns:a16="http://schemas.microsoft.com/office/drawing/2014/main" id="{5C992B5A-483C-574E-B709-07E350C36753}"/>
                  </a:ext>
                </a:extLst>
              </p:cNvPr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40">
                <a:extLst>
                  <a:ext uri="{FF2B5EF4-FFF2-40B4-BE49-F238E27FC236}">
                    <a16:creationId xmlns:a16="http://schemas.microsoft.com/office/drawing/2014/main" id="{27CF2DAB-4F8D-798F-7D94-25EAD7664D65}"/>
                  </a:ext>
                </a:extLst>
              </p:cNvPr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40">
                <a:extLst>
                  <a:ext uri="{FF2B5EF4-FFF2-40B4-BE49-F238E27FC236}">
                    <a16:creationId xmlns:a16="http://schemas.microsoft.com/office/drawing/2014/main" id="{96E46045-9B01-0EB6-B72E-0469AEDADE31}"/>
                  </a:ext>
                </a:extLst>
              </p:cNvPr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40">
                <a:extLst>
                  <a:ext uri="{FF2B5EF4-FFF2-40B4-BE49-F238E27FC236}">
                    <a16:creationId xmlns:a16="http://schemas.microsoft.com/office/drawing/2014/main" id="{C77EFA4C-2B05-959A-FE14-2939363D8CF7}"/>
                  </a:ext>
                </a:extLst>
              </p:cNvPr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40">
                <a:extLst>
                  <a:ext uri="{FF2B5EF4-FFF2-40B4-BE49-F238E27FC236}">
                    <a16:creationId xmlns:a16="http://schemas.microsoft.com/office/drawing/2014/main" id="{2E6994E0-FA2A-EF4D-2539-B3FD46D8B9A5}"/>
                  </a:ext>
                </a:extLst>
              </p:cNvPr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40">
                <a:extLst>
                  <a:ext uri="{FF2B5EF4-FFF2-40B4-BE49-F238E27FC236}">
                    <a16:creationId xmlns:a16="http://schemas.microsoft.com/office/drawing/2014/main" id="{02E5F6FD-4847-99CE-1B5F-AF2E4DE29DA9}"/>
                  </a:ext>
                </a:extLst>
              </p:cNvPr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40">
                <a:extLst>
                  <a:ext uri="{FF2B5EF4-FFF2-40B4-BE49-F238E27FC236}">
                    <a16:creationId xmlns:a16="http://schemas.microsoft.com/office/drawing/2014/main" id="{D4C3CF2C-5A94-A695-8A09-620A82E8E263}"/>
                  </a:ext>
                </a:extLst>
              </p:cNvPr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40">
                <a:extLst>
                  <a:ext uri="{FF2B5EF4-FFF2-40B4-BE49-F238E27FC236}">
                    <a16:creationId xmlns:a16="http://schemas.microsoft.com/office/drawing/2014/main" id="{520F033A-0274-3484-00EC-7EBD213BD097}"/>
                  </a:ext>
                </a:extLst>
              </p:cNvPr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40">
                <a:extLst>
                  <a:ext uri="{FF2B5EF4-FFF2-40B4-BE49-F238E27FC236}">
                    <a16:creationId xmlns:a16="http://schemas.microsoft.com/office/drawing/2014/main" id="{DC1EB390-516D-8E0B-21F9-12DF39C93C48}"/>
                  </a:ext>
                </a:extLst>
              </p:cNvPr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40">
                <a:extLst>
                  <a:ext uri="{FF2B5EF4-FFF2-40B4-BE49-F238E27FC236}">
                    <a16:creationId xmlns:a16="http://schemas.microsoft.com/office/drawing/2014/main" id="{C4062924-5648-AC68-9097-5334DB43A88A}"/>
                  </a:ext>
                </a:extLst>
              </p:cNvPr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40">
                <a:extLst>
                  <a:ext uri="{FF2B5EF4-FFF2-40B4-BE49-F238E27FC236}">
                    <a16:creationId xmlns:a16="http://schemas.microsoft.com/office/drawing/2014/main" id="{92FF8832-C32F-A859-B4FE-A89453236C70}"/>
                  </a:ext>
                </a:extLst>
              </p:cNvPr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40">
                <a:extLst>
                  <a:ext uri="{FF2B5EF4-FFF2-40B4-BE49-F238E27FC236}">
                    <a16:creationId xmlns:a16="http://schemas.microsoft.com/office/drawing/2014/main" id="{126F1971-4792-6453-1616-07DB7194C99C}"/>
                  </a:ext>
                </a:extLst>
              </p:cNvPr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40">
                <a:extLst>
                  <a:ext uri="{FF2B5EF4-FFF2-40B4-BE49-F238E27FC236}">
                    <a16:creationId xmlns:a16="http://schemas.microsoft.com/office/drawing/2014/main" id="{66EBF76E-D363-7620-B16B-5D824DE895FA}"/>
                  </a:ext>
                </a:extLst>
              </p:cNvPr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40">
                <a:extLst>
                  <a:ext uri="{FF2B5EF4-FFF2-40B4-BE49-F238E27FC236}">
                    <a16:creationId xmlns:a16="http://schemas.microsoft.com/office/drawing/2014/main" id="{BF8817A5-9141-9E27-5E75-C9CA8C3825E6}"/>
                  </a:ext>
                </a:extLst>
              </p:cNvPr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40">
                <a:extLst>
                  <a:ext uri="{FF2B5EF4-FFF2-40B4-BE49-F238E27FC236}">
                    <a16:creationId xmlns:a16="http://schemas.microsoft.com/office/drawing/2014/main" id="{ECB8F618-29D2-8518-3E6D-12D2A8097226}"/>
                  </a:ext>
                </a:extLst>
              </p:cNvPr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40">
                <a:extLst>
                  <a:ext uri="{FF2B5EF4-FFF2-40B4-BE49-F238E27FC236}">
                    <a16:creationId xmlns:a16="http://schemas.microsoft.com/office/drawing/2014/main" id="{B5BC721E-DCEB-D0C3-03EC-73EA6351A2B5}"/>
                  </a:ext>
                </a:extLst>
              </p:cNvPr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40">
                <a:extLst>
                  <a:ext uri="{FF2B5EF4-FFF2-40B4-BE49-F238E27FC236}">
                    <a16:creationId xmlns:a16="http://schemas.microsoft.com/office/drawing/2014/main" id="{51911481-F2AB-E0CF-4CC5-0FAE67CA869F}"/>
                  </a:ext>
                </a:extLst>
              </p:cNvPr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40">
                <a:extLst>
                  <a:ext uri="{FF2B5EF4-FFF2-40B4-BE49-F238E27FC236}">
                    <a16:creationId xmlns:a16="http://schemas.microsoft.com/office/drawing/2014/main" id="{EED6E2D8-1EA8-876D-2FC9-40C140E7FAF3}"/>
                  </a:ext>
                </a:extLst>
              </p:cNvPr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40">
                <a:extLst>
                  <a:ext uri="{FF2B5EF4-FFF2-40B4-BE49-F238E27FC236}">
                    <a16:creationId xmlns:a16="http://schemas.microsoft.com/office/drawing/2014/main" id="{13458FE4-6D59-01D1-B0C2-1EE94FB338E5}"/>
                  </a:ext>
                </a:extLst>
              </p:cNvPr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40">
                <a:extLst>
                  <a:ext uri="{FF2B5EF4-FFF2-40B4-BE49-F238E27FC236}">
                    <a16:creationId xmlns:a16="http://schemas.microsoft.com/office/drawing/2014/main" id="{C5B838CC-8263-0187-0452-F97253980645}"/>
                  </a:ext>
                </a:extLst>
              </p:cNvPr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40">
                <a:extLst>
                  <a:ext uri="{FF2B5EF4-FFF2-40B4-BE49-F238E27FC236}">
                    <a16:creationId xmlns:a16="http://schemas.microsoft.com/office/drawing/2014/main" id="{9C476730-16BB-0B1B-34B3-51622E0FA325}"/>
                  </a:ext>
                </a:extLst>
              </p:cNvPr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40">
                <a:extLst>
                  <a:ext uri="{FF2B5EF4-FFF2-40B4-BE49-F238E27FC236}">
                    <a16:creationId xmlns:a16="http://schemas.microsoft.com/office/drawing/2014/main" id="{1382745F-4FF1-CF20-420B-326F59DC7766}"/>
                  </a:ext>
                </a:extLst>
              </p:cNvPr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40">
                <a:extLst>
                  <a:ext uri="{FF2B5EF4-FFF2-40B4-BE49-F238E27FC236}">
                    <a16:creationId xmlns:a16="http://schemas.microsoft.com/office/drawing/2014/main" id="{D8BBFCB8-D62A-5EBB-A938-4B677B333C83}"/>
                  </a:ext>
                </a:extLst>
              </p:cNvPr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40">
                <a:extLst>
                  <a:ext uri="{FF2B5EF4-FFF2-40B4-BE49-F238E27FC236}">
                    <a16:creationId xmlns:a16="http://schemas.microsoft.com/office/drawing/2014/main" id="{AD43936A-9C16-9F59-16E8-6B21DDFE4C1D}"/>
                  </a:ext>
                </a:extLst>
              </p:cNvPr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40">
                <a:extLst>
                  <a:ext uri="{FF2B5EF4-FFF2-40B4-BE49-F238E27FC236}">
                    <a16:creationId xmlns:a16="http://schemas.microsoft.com/office/drawing/2014/main" id="{2286A12F-B791-0992-8F3F-8F54967BF06F}"/>
                  </a:ext>
                </a:extLst>
              </p:cNvPr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40">
                <a:extLst>
                  <a:ext uri="{FF2B5EF4-FFF2-40B4-BE49-F238E27FC236}">
                    <a16:creationId xmlns:a16="http://schemas.microsoft.com/office/drawing/2014/main" id="{D455870D-FF3A-068A-A8E1-32CF975F0B20}"/>
                  </a:ext>
                </a:extLst>
              </p:cNvPr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40">
                <a:extLst>
                  <a:ext uri="{FF2B5EF4-FFF2-40B4-BE49-F238E27FC236}">
                    <a16:creationId xmlns:a16="http://schemas.microsoft.com/office/drawing/2014/main" id="{C679627B-0695-89BF-FDF3-171378BB1C82}"/>
                  </a:ext>
                </a:extLst>
              </p:cNvPr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40">
                <a:extLst>
                  <a:ext uri="{FF2B5EF4-FFF2-40B4-BE49-F238E27FC236}">
                    <a16:creationId xmlns:a16="http://schemas.microsoft.com/office/drawing/2014/main" id="{B21050D7-CC21-4C4F-111B-59739861ECC2}"/>
                  </a:ext>
                </a:extLst>
              </p:cNvPr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40">
                <a:extLst>
                  <a:ext uri="{FF2B5EF4-FFF2-40B4-BE49-F238E27FC236}">
                    <a16:creationId xmlns:a16="http://schemas.microsoft.com/office/drawing/2014/main" id="{FCAA5F1F-317F-515B-AC01-37A1E6908F0B}"/>
                  </a:ext>
                </a:extLst>
              </p:cNvPr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40">
                <a:extLst>
                  <a:ext uri="{FF2B5EF4-FFF2-40B4-BE49-F238E27FC236}">
                    <a16:creationId xmlns:a16="http://schemas.microsoft.com/office/drawing/2014/main" id="{BA955520-9286-8C92-9C86-3667102ABFAE}"/>
                  </a:ext>
                </a:extLst>
              </p:cNvPr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40">
                <a:extLst>
                  <a:ext uri="{FF2B5EF4-FFF2-40B4-BE49-F238E27FC236}">
                    <a16:creationId xmlns:a16="http://schemas.microsoft.com/office/drawing/2014/main" id="{3837D7DF-1F28-C6C0-AC19-8717A0B70957}"/>
                  </a:ext>
                </a:extLst>
              </p:cNvPr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40">
                <a:extLst>
                  <a:ext uri="{FF2B5EF4-FFF2-40B4-BE49-F238E27FC236}">
                    <a16:creationId xmlns:a16="http://schemas.microsoft.com/office/drawing/2014/main" id="{811E6F25-8613-6BF7-5EFA-A009BB2203EE}"/>
                  </a:ext>
                </a:extLst>
              </p:cNvPr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40">
                <a:extLst>
                  <a:ext uri="{FF2B5EF4-FFF2-40B4-BE49-F238E27FC236}">
                    <a16:creationId xmlns:a16="http://schemas.microsoft.com/office/drawing/2014/main" id="{25025B75-E5EA-AE27-0CA1-4475FD81F0E7}"/>
                  </a:ext>
                </a:extLst>
              </p:cNvPr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40">
                <a:extLst>
                  <a:ext uri="{FF2B5EF4-FFF2-40B4-BE49-F238E27FC236}">
                    <a16:creationId xmlns:a16="http://schemas.microsoft.com/office/drawing/2014/main" id="{EB559674-6924-2B88-5EC4-B684988BC474}"/>
                  </a:ext>
                </a:extLst>
              </p:cNvPr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9" name="Google Shape;4139;p40">
              <a:extLst>
                <a:ext uri="{FF2B5EF4-FFF2-40B4-BE49-F238E27FC236}">
                  <a16:creationId xmlns:a16="http://schemas.microsoft.com/office/drawing/2014/main" id="{F0722640-565E-0796-CA02-5132452980C4}"/>
                </a:ext>
              </a:extLst>
            </p:cNvPr>
            <p:cNvGrpSpPr/>
            <p:nvPr/>
          </p:nvGrpSpPr>
          <p:grpSpPr>
            <a:xfrm>
              <a:off x="7236625" y="3453800"/>
              <a:ext cx="1314274" cy="809400"/>
              <a:chOff x="5522300" y="5335650"/>
              <a:chExt cx="1314274" cy="809400"/>
            </a:xfrm>
          </p:grpSpPr>
          <p:sp>
            <p:nvSpPr>
              <p:cNvPr id="4140" name="Google Shape;4140;p40">
                <a:extLst>
                  <a:ext uri="{FF2B5EF4-FFF2-40B4-BE49-F238E27FC236}">
                    <a16:creationId xmlns:a16="http://schemas.microsoft.com/office/drawing/2014/main" id="{B2F78425-C706-5D71-7E0A-7AD9372A7ED0}"/>
                  </a:ext>
                </a:extLst>
              </p:cNvPr>
              <p:cNvSpPr/>
              <p:nvPr/>
            </p:nvSpPr>
            <p:spPr>
              <a:xfrm>
                <a:off x="5522300" y="5959482"/>
                <a:ext cx="311312" cy="185568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3226" extrusionOk="0">
                    <a:moveTo>
                      <a:pt x="2730" y="0"/>
                    </a:moveTo>
                    <a:lnTo>
                      <a:pt x="1" y="1512"/>
                    </a:lnTo>
                    <a:lnTo>
                      <a:pt x="3108" y="3225"/>
                    </a:lnTo>
                    <a:lnTo>
                      <a:pt x="5033" y="3048"/>
                    </a:lnTo>
                    <a:lnTo>
                      <a:pt x="5411" y="1855"/>
                    </a:lnTo>
                    <a:lnTo>
                      <a:pt x="273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40">
                <a:extLst>
                  <a:ext uri="{FF2B5EF4-FFF2-40B4-BE49-F238E27FC236}">
                    <a16:creationId xmlns:a16="http://schemas.microsoft.com/office/drawing/2014/main" id="{409F363A-FF8E-1046-AD67-85B7610A09D6}"/>
                  </a:ext>
                </a:extLst>
              </p:cNvPr>
              <p:cNvSpPr/>
              <p:nvPr/>
            </p:nvSpPr>
            <p:spPr>
              <a:xfrm>
                <a:off x="6728491" y="5355380"/>
                <a:ext cx="8858" cy="72076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253" extrusionOk="0">
                    <a:moveTo>
                      <a:pt x="154" y="0"/>
                    </a:moveTo>
                    <a:lnTo>
                      <a:pt x="0" y="83"/>
                    </a:lnTo>
                    <a:lnTo>
                      <a:pt x="0" y="1253"/>
                    </a:lnTo>
                    <a:lnTo>
                      <a:pt x="154" y="117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40">
                <a:extLst>
                  <a:ext uri="{FF2B5EF4-FFF2-40B4-BE49-F238E27FC236}">
                    <a16:creationId xmlns:a16="http://schemas.microsoft.com/office/drawing/2014/main" id="{4DCB42AD-05BD-7941-3AC3-DFB3E7BA042C}"/>
                  </a:ext>
                </a:extLst>
              </p:cNvPr>
              <p:cNvSpPr/>
              <p:nvPr/>
            </p:nvSpPr>
            <p:spPr>
              <a:xfrm>
                <a:off x="5720753" y="5941133"/>
                <a:ext cx="66611" cy="169231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294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1158" y="2942"/>
                    </a:lnTo>
                    <a:lnTo>
                      <a:pt x="1158" y="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40">
                <a:extLst>
                  <a:ext uri="{FF2B5EF4-FFF2-40B4-BE49-F238E27FC236}">
                    <a16:creationId xmlns:a16="http://schemas.microsoft.com/office/drawing/2014/main" id="{C1F33182-CD25-40ED-FA39-1A53B5BC8E98}"/>
                  </a:ext>
                </a:extLst>
              </p:cNvPr>
              <p:cNvSpPr/>
              <p:nvPr/>
            </p:nvSpPr>
            <p:spPr>
              <a:xfrm>
                <a:off x="5679279" y="5926867"/>
                <a:ext cx="33363" cy="150191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611" extrusionOk="0">
                    <a:moveTo>
                      <a:pt x="1" y="0"/>
                    </a:moveTo>
                    <a:lnTo>
                      <a:pt x="1" y="2280"/>
                    </a:lnTo>
                    <a:lnTo>
                      <a:pt x="579" y="2611"/>
                    </a:lnTo>
                    <a:lnTo>
                      <a:pt x="579" y="3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40">
                <a:extLst>
                  <a:ext uri="{FF2B5EF4-FFF2-40B4-BE49-F238E27FC236}">
                    <a16:creationId xmlns:a16="http://schemas.microsoft.com/office/drawing/2014/main" id="{70AA70B4-D3C8-927F-5755-37CEA68EBBB7}"/>
                  </a:ext>
                </a:extLst>
              </p:cNvPr>
              <p:cNvSpPr/>
              <p:nvPr/>
            </p:nvSpPr>
            <p:spPr>
              <a:xfrm>
                <a:off x="5712585" y="5941133"/>
                <a:ext cx="8226" cy="13592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63" extrusionOk="0">
                    <a:moveTo>
                      <a:pt x="142" y="0"/>
                    </a:moveTo>
                    <a:lnTo>
                      <a:pt x="0" y="95"/>
                    </a:lnTo>
                    <a:lnTo>
                      <a:pt x="0" y="2363"/>
                    </a:lnTo>
                    <a:lnTo>
                      <a:pt x="142" y="2280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40">
                <a:extLst>
                  <a:ext uri="{FF2B5EF4-FFF2-40B4-BE49-F238E27FC236}">
                    <a16:creationId xmlns:a16="http://schemas.microsoft.com/office/drawing/2014/main" id="{E5784579-9DBC-B442-AAC7-293D3DC2D7DE}"/>
                  </a:ext>
                </a:extLst>
              </p:cNvPr>
              <p:cNvSpPr/>
              <p:nvPr/>
            </p:nvSpPr>
            <p:spPr>
              <a:xfrm>
                <a:off x="5811811" y="5413133"/>
                <a:ext cx="1024763" cy="721735"/>
              </a:xfrm>
              <a:custGeom>
                <a:avLst/>
                <a:gdLst/>
                <a:ahLst/>
                <a:cxnLst/>
                <a:rect l="l" t="t" r="r" b="b"/>
                <a:pathLst>
                  <a:path w="17815" h="12547" extrusionOk="0">
                    <a:moveTo>
                      <a:pt x="17815" y="0"/>
                    </a:moveTo>
                    <a:lnTo>
                      <a:pt x="0" y="10278"/>
                    </a:lnTo>
                    <a:lnTo>
                      <a:pt x="0" y="12546"/>
                    </a:lnTo>
                    <a:lnTo>
                      <a:pt x="17815" y="2257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40">
                <a:extLst>
                  <a:ext uri="{FF2B5EF4-FFF2-40B4-BE49-F238E27FC236}">
                    <a16:creationId xmlns:a16="http://schemas.microsoft.com/office/drawing/2014/main" id="{2AAC466D-CDAF-ADF5-F66D-30757BE5E1D9}"/>
                  </a:ext>
                </a:extLst>
              </p:cNvPr>
              <p:cNvSpPr/>
              <p:nvPr/>
            </p:nvSpPr>
            <p:spPr>
              <a:xfrm>
                <a:off x="5679279" y="5335650"/>
                <a:ext cx="1157295" cy="668699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11625" extrusionOk="0">
                    <a:moveTo>
                      <a:pt x="17815" y="1"/>
                    </a:moveTo>
                    <a:lnTo>
                      <a:pt x="1" y="10278"/>
                    </a:lnTo>
                    <a:lnTo>
                      <a:pt x="579" y="10621"/>
                    </a:lnTo>
                    <a:lnTo>
                      <a:pt x="721" y="10526"/>
                    </a:lnTo>
                    <a:lnTo>
                      <a:pt x="1879" y="11200"/>
                    </a:lnTo>
                    <a:lnTo>
                      <a:pt x="1737" y="11282"/>
                    </a:lnTo>
                    <a:lnTo>
                      <a:pt x="2304" y="11625"/>
                    </a:lnTo>
                    <a:lnTo>
                      <a:pt x="20119" y="1347"/>
                    </a:lnTo>
                    <a:lnTo>
                      <a:pt x="19540" y="1005"/>
                    </a:lnTo>
                    <a:lnTo>
                      <a:pt x="19398" y="1099"/>
                    </a:lnTo>
                    <a:lnTo>
                      <a:pt x="18240" y="426"/>
                    </a:lnTo>
                    <a:lnTo>
                      <a:pt x="18394" y="343"/>
                    </a:lnTo>
                    <a:lnTo>
                      <a:pt x="17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40">
                <a:extLst>
                  <a:ext uri="{FF2B5EF4-FFF2-40B4-BE49-F238E27FC236}">
                    <a16:creationId xmlns:a16="http://schemas.microsoft.com/office/drawing/2014/main" id="{544E555B-0680-D048-1D60-D094C7FCC405}"/>
                  </a:ext>
                </a:extLst>
              </p:cNvPr>
              <p:cNvSpPr/>
              <p:nvPr/>
            </p:nvSpPr>
            <p:spPr>
              <a:xfrm>
                <a:off x="5747213" y="5525244"/>
                <a:ext cx="762518" cy="439012"/>
              </a:xfrm>
              <a:custGeom>
                <a:avLst/>
                <a:gdLst/>
                <a:ahLst/>
                <a:cxnLst/>
                <a:rect l="l" t="t" r="r" b="b"/>
                <a:pathLst>
                  <a:path w="13256" h="7632" extrusionOk="0">
                    <a:moveTo>
                      <a:pt x="12688" y="1"/>
                    </a:moveTo>
                    <a:lnTo>
                      <a:pt x="1" y="7313"/>
                    </a:lnTo>
                    <a:lnTo>
                      <a:pt x="568" y="7632"/>
                    </a:lnTo>
                    <a:lnTo>
                      <a:pt x="12688" y="639"/>
                    </a:lnTo>
                    <a:lnTo>
                      <a:pt x="13255" y="308"/>
                    </a:lnTo>
                    <a:lnTo>
                      <a:pt x="12688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40">
                <a:extLst>
                  <a:ext uri="{FF2B5EF4-FFF2-40B4-BE49-F238E27FC236}">
                    <a16:creationId xmlns:a16="http://schemas.microsoft.com/office/drawing/2014/main" id="{0C83D951-B032-754B-A809-0CEAEC2F9EEC}"/>
                  </a:ext>
                </a:extLst>
              </p:cNvPr>
              <p:cNvSpPr/>
              <p:nvPr/>
            </p:nvSpPr>
            <p:spPr>
              <a:xfrm>
                <a:off x="6519166" y="5373730"/>
                <a:ext cx="250798" cy="145474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29" extrusionOk="0">
                    <a:moveTo>
                      <a:pt x="3816" y="0"/>
                    </a:moveTo>
                    <a:lnTo>
                      <a:pt x="1" y="2209"/>
                    </a:lnTo>
                    <a:lnTo>
                      <a:pt x="556" y="2528"/>
                    </a:lnTo>
                    <a:lnTo>
                      <a:pt x="3816" y="650"/>
                    </a:lnTo>
                    <a:lnTo>
                      <a:pt x="4360" y="331"/>
                    </a:lnTo>
                    <a:lnTo>
                      <a:pt x="381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40">
                <a:extLst>
                  <a:ext uri="{FF2B5EF4-FFF2-40B4-BE49-F238E27FC236}">
                    <a16:creationId xmlns:a16="http://schemas.microsoft.com/office/drawing/2014/main" id="{52EF270A-32EC-4400-C86B-84468E8E4FD6}"/>
                  </a:ext>
                </a:extLst>
              </p:cNvPr>
              <p:cNvSpPr/>
              <p:nvPr/>
            </p:nvSpPr>
            <p:spPr>
              <a:xfrm>
                <a:off x="5707810" y="5916685"/>
                <a:ext cx="38137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40">
                <a:extLst>
                  <a:ext uri="{FF2B5EF4-FFF2-40B4-BE49-F238E27FC236}">
                    <a16:creationId xmlns:a16="http://schemas.microsoft.com/office/drawing/2014/main" id="{358AC87B-1307-61F2-AF94-36CF19DBE15C}"/>
                  </a:ext>
                </a:extLst>
              </p:cNvPr>
              <p:cNvSpPr/>
              <p:nvPr/>
            </p:nvSpPr>
            <p:spPr>
              <a:xfrm>
                <a:off x="5732948" y="590173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40">
                <a:extLst>
                  <a:ext uri="{FF2B5EF4-FFF2-40B4-BE49-F238E27FC236}">
                    <a16:creationId xmlns:a16="http://schemas.microsoft.com/office/drawing/2014/main" id="{E1E9F211-01F7-E3F1-83A3-44FE0B258C58}"/>
                  </a:ext>
                </a:extLst>
              </p:cNvPr>
              <p:cNvSpPr/>
              <p:nvPr/>
            </p:nvSpPr>
            <p:spPr>
              <a:xfrm>
                <a:off x="5759466" y="5886774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40">
                <a:extLst>
                  <a:ext uri="{FF2B5EF4-FFF2-40B4-BE49-F238E27FC236}">
                    <a16:creationId xmlns:a16="http://schemas.microsoft.com/office/drawing/2014/main" id="{57705AD6-5905-4FC4-482D-4DDBA5331B35}"/>
                  </a:ext>
                </a:extLst>
              </p:cNvPr>
              <p:cNvSpPr/>
              <p:nvPr/>
            </p:nvSpPr>
            <p:spPr>
              <a:xfrm>
                <a:off x="5784603" y="587181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201" y="0"/>
                    </a:moveTo>
                    <a:lnTo>
                      <a:pt x="1" y="107"/>
                    </a:lnTo>
                    <a:lnTo>
                      <a:pt x="497" y="378"/>
                    </a:lnTo>
                    <a:lnTo>
                      <a:pt x="662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40">
                <a:extLst>
                  <a:ext uri="{FF2B5EF4-FFF2-40B4-BE49-F238E27FC236}">
                    <a16:creationId xmlns:a16="http://schemas.microsoft.com/office/drawing/2014/main" id="{0872B853-8AF3-F1AE-5CD2-4D007FECEB8C}"/>
                  </a:ext>
                </a:extLst>
              </p:cNvPr>
              <p:cNvSpPr/>
              <p:nvPr/>
            </p:nvSpPr>
            <p:spPr>
              <a:xfrm>
                <a:off x="5810431" y="5857552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40">
                <a:extLst>
                  <a:ext uri="{FF2B5EF4-FFF2-40B4-BE49-F238E27FC236}">
                    <a16:creationId xmlns:a16="http://schemas.microsoft.com/office/drawing/2014/main" id="{1F01EA1E-A1D7-CFC4-690D-265B45DB9DD2}"/>
                  </a:ext>
                </a:extLst>
              </p:cNvPr>
              <p:cNvSpPr/>
              <p:nvPr/>
            </p:nvSpPr>
            <p:spPr>
              <a:xfrm>
                <a:off x="5836948" y="5841906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40">
                <a:extLst>
                  <a:ext uri="{FF2B5EF4-FFF2-40B4-BE49-F238E27FC236}">
                    <a16:creationId xmlns:a16="http://schemas.microsoft.com/office/drawing/2014/main" id="{D49F1B6F-2881-3656-50F0-5B514272E94D}"/>
                  </a:ext>
                </a:extLst>
              </p:cNvPr>
              <p:cNvSpPr/>
              <p:nvPr/>
            </p:nvSpPr>
            <p:spPr>
              <a:xfrm>
                <a:off x="5862086" y="5827640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40">
                <a:extLst>
                  <a:ext uri="{FF2B5EF4-FFF2-40B4-BE49-F238E27FC236}">
                    <a16:creationId xmlns:a16="http://schemas.microsoft.com/office/drawing/2014/main" id="{9AAA1D9F-A64B-E652-3F7C-FD3F268EA141}"/>
                  </a:ext>
                </a:extLst>
              </p:cNvPr>
              <p:cNvSpPr/>
              <p:nvPr/>
            </p:nvSpPr>
            <p:spPr>
              <a:xfrm>
                <a:off x="5887913" y="5811994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40">
                <a:extLst>
                  <a:ext uri="{FF2B5EF4-FFF2-40B4-BE49-F238E27FC236}">
                    <a16:creationId xmlns:a16="http://schemas.microsoft.com/office/drawing/2014/main" id="{75AC6581-430C-BE5F-10A8-CF71DB344E6F}"/>
                  </a:ext>
                </a:extLst>
              </p:cNvPr>
              <p:cNvSpPr/>
              <p:nvPr/>
            </p:nvSpPr>
            <p:spPr>
              <a:xfrm>
                <a:off x="5913741" y="5797038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84" y="403"/>
                    </a:lnTo>
                    <a:lnTo>
                      <a:pt x="674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40">
                <a:extLst>
                  <a:ext uri="{FF2B5EF4-FFF2-40B4-BE49-F238E27FC236}">
                    <a16:creationId xmlns:a16="http://schemas.microsoft.com/office/drawing/2014/main" id="{A625A17C-FB1A-0AD5-BB08-BAFE5168B729}"/>
                  </a:ext>
                </a:extLst>
              </p:cNvPr>
              <p:cNvSpPr/>
              <p:nvPr/>
            </p:nvSpPr>
            <p:spPr>
              <a:xfrm>
                <a:off x="5939569" y="5782773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4" y="379"/>
                    </a:lnTo>
                    <a:lnTo>
                      <a:pt x="673" y="2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40">
                <a:extLst>
                  <a:ext uri="{FF2B5EF4-FFF2-40B4-BE49-F238E27FC236}">
                    <a16:creationId xmlns:a16="http://schemas.microsoft.com/office/drawing/2014/main" id="{9131A511-BBD1-B74D-5DA4-A8DF375E1719}"/>
                  </a:ext>
                </a:extLst>
              </p:cNvPr>
              <p:cNvSpPr/>
              <p:nvPr/>
            </p:nvSpPr>
            <p:spPr>
              <a:xfrm>
                <a:off x="5964706" y="5767184"/>
                <a:ext cx="3946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85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40">
                <a:extLst>
                  <a:ext uri="{FF2B5EF4-FFF2-40B4-BE49-F238E27FC236}">
                    <a16:creationId xmlns:a16="http://schemas.microsoft.com/office/drawing/2014/main" id="{7669D84D-7AA6-A04A-19BD-F42E1C1BA1C5}"/>
                  </a:ext>
                </a:extLst>
              </p:cNvPr>
              <p:cNvSpPr/>
              <p:nvPr/>
            </p:nvSpPr>
            <p:spPr>
              <a:xfrm>
                <a:off x="5991166" y="5752919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40">
                <a:extLst>
                  <a:ext uri="{FF2B5EF4-FFF2-40B4-BE49-F238E27FC236}">
                    <a16:creationId xmlns:a16="http://schemas.microsoft.com/office/drawing/2014/main" id="{0703EC4D-E359-FDB2-C020-C180E775DB43}"/>
                  </a:ext>
                </a:extLst>
              </p:cNvPr>
              <p:cNvSpPr/>
              <p:nvPr/>
            </p:nvSpPr>
            <p:spPr>
              <a:xfrm>
                <a:off x="6016994" y="5737273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190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40">
                <a:extLst>
                  <a:ext uri="{FF2B5EF4-FFF2-40B4-BE49-F238E27FC236}">
                    <a16:creationId xmlns:a16="http://schemas.microsoft.com/office/drawing/2014/main" id="{8F57D3DF-BC80-4A61-D1C6-2A68A51B1975}"/>
                  </a:ext>
                </a:extLst>
              </p:cNvPr>
              <p:cNvSpPr/>
              <p:nvPr/>
            </p:nvSpPr>
            <p:spPr>
              <a:xfrm>
                <a:off x="6042131" y="5723007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40">
                <a:extLst>
                  <a:ext uri="{FF2B5EF4-FFF2-40B4-BE49-F238E27FC236}">
                    <a16:creationId xmlns:a16="http://schemas.microsoft.com/office/drawing/2014/main" id="{EA0D7A6C-79AE-82F4-A19E-22E89A052ED1}"/>
                  </a:ext>
                </a:extLst>
              </p:cNvPr>
              <p:cNvSpPr/>
              <p:nvPr/>
            </p:nvSpPr>
            <p:spPr>
              <a:xfrm>
                <a:off x="6068649" y="5708051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40">
                <a:extLst>
                  <a:ext uri="{FF2B5EF4-FFF2-40B4-BE49-F238E27FC236}">
                    <a16:creationId xmlns:a16="http://schemas.microsoft.com/office/drawing/2014/main" id="{3D7CD5CE-2C19-E7A5-40BF-F2E35CA896DE}"/>
                  </a:ext>
                </a:extLst>
              </p:cNvPr>
              <p:cNvSpPr/>
              <p:nvPr/>
            </p:nvSpPr>
            <p:spPr>
              <a:xfrm>
                <a:off x="6093787" y="5693095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40">
                <a:extLst>
                  <a:ext uri="{FF2B5EF4-FFF2-40B4-BE49-F238E27FC236}">
                    <a16:creationId xmlns:a16="http://schemas.microsoft.com/office/drawing/2014/main" id="{48B2ADDA-2C84-2524-6BD8-64482CE8DB82}"/>
                  </a:ext>
                </a:extLst>
              </p:cNvPr>
              <p:cNvSpPr/>
              <p:nvPr/>
            </p:nvSpPr>
            <p:spPr>
              <a:xfrm>
                <a:off x="6120305" y="5678139"/>
                <a:ext cx="3808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3" extrusionOk="0">
                    <a:moveTo>
                      <a:pt x="178" y="1"/>
                    </a:moveTo>
                    <a:lnTo>
                      <a:pt x="0" y="119"/>
                    </a:lnTo>
                    <a:lnTo>
                      <a:pt x="473" y="402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40">
                <a:extLst>
                  <a:ext uri="{FF2B5EF4-FFF2-40B4-BE49-F238E27FC236}">
                    <a16:creationId xmlns:a16="http://schemas.microsoft.com/office/drawing/2014/main" id="{7CEBA9D5-BF4E-CD17-1908-78EDA5057E84}"/>
                  </a:ext>
                </a:extLst>
              </p:cNvPr>
              <p:cNvSpPr/>
              <p:nvPr/>
            </p:nvSpPr>
            <p:spPr>
              <a:xfrm>
                <a:off x="6145442" y="5663874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7" y="379"/>
                    </a:lnTo>
                    <a:lnTo>
                      <a:pt x="674" y="272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40">
                <a:extLst>
                  <a:ext uri="{FF2B5EF4-FFF2-40B4-BE49-F238E27FC236}">
                    <a16:creationId xmlns:a16="http://schemas.microsoft.com/office/drawing/2014/main" id="{B497685A-8FEF-D01B-2846-1F24FA105140}"/>
                  </a:ext>
                </a:extLst>
              </p:cNvPr>
              <p:cNvSpPr/>
              <p:nvPr/>
            </p:nvSpPr>
            <p:spPr>
              <a:xfrm>
                <a:off x="6171270" y="5648228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40">
                <a:extLst>
                  <a:ext uri="{FF2B5EF4-FFF2-40B4-BE49-F238E27FC236}">
                    <a16:creationId xmlns:a16="http://schemas.microsoft.com/office/drawing/2014/main" id="{EDA457D9-E51B-8322-3626-3965F5E92ACA}"/>
                  </a:ext>
                </a:extLst>
              </p:cNvPr>
              <p:cNvSpPr/>
              <p:nvPr/>
            </p:nvSpPr>
            <p:spPr>
              <a:xfrm>
                <a:off x="6197787" y="5633962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40">
                <a:extLst>
                  <a:ext uri="{FF2B5EF4-FFF2-40B4-BE49-F238E27FC236}">
                    <a16:creationId xmlns:a16="http://schemas.microsoft.com/office/drawing/2014/main" id="{3527AFC7-E624-C093-FF3A-CE7D95DEBE9C}"/>
                  </a:ext>
                </a:extLst>
              </p:cNvPr>
              <p:cNvSpPr/>
              <p:nvPr/>
            </p:nvSpPr>
            <p:spPr>
              <a:xfrm>
                <a:off x="6222925" y="5618373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90"/>
                    </a:lnTo>
                    <a:lnTo>
                      <a:pt x="674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40">
                <a:extLst>
                  <a:ext uri="{FF2B5EF4-FFF2-40B4-BE49-F238E27FC236}">
                    <a16:creationId xmlns:a16="http://schemas.microsoft.com/office/drawing/2014/main" id="{2610E15D-BEDD-C219-5E46-7243559BF564}"/>
                  </a:ext>
                </a:extLst>
              </p:cNvPr>
              <p:cNvSpPr/>
              <p:nvPr/>
            </p:nvSpPr>
            <p:spPr>
              <a:xfrm>
                <a:off x="6248752" y="5604050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4" y="391"/>
                    </a:lnTo>
                    <a:lnTo>
                      <a:pt x="673" y="285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40">
                <a:extLst>
                  <a:ext uri="{FF2B5EF4-FFF2-40B4-BE49-F238E27FC236}">
                    <a16:creationId xmlns:a16="http://schemas.microsoft.com/office/drawing/2014/main" id="{48EF5540-12F6-C781-B510-349373907683}"/>
                  </a:ext>
                </a:extLst>
              </p:cNvPr>
              <p:cNvSpPr/>
              <p:nvPr/>
            </p:nvSpPr>
            <p:spPr>
              <a:xfrm>
                <a:off x="6275213" y="5589152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40">
                <a:extLst>
                  <a:ext uri="{FF2B5EF4-FFF2-40B4-BE49-F238E27FC236}">
                    <a16:creationId xmlns:a16="http://schemas.microsoft.com/office/drawing/2014/main" id="{68003940-5D0D-1D15-FAF9-DB3998D4B6E0}"/>
                  </a:ext>
                </a:extLst>
              </p:cNvPr>
              <p:cNvSpPr/>
              <p:nvPr/>
            </p:nvSpPr>
            <p:spPr>
              <a:xfrm>
                <a:off x="6300350" y="5574196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40">
                <a:extLst>
                  <a:ext uri="{FF2B5EF4-FFF2-40B4-BE49-F238E27FC236}">
                    <a16:creationId xmlns:a16="http://schemas.microsoft.com/office/drawing/2014/main" id="{A5616CDF-2965-7BD4-FF36-8781E03A51CA}"/>
                  </a:ext>
                </a:extLst>
              </p:cNvPr>
              <p:cNvSpPr/>
              <p:nvPr/>
            </p:nvSpPr>
            <p:spPr>
              <a:xfrm>
                <a:off x="6326178" y="555924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40">
                <a:extLst>
                  <a:ext uri="{FF2B5EF4-FFF2-40B4-BE49-F238E27FC236}">
                    <a16:creationId xmlns:a16="http://schemas.microsoft.com/office/drawing/2014/main" id="{177E9E06-E0ED-2CAE-0703-4338CE5AA31F}"/>
                  </a:ext>
                </a:extLst>
              </p:cNvPr>
              <p:cNvSpPr/>
              <p:nvPr/>
            </p:nvSpPr>
            <p:spPr>
              <a:xfrm>
                <a:off x="6352005" y="554497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74" y="26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40">
                <a:extLst>
                  <a:ext uri="{FF2B5EF4-FFF2-40B4-BE49-F238E27FC236}">
                    <a16:creationId xmlns:a16="http://schemas.microsoft.com/office/drawing/2014/main" id="{7703706C-FBD1-44FD-02FD-DDE69E52CA6A}"/>
                  </a:ext>
                </a:extLst>
              </p:cNvPr>
              <p:cNvSpPr/>
              <p:nvPr/>
            </p:nvSpPr>
            <p:spPr>
              <a:xfrm>
                <a:off x="6377833" y="5529328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40">
                <a:extLst>
                  <a:ext uri="{FF2B5EF4-FFF2-40B4-BE49-F238E27FC236}">
                    <a16:creationId xmlns:a16="http://schemas.microsoft.com/office/drawing/2014/main" id="{221B5EE7-EEC8-000D-3049-977440CD19C5}"/>
                  </a:ext>
                </a:extLst>
              </p:cNvPr>
              <p:cNvSpPr/>
              <p:nvPr/>
            </p:nvSpPr>
            <p:spPr>
              <a:xfrm>
                <a:off x="6404351" y="5514373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73" y="390"/>
                    </a:lnTo>
                    <a:lnTo>
                      <a:pt x="662" y="27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40">
                <a:extLst>
                  <a:ext uri="{FF2B5EF4-FFF2-40B4-BE49-F238E27FC236}">
                    <a16:creationId xmlns:a16="http://schemas.microsoft.com/office/drawing/2014/main" id="{283090DD-13E4-9C4F-8036-D55E794ECF68}"/>
                  </a:ext>
                </a:extLst>
              </p:cNvPr>
              <p:cNvSpPr/>
              <p:nvPr/>
            </p:nvSpPr>
            <p:spPr>
              <a:xfrm>
                <a:off x="6429488" y="5499417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40">
                <a:extLst>
                  <a:ext uri="{FF2B5EF4-FFF2-40B4-BE49-F238E27FC236}">
                    <a16:creationId xmlns:a16="http://schemas.microsoft.com/office/drawing/2014/main" id="{AD26EFBC-6979-C56D-7B06-36FAAD258943}"/>
                  </a:ext>
                </a:extLst>
              </p:cNvPr>
              <p:cNvSpPr/>
              <p:nvPr/>
            </p:nvSpPr>
            <p:spPr>
              <a:xfrm>
                <a:off x="6455316" y="548446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40">
                <a:extLst>
                  <a:ext uri="{FF2B5EF4-FFF2-40B4-BE49-F238E27FC236}">
                    <a16:creationId xmlns:a16="http://schemas.microsoft.com/office/drawing/2014/main" id="{77C5613D-89BC-CAF8-4AFB-6BBBE533F428}"/>
                  </a:ext>
                </a:extLst>
              </p:cNvPr>
              <p:cNvSpPr/>
              <p:nvPr/>
            </p:nvSpPr>
            <p:spPr>
              <a:xfrm>
                <a:off x="6481144" y="5470195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95"/>
                    </a:lnTo>
                    <a:lnTo>
                      <a:pt x="473" y="379"/>
                    </a:lnTo>
                    <a:lnTo>
                      <a:pt x="662" y="273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40">
                <a:extLst>
                  <a:ext uri="{FF2B5EF4-FFF2-40B4-BE49-F238E27FC236}">
                    <a16:creationId xmlns:a16="http://schemas.microsoft.com/office/drawing/2014/main" id="{9B082A9D-514A-12FA-6793-E628373A03AE}"/>
                  </a:ext>
                </a:extLst>
              </p:cNvPr>
              <p:cNvSpPr/>
              <p:nvPr/>
            </p:nvSpPr>
            <p:spPr>
              <a:xfrm>
                <a:off x="6506971" y="545460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40">
                <a:extLst>
                  <a:ext uri="{FF2B5EF4-FFF2-40B4-BE49-F238E27FC236}">
                    <a16:creationId xmlns:a16="http://schemas.microsoft.com/office/drawing/2014/main" id="{CDF9D1EE-C0BB-A382-24AB-06EEA3C29BF2}"/>
                  </a:ext>
                </a:extLst>
              </p:cNvPr>
              <p:cNvSpPr/>
              <p:nvPr/>
            </p:nvSpPr>
            <p:spPr>
              <a:xfrm>
                <a:off x="6532109" y="5440341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78"/>
                    </a:lnTo>
                    <a:lnTo>
                      <a:pt x="685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40">
                <a:extLst>
                  <a:ext uri="{FF2B5EF4-FFF2-40B4-BE49-F238E27FC236}">
                    <a16:creationId xmlns:a16="http://schemas.microsoft.com/office/drawing/2014/main" id="{1496CEEB-18D0-5981-6C0C-4B8090A9F2C3}"/>
                  </a:ext>
                </a:extLst>
              </p:cNvPr>
              <p:cNvSpPr/>
              <p:nvPr/>
            </p:nvSpPr>
            <p:spPr>
              <a:xfrm>
                <a:off x="6558569" y="5424695"/>
                <a:ext cx="38137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2" extrusionOk="0">
                    <a:moveTo>
                      <a:pt x="178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40">
                <a:extLst>
                  <a:ext uri="{FF2B5EF4-FFF2-40B4-BE49-F238E27FC236}">
                    <a16:creationId xmlns:a16="http://schemas.microsoft.com/office/drawing/2014/main" id="{951E1C6E-19D4-84C4-BDB8-999A03825678}"/>
                  </a:ext>
                </a:extLst>
              </p:cNvPr>
              <p:cNvSpPr/>
              <p:nvPr/>
            </p:nvSpPr>
            <p:spPr>
              <a:xfrm>
                <a:off x="6584397" y="5410429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40">
                <a:extLst>
                  <a:ext uri="{FF2B5EF4-FFF2-40B4-BE49-F238E27FC236}">
                    <a16:creationId xmlns:a16="http://schemas.microsoft.com/office/drawing/2014/main" id="{A741C68A-54DB-88D8-D83B-0586E295969F}"/>
                  </a:ext>
                </a:extLst>
              </p:cNvPr>
              <p:cNvSpPr/>
              <p:nvPr/>
            </p:nvSpPr>
            <p:spPr>
              <a:xfrm>
                <a:off x="6609534" y="5395473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86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40">
                <a:extLst>
                  <a:ext uri="{FF2B5EF4-FFF2-40B4-BE49-F238E27FC236}">
                    <a16:creationId xmlns:a16="http://schemas.microsoft.com/office/drawing/2014/main" id="{D1DD43E4-EB59-B1F9-461A-B6275959D2D9}"/>
                  </a:ext>
                </a:extLst>
              </p:cNvPr>
              <p:cNvSpPr/>
              <p:nvPr/>
            </p:nvSpPr>
            <p:spPr>
              <a:xfrm>
                <a:off x="6636052" y="5380518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40">
                <a:extLst>
                  <a:ext uri="{FF2B5EF4-FFF2-40B4-BE49-F238E27FC236}">
                    <a16:creationId xmlns:a16="http://schemas.microsoft.com/office/drawing/2014/main" id="{E7116185-3C32-7F78-E726-D0620767EDB7}"/>
                  </a:ext>
                </a:extLst>
              </p:cNvPr>
              <p:cNvSpPr/>
              <p:nvPr/>
            </p:nvSpPr>
            <p:spPr>
              <a:xfrm>
                <a:off x="6661189" y="5365562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40">
                <a:extLst>
                  <a:ext uri="{FF2B5EF4-FFF2-40B4-BE49-F238E27FC236}">
                    <a16:creationId xmlns:a16="http://schemas.microsoft.com/office/drawing/2014/main" id="{9251F835-CF37-F6BD-EA60-744E56754B24}"/>
                  </a:ext>
                </a:extLst>
              </p:cNvPr>
              <p:cNvSpPr/>
              <p:nvPr/>
            </p:nvSpPr>
            <p:spPr>
              <a:xfrm>
                <a:off x="6687017" y="5351296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40">
                <a:extLst>
                  <a:ext uri="{FF2B5EF4-FFF2-40B4-BE49-F238E27FC236}">
                    <a16:creationId xmlns:a16="http://schemas.microsoft.com/office/drawing/2014/main" id="{A8297B5E-EB17-580C-D65A-6682C55E4159}"/>
                  </a:ext>
                </a:extLst>
              </p:cNvPr>
              <p:cNvSpPr/>
              <p:nvPr/>
            </p:nvSpPr>
            <p:spPr>
              <a:xfrm>
                <a:off x="5794784" y="5966960"/>
                <a:ext cx="38828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2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40">
                <a:extLst>
                  <a:ext uri="{FF2B5EF4-FFF2-40B4-BE49-F238E27FC236}">
                    <a16:creationId xmlns:a16="http://schemas.microsoft.com/office/drawing/2014/main" id="{1A86FF10-FA65-D754-221F-AE67C49AFEBD}"/>
                  </a:ext>
                </a:extLst>
              </p:cNvPr>
              <p:cNvSpPr/>
              <p:nvPr/>
            </p:nvSpPr>
            <p:spPr>
              <a:xfrm>
                <a:off x="5820612" y="595269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40">
                <a:extLst>
                  <a:ext uri="{FF2B5EF4-FFF2-40B4-BE49-F238E27FC236}">
                    <a16:creationId xmlns:a16="http://schemas.microsoft.com/office/drawing/2014/main" id="{2DF00C03-1C64-586C-F8D8-80FA5DB8BE33}"/>
                  </a:ext>
                </a:extLst>
              </p:cNvPr>
              <p:cNvSpPr/>
              <p:nvPr/>
            </p:nvSpPr>
            <p:spPr>
              <a:xfrm>
                <a:off x="5847130" y="5937048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66" y="0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40">
                <a:extLst>
                  <a:ext uri="{FF2B5EF4-FFF2-40B4-BE49-F238E27FC236}">
                    <a16:creationId xmlns:a16="http://schemas.microsoft.com/office/drawing/2014/main" id="{03D293B9-15F4-5B3C-041C-BFB36AAFAEDC}"/>
                  </a:ext>
                </a:extLst>
              </p:cNvPr>
              <p:cNvSpPr/>
              <p:nvPr/>
            </p:nvSpPr>
            <p:spPr>
              <a:xfrm>
                <a:off x="5872267" y="5922783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40">
                <a:extLst>
                  <a:ext uri="{FF2B5EF4-FFF2-40B4-BE49-F238E27FC236}">
                    <a16:creationId xmlns:a16="http://schemas.microsoft.com/office/drawing/2014/main" id="{03794825-9F2B-F9CB-EF2E-FB07D32261AE}"/>
                  </a:ext>
                </a:extLst>
              </p:cNvPr>
              <p:cNvSpPr/>
              <p:nvPr/>
            </p:nvSpPr>
            <p:spPr>
              <a:xfrm>
                <a:off x="5898095" y="5907137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40">
                <a:extLst>
                  <a:ext uri="{FF2B5EF4-FFF2-40B4-BE49-F238E27FC236}">
                    <a16:creationId xmlns:a16="http://schemas.microsoft.com/office/drawing/2014/main" id="{515ABF32-D2DB-3C06-8DFC-53463B438F71}"/>
                  </a:ext>
                </a:extLst>
              </p:cNvPr>
              <p:cNvSpPr/>
              <p:nvPr/>
            </p:nvSpPr>
            <p:spPr>
              <a:xfrm>
                <a:off x="5923923" y="5892871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97" y="390"/>
                    </a:lnTo>
                    <a:lnTo>
                      <a:pt x="674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40">
                <a:extLst>
                  <a:ext uri="{FF2B5EF4-FFF2-40B4-BE49-F238E27FC236}">
                    <a16:creationId xmlns:a16="http://schemas.microsoft.com/office/drawing/2014/main" id="{31223DF8-75A9-0F92-75D0-AA27CB6838AB}"/>
                  </a:ext>
                </a:extLst>
              </p:cNvPr>
              <p:cNvSpPr/>
              <p:nvPr/>
            </p:nvSpPr>
            <p:spPr>
              <a:xfrm>
                <a:off x="5949750" y="5877915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40">
                <a:extLst>
                  <a:ext uri="{FF2B5EF4-FFF2-40B4-BE49-F238E27FC236}">
                    <a16:creationId xmlns:a16="http://schemas.microsoft.com/office/drawing/2014/main" id="{C8AE17A9-005C-4AA4-6E97-82B514EC4FE8}"/>
                  </a:ext>
                </a:extLst>
              </p:cNvPr>
              <p:cNvSpPr/>
              <p:nvPr/>
            </p:nvSpPr>
            <p:spPr>
              <a:xfrm>
                <a:off x="5974888" y="5862959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0" y="107"/>
                    </a:lnTo>
                    <a:lnTo>
                      <a:pt x="496" y="391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40">
                <a:extLst>
                  <a:ext uri="{FF2B5EF4-FFF2-40B4-BE49-F238E27FC236}">
                    <a16:creationId xmlns:a16="http://schemas.microsoft.com/office/drawing/2014/main" id="{791806E0-FC2A-9036-1F2F-E603C6025A05}"/>
                  </a:ext>
                </a:extLst>
              </p:cNvPr>
              <p:cNvSpPr/>
              <p:nvPr/>
            </p:nvSpPr>
            <p:spPr>
              <a:xfrm>
                <a:off x="6001405" y="5848003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40">
                <a:extLst>
                  <a:ext uri="{FF2B5EF4-FFF2-40B4-BE49-F238E27FC236}">
                    <a16:creationId xmlns:a16="http://schemas.microsoft.com/office/drawing/2014/main" id="{12340388-3FB9-2286-2A94-42B87D2D0EF1}"/>
                  </a:ext>
                </a:extLst>
              </p:cNvPr>
              <p:cNvSpPr/>
              <p:nvPr/>
            </p:nvSpPr>
            <p:spPr>
              <a:xfrm>
                <a:off x="6026543" y="5833738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6" y="379"/>
                    </a:lnTo>
                    <a:lnTo>
                      <a:pt x="685" y="26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40">
                <a:extLst>
                  <a:ext uri="{FF2B5EF4-FFF2-40B4-BE49-F238E27FC236}">
                    <a16:creationId xmlns:a16="http://schemas.microsoft.com/office/drawing/2014/main" id="{EF2F0AD3-CB03-6D9E-496B-2661DEFC4A3D}"/>
                  </a:ext>
                </a:extLst>
              </p:cNvPr>
              <p:cNvSpPr/>
              <p:nvPr/>
            </p:nvSpPr>
            <p:spPr>
              <a:xfrm>
                <a:off x="6053003" y="5818149"/>
                <a:ext cx="38828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73" y="390"/>
                    </a:lnTo>
                    <a:lnTo>
                      <a:pt x="674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40">
                <a:extLst>
                  <a:ext uri="{FF2B5EF4-FFF2-40B4-BE49-F238E27FC236}">
                    <a16:creationId xmlns:a16="http://schemas.microsoft.com/office/drawing/2014/main" id="{F6184AE8-46EF-6593-7767-B8BD7EECFA13}"/>
                  </a:ext>
                </a:extLst>
              </p:cNvPr>
              <p:cNvSpPr/>
              <p:nvPr/>
            </p:nvSpPr>
            <p:spPr>
              <a:xfrm>
                <a:off x="6078831" y="5803193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40">
                <a:extLst>
                  <a:ext uri="{FF2B5EF4-FFF2-40B4-BE49-F238E27FC236}">
                    <a16:creationId xmlns:a16="http://schemas.microsoft.com/office/drawing/2014/main" id="{138B71E3-510E-8EA5-B893-141D319F8469}"/>
                  </a:ext>
                </a:extLst>
              </p:cNvPr>
              <p:cNvSpPr/>
              <p:nvPr/>
            </p:nvSpPr>
            <p:spPr>
              <a:xfrm>
                <a:off x="6103968" y="5788238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202" y="0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40">
                <a:extLst>
                  <a:ext uri="{FF2B5EF4-FFF2-40B4-BE49-F238E27FC236}">
                    <a16:creationId xmlns:a16="http://schemas.microsoft.com/office/drawing/2014/main" id="{681BE40C-F3CB-1126-E94D-F8D9D9B7A907}"/>
                  </a:ext>
                </a:extLst>
              </p:cNvPr>
              <p:cNvSpPr/>
              <p:nvPr/>
            </p:nvSpPr>
            <p:spPr>
              <a:xfrm>
                <a:off x="6130486" y="5773282"/>
                <a:ext cx="38137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3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40">
                <a:extLst>
                  <a:ext uri="{FF2B5EF4-FFF2-40B4-BE49-F238E27FC236}">
                    <a16:creationId xmlns:a16="http://schemas.microsoft.com/office/drawing/2014/main" id="{86D0B0B8-4008-7E54-1F44-1393DF18C834}"/>
                  </a:ext>
                </a:extLst>
              </p:cNvPr>
              <p:cNvSpPr/>
              <p:nvPr/>
            </p:nvSpPr>
            <p:spPr>
              <a:xfrm>
                <a:off x="6156314" y="5759016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0"/>
                    </a:moveTo>
                    <a:lnTo>
                      <a:pt x="0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40">
                <a:extLst>
                  <a:ext uri="{FF2B5EF4-FFF2-40B4-BE49-F238E27FC236}">
                    <a16:creationId xmlns:a16="http://schemas.microsoft.com/office/drawing/2014/main" id="{07AFCAE4-B692-5980-FA55-B94E89ECF120}"/>
                  </a:ext>
                </a:extLst>
              </p:cNvPr>
              <p:cNvSpPr/>
              <p:nvPr/>
            </p:nvSpPr>
            <p:spPr>
              <a:xfrm>
                <a:off x="6181451" y="5743370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190" y="1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40">
                <a:extLst>
                  <a:ext uri="{FF2B5EF4-FFF2-40B4-BE49-F238E27FC236}">
                    <a16:creationId xmlns:a16="http://schemas.microsoft.com/office/drawing/2014/main" id="{EAAF6306-8442-4BFE-A4C7-D9A74C53D680}"/>
                  </a:ext>
                </a:extLst>
              </p:cNvPr>
              <p:cNvSpPr/>
              <p:nvPr/>
            </p:nvSpPr>
            <p:spPr>
              <a:xfrm>
                <a:off x="6207969" y="5729104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40">
                <a:extLst>
                  <a:ext uri="{FF2B5EF4-FFF2-40B4-BE49-F238E27FC236}">
                    <a16:creationId xmlns:a16="http://schemas.microsoft.com/office/drawing/2014/main" id="{45F6E41D-E540-D2A2-1FD6-4C5E8E5A576E}"/>
                  </a:ext>
                </a:extLst>
              </p:cNvPr>
              <p:cNvSpPr/>
              <p:nvPr/>
            </p:nvSpPr>
            <p:spPr>
              <a:xfrm>
                <a:off x="6233106" y="5713458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201" y="1"/>
                    </a:moveTo>
                    <a:lnTo>
                      <a:pt x="0" y="119"/>
                    </a:lnTo>
                    <a:lnTo>
                      <a:pt x="497" y="403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40">
                <a:extLst>
                  <a:ext uri="{FF2B5EF4-FFF2-40B4-BE49-F238E27FC236}">
                    <a16:creationId xmlns:a16="http://schemas.microsoft.com/office/drawing/2014/main" id="{95D3D42E-3ACF-DCEF-2A4B-46D3BC8C15B6}"/>
                  </a:ext>
                </a:extLst>
              </p:cNvPr>
              <p:cNvSpPr/>
              <p:nvPr/>
            </p:nvSpPr>
            <p:spPr>
              <a:xfrm>
                <a:off x="6258934" y="56991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40">
                <a:extLst>
                  <a:ext uri="{FF2B5EF4-FFF2-40B4-BE49-F238E27FC236}">
                    <a16:creationId xmlns:a16="http://schemas.microsoft.com/office/drawing/2014/main" id="{0A8B7951-3AA3-4BB6-1699-E47DB6CC094E}"/>
                  </a:ext>
                </a:extLst>
              </p:cNvPr>
              <p:cNvSpPr/>
              <p:nvPr/>
            </p:nvSpPr>
            <p:spPr>
              <a:xfrm>
                <a:off x="6285394" y="568423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485" y="379"/>
                    </a:lnTo>
                    <a:lnTo>
                      <a:pt x="663" y="27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40">
                <a:extLst>
                  <a:ext uri="{FF2B5EF4-FFF2-40B4-BE49-F238E27FC236}">
                    <a16:creationId xmlns:a16="http://schemas.microsoft.com/office/drawing/2014/main" id="{A9F0CF96-E1EE-8EBF-2365-E5AFAFCE0831}"/>
                  </a:ext>
                </a:extLst>
              </p:cNvPr>
              <p:cNvSpPr/>
              <p:nvPr/>
            </p:nvSpPr>
            <p:spPr>
              <a:xfrm>
                <a:off x="6310589" y="5669338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40">
                <a:extLst>
                  <a:ext uri="{FF2B5EF4-FFF2-40B4-BE49-F238E27FC236}">
                    <a16:creationId xmlns:a16="http://schemas.microsoft.com/office/drawing/2014/main" id="{1827327C-5E43-C75D-D474-3D757B9E4204}"/>
                  </a:ext>
                </a:extLst>
              </p:cNvPr>
              <p:cNvSpPr/>
              <p:nvPr/>
            </p:nvSpPr>
            <p:spPr>
              <a:xfrm>
                <a:off x="6336359" y="5654383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40">
                <a:extLst>
                  <a:ext uri="{FF2B5EF4-FFF2-40B4-BE49-F238E27FC236}">
                    <a16:creationId xmlns:a16="http://schemas.microsoft.com/office/drawing/2014/main" id="{3ED79E9B-79AA-3F27-69C8-69BCB2E188E2}"/>
                  </a:ext>
                </a:extLst>
              </p:cNvPr>
              <p:cNvSpPr/>
              <p:nvPr/>
            </p:nvSpPr>
            <p:spPr>
              <a:xfrm>
                <a:off x="6362187" y="564011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40">
                <a:extLst>
                  <a:ext uri="{FF2B5EF4-FFF2-40B4-BE49-F238E27FC236}">
                    <a16:creationId xmlns:a16="http://schemas.microsoft.com/office/drawing/2014/main" id="{3EC55BEA-C352-13E3-B8DB-EDD0B52CED7C}"/>
                  </a:ext>
                </a:extLst>
              </p:cNvPr>
              <p:cNvSpPr/>
              <p:nvPr/>
            </p:nvSpPr>
            <p:spPr>
              <a:xfrm>
                <a:off x="6388015" y="5624471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40">
                <a:extLst>
                  <a:ext uri="{FF2B5EF4-FFF2-40B4-BE49-F238E27FC236}">
                    <a16:creationId xmlns:a16="http://schemas.microsoft.com/office/drawing/2014/main" id="{1AE80299-2D86-67C4-CB42-F95D844CBD03}"/>
                  </a:ext>
                </a:extLst>
              </p:cNvPr>
              <p:cNvSpPr/>
              <p:nvPr/>
            </p:nvSpPr>
            <p:spPr>
              <a:xfrm>
                <a:off x="6414532" y="5610205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0" y="107"/>
                    </a:lnTo>
                    <a:lnTo>
                      <a:pt x="473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40">
                <a:extLst>
                  <a:ext uri="{FF2B5EF4-FFF2-40B4-BE49-F238E27FC236}">
                    <a16:creationId xmlns:a16="http://schemas.microsoft.com/office/drawing/2014/main" id="{EAD96C51-DF8E-9548-4E64-A84A3E5B164F}"/>
                  </a:ext>
                </a:extLst>
              </p:cNvPr>
              <p:cNvSpPr/>
              <p:nvPr/>
            </p:nvSpPr>
            <p:spPr>
              <a:xfrm>
                <a:off x="6439670" y="5594559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40">
                <a:extLst>
                  <a:ext uri="{FF2B5EF4-FFF2-40B4-BE49-F238E27FC236}">
                    <a16:creationId xmlns:a16="http://schemas.microsoft.com/office/drawing/2014/main" id="{EA10C095-0283-FB47-0FC3-B4CB6CACCB83}"/>
                  </a:ext>
                </a:extLst>
              </p:cNvPr>
              <p:cNvSpPr/>
              <p:nvPr/>
            </p:nvSpPr>
            <p:spPr>
              <a:xfrm>
                <a:off x="6465497" y="55802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40">
                <a:extLst>
                  <a:ext uri="{FF2B5EF4-FFF2-40B4-BE49-F238E27FC236}">
                    <a16:creationId xmlns:a16="http://schemas.microsoft.com/office/drawing/2014/main" id="{B5D753ED-EE62-9AD6-B816-2FEFFF2015CB}"/>
                  </a:ext>
                </a:extLst>
              </p:cNvPr>
              <p:cNvSpPr/>
              <p:nvPr/>
            </p:nvSpPr>
            <p:spPr>
              <a:xfrm>
                <a:off x="6491325" y="5565338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78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40">
                <a:extLst>
                  <a:ext uri="{FF2B5EF4-FFF2-40B4-BE49-F238E27FC236}">
                    <a16:creationId xmlns:a16="http://schemas.microsoft.com/office/drawing/2014/main" id="{000CBFA2-8CD5-AD1F-87D2-A50289913466}"/>
                  </a:ext>
                </a:extLst>
              </p:cNvPr>
              <p:cNvSpPr/>
              <p:nvPr/>
            </p:nvSpPr>
            <p:spPr>
              <a:xfrm>
                <a:off x="6517153" y="554969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40">
                <a:extLst>
                  <a:ext uri="{FF2B5EF4-FFF2-40B4-BE49-F238E27FC236}">
                    <a16:creationId xmlns:a16="http://schemas.microsoft.com/office/drawing/2014/main" id="{0D3F7EA3-EA3A-8D45-C6C8-1EFB4B1EBBBD}"/>
                  </a:ext>
                </a:extLst>
              </p:cNvPr>
              <p:cNvSpPr/>
              <p:nvPr/>
            </p:nvSpPr>
            <p:spPr>
              <a:xfrm>
                <a:off x="6542290" y="5535426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40">
                <a:extLst>
                  <a:ext uri="{FF2B5EF4-FFF2-40B4-BE49-F238E27FC236}">
                    <a16:creationId xmlns:a16="http://schemas.microsoft.com/office/drawing/2014/main" id="{EA6E56E4-65F2-436F-1747-7690EA2A97CD}"/>
                  </a:ext>
                </a:extLst>
              </p:cNvPr>
              <p:cNvSpPr/>
              <p:nvPr/>
            </p:nvSpPr>
            <p:spPr>
              <a:xfrm>
                <a:off x="6568808" y="551983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77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40">
                <a:extLst>
                  <a:ext uri="{FF2B5EF4-FFF2-40B4-BE49-F238E27FC236}">
                    <a16:creationId xmlns:a16="http://schemas.microsoft.com/office/drawing/2014/main" id="{40DE7EBE-0AE3-4D60-7609-7CF79AA04F20}"/>
                  </a:ext>
                </a:extLst>
              </p:cNvPr>
              <p:cNvSpPr/>
              <p:nvPr/>
            </p:nvSpPr>
            <p:spPr>
              <a:xfrm>
                <a:off x="6594636" y="5505572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40">
                <a:extLst>
                  <a:ext uri="{FF2B5EF4-FFF2-40B4-BE49-F238E27FC236}">
                    <a16:creationId xmlns:a16="http://schemas.microsoft.com/office/drawing/2014/main" id="{4385B667-5E72-328C-C0B2-7B5A224BCD29}"/>
                  </a:ext>
                </a:extLst>
              </p:cNvPr>
              <p:cNvSpPr/>
              <p:nvPr/>
            </p:nvSpPr>
            <p:spPr>
              <a:xfrm>
                <a:off x="6619773" y="5490616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390"/>
                    </a:lnTo>
                    <a:lnTo>
                      <a:pt x="685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40">
                <a:extLst>
                  <a:ext uri="{FF2B5EF4-FFF2-40B4-BE49-F238E27FC236}">
                    <a16:creationId xmlns:a16="http://schemas.microsoft.com/office/drawing/2014/main" id="{B13051A8-1B2F-7210-6F3B-EAB33D708C36}"/>
                  </a:ext>
                </a:extLst>
              </p:cNvPr>
              <p:cNvSpPr/>
              <p:nvPr/>
            </p:nvSpPr>
            <p:spPr>
              <a:xfrm>
                <a:off x="6646233" y="5475660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40">
                <a:extLst>
                  <a:ext uri="{FF2B5EF4-FFF2-40B4-BE49-F238E27FC236}">
                    <a16:creationId xmlns:a16="http://schemas.microsoft.com/office/drawing/2014/main" id="{7DF072DE-D958-846E-D3A3-79B83727B4B5}"/>
                  </a:ext>
                </a:extLst>
              </p:cNvPr>
              <p:cNvSpPr/>
              <p:nvPr/>
            </p:nvSpPr>
            <p:spPr>
              <a:xfrm>
                <a:off x="6671371" y="5460704"/>
                <a:ext cx="3951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202" y="0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40">
                <a:extLst>
                  <a:ext uri="{FF2B5EF4-FFF2-40B4-BE49-F238E27FC236}">
                    <a16:creationId xmlns:a16="http://schemas.microsoft.com/office/drawing/2014/main" id="{BAA7C0F4-F753-1BA2-9A88-654AAC247417}"/>
                  </a:ext>
                </a:extLst>
              </p:cNvPr>
              <p:cNvSpPr/>
              <p:nvPr/>
            </p:nvSpPr>
            <p:spPr>
              <a:xfrm>
                <a:off x="6697889" y="544643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73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40">
                <a:extLst>
                  <a:ext uri="{FF2B5EF4-FFF2-40B4-BE49-F238E27FC236}">
                    <a16:creationId xmlns:a16="http://schemas.microsoft.com/office/drawing/2014/main" id="{8F184621-70A1-2E20-753E-F0A8BFD673FD}"/>
                  </a:ext>
                </a:extLst>
              </p:cNvPr>
              <p:cNvSpPr/>
              <p:nvPr/>
            </p:nvSpPr>
            <p:spPr>
              <a:xfrm>
                <a:off x="6723026" y="5430792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74" y="28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40">
                <a:extLst>
                  <a:ext uri="{FF2B5EF4-FFF2-40B4-BE49-F238E27FC236}">
                    <a16:creationId xmlns:a16="http://schemas.microsoft.com/office/drawing/2014/main" id="{DD0C000F-F3C8-651E-51F9-7579B102059D}"/>
                  </a:ext>
                </a:extLst>
              </p:cNvPr>
              <p:cNvSpPr/>
              <p:nvPr/>
            </p:nvSpPr>
            <p:spPr>
              <a:xfrm>
                <a:off x="6748854" y="5416527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40">
                <a:extLst>
                  <a:ext uri="{FF2B5EF4-FFF2-40B4-BE49-F238E27FC236}">
                    <a16:creationId xmlns:a16="http://schemas.microsoft.com/office/drawing/2014/main" id="{3F381667-D04A-02DB-3130-8878C13991E4}"/>
                  </a:ext>
                </a:extLst>
              </p:cNvPr>
              <p:cNvSpPr/>
              <p:nvPr/>
            </p:nvSpPr>
            <p:spPr>
              <a:xfrm>
                <a:off x="6775372" y="5400881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73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40">
                <a:extLst>
                  <a:ext uri="{FF2B5EF4-FFF2-40B4-BE49-F238E27FC236}">
                    <a16:creationId xmlns:a16="http://schemas.microsoft.com/office/drawing/2014/main" id="{2AD2EFA3-159F-E07C-965E-D02C5E06A135}"/>
                  </a:ext>
                </a:extLst>
              </p:cNvPr>
              <p:cNvSpPr/>
              <p:nvPr/>
            </p:nvSpPr>
            <p:spPr>
              <a:xfrm>
                <a:off x="5779196" y="5984620"/>
                <a:ext cx="32673" cy="15024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261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567" y="2611"/>
                    </a:lnTo>
                    <a:lnTo>
                      <a:pt x="567" y="3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40">
                <a:extLst>
                  <a:ext uri="{FF2B5EF4-FFF2-40B4-BE49-F238E27FC236}">
                    <a16:creationId xmlns:a16="http://schemas.microsoft.com/office/drawing/2014/main" id="{28340B31-40BD-C382-585D-A6231B546126}"/>
                  </a:ext>
                </a:extLst>
              </p:cNvPr>
              <p:cNvSpPr/>
              <p:nvPr/>
            </p:nvSpPr>
            <p:spPr>
              <a:xfrm>
                <a:off x="6477060" y="5525244"/>
                <a:ext cx="32673" cy="3675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39" extrusionOk="0">
                    <a:moveTo>
                      <a:pt x="0" y="1"/>
                    </a:moveTo>
                    <a:lnTo>
                      <a:pt x="0" y="639"/>
                    </a:lnTo>
                    <a:lnTo>
                      <a:pt x="567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40">
                <a:extLst>
                  <a:ext uri="{FF2B5EF4-FFF2-40B4-BE49-F238E27FC236}">
                    <a16:creationId xmlns:a16="http://schemas.microsoft.com/office/drawing/2014/main" id="{9911F380-7805-CF46-0A6F-0C4DB23C96C7}"/>
                  </a:ext>
                </a:extLst>
              </p:cNvPr>
              <p:cNvSpPr/>
              <p:nvPr/>
            </p:nvSpPr>
            <p:spPr>
              <a:xfrm>
                <a:off x="6738672" y="5373730"/>
                <a:ext cx="31292" cy="37447"/>
              </a:xfrm>
              <a:custGeom>
                <a:avLst/>
                <a:gdLst/>
                <a:ahLst/>
                <a:cxnLst/>
                <a:rect l="l" t="t" r="r" b="b"/>
                <a:pathLst>
                  <a:path w="544" h="651" extrusionOk="0">
                    <a:moveTo>
                      <a:pt x="0" y="0"/>
                    </a:moveTo>
                    <a:lnTo>
                      <a:pt x="0" y="650"/>
                    </a:lnTo>
                    <a:lnTo>
                      <a:pt x="544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0" name="Google Shape;4230;p40">
              <a:extLst>
                <a:ext uri="{FF2B5EF4-FFF2-40B4-BE49-F238E27FC236}">
                  <a16:creationId xmlns:a16="http://schemas.microsoft.com/office/drawing/2014/main" id="{9ACA91E2-2140-DBA4-2F3B-71037AB79DFD}"/>
                </a:ext>
              </a:extLst>
            </p:cNvPr>
            <p:cNvGrpSpPr/>
            <p:nvPr/>
          </p:nvGrpSpPr>
          <p:grpSpPr>
            <a:xfrm>
              <a:off x="6258930" y="813427"/>
              <a:ext cx="642501" cy="606585"/>
              <a:chOff x="-4345070" y="3726402"/>
              <a:chExt cx="642501" cy="606585"/>
            </a:xfrm>
          </p:grpSpPr>
          <p:sp>
            <p:nvSpPr>
              <p:cNvPr id="4231" name="Google Shape;4231;p40">
                <a:extLst>
                  <a:ext uri="{FF2B5EF4-FFF2-40B4-BE49-F238E27FC236}">
                    <a16:creationId xmlns:a16="http://schemas.microsoft.com/office/drawing/2014/main" id="{AF8255DB-FC6E-10AA-41BA-3936839AF807}"/>
                  </a:ext>
                </a:extLst>
              </p:cNvPr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40">
                <a:extLst>
                  <a:ext uri="{FF2B5EF4-FFF2-40B4-BE49-F238E27FC236}">
                    <a16:creationId xmlns:a16="http://schemas.microsoft.com/office/drawing/2014/main" id="{EBA8E58C-CE2D-204D-8D9E-B4032258625E}"/>
                  </a:ext>
                </a:extLst>
              </p:cNvPr>
              <p:cNvSpPr/>
              <p:nvPr/>
            </p:nvSpPr>
            <p:spPr>
              <a:xfrm>
                <a:off x="-4261358" y="3726402"/>
                <a:ext cx="504915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40">
                <a:extLst>
                  <a:ext uri="{FF2B5EF4-FFF2-40B4-BE49-F238E27FC236}">
                    <a16:creationId xmlns:a16="http://schemas.microsoft.com/office/drawing/2014/main" id="{42757C95-DE98-303B-6480-BA25F501F204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40">
                <a:extLst>
                  <a:ext uri="{FF2B5EF4-FFF2-40B4-BE49-F238E27FC236}">
                    <a16:creationId xmlns:a16="http://schemas.microsoft.com/office/drawing/2014/main" id="{68852726-6A04-CE79-C849-199DD9FFF673}"/>
                  </a:ext>
                </a:extLst>
              </p:cNvPr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40">
                <a:extLst>
                  <a:ext uri="{FF2B5EF4-FFF2-40B4-BE49-F238E27FC236}">
                    <a16:creationId xmlns:a16="http://schemas.microsoft.com/office/drawing/2014/main" id="{4F29F614-816B-D3F5-E5FD-931A517E8AEB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40">
                <a:extLst>
                  <a:ext uri="{FF2B5EF4-FFF2-40B4-BE49-F238E27FC236}">
                    <a16:creationId xmlns:a16="http://schemas.microsoft.com/office/drawing/2014/main" id="{4CAD7CE6-0991-ACB6-C0EC-D81D9B320858}"/>
                  </a:ext>
                </a:extLst>
              </p:cNvPr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40">
                <a:extLst>
                  <a:ext uri="{FF2B5EF4-FFF2-40B4-BE49-F238E27FC236}">
                    <a16:creationId xmlns:a16="http://schemas.microsoft.com/office/drawing/2014/main" id="{D5CB780F-06B8-F396-8BDF-B594BA79DFB4}"/>
                  </a:ext>
                </a:extLst>
              </p:cNvPr>
              <p:cNvSpPr/>
              <p:nvPr/>
            </p:nvSpPr>
            <p:spPr>
              <a:xfrm>
                <a:off x="-4262876" y="3728173"/>
                <a:ext cx="204723" cy="23873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40">
                <a:extLst>
                  <a:ext uri="{FF2B5EF4-FFF2-40B4-BE49-F238E27FC236}">
                    <a16:creationId xmlns:a16="http://schemas.microsoft.com/office/drawing/2014/main" id="{C5B6A3C3-6330-6D0B-ACD8-84AE32D5F729}"/>
                  </a:ext>
                </a:extLst>
              </p:cNvPr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40">
                <a:extLst>
                  <a:ext uri="{FF2B5EF4-FFF2-40B4-BE49-F238E27FC236}">
                    <a16:creationId xmlns:a16="http://schemas.microsoft.com/office/drawing/2014/main" id="{860B7C78-F4E3-B8A5-E31A-8D3036AC9A1E}"/>
                  </a:ext>
                </a:extLst>
              </p:cNvPr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40">
                <a:extLst>
                  <a:ext uri="{FF2B5EF4-FFF2-40B4-BE49-F238E27FC236}">
                    <a16:creationId xmlns:a16="http://schemas.microsoft.com/office/drawing/2014/main" id="{6AA37615-3B26-63EB-5F19-FC4A76BBFA3A}"/>
                  </a:ext>
                </a:extLst>
              </p:cNvPr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40">
                <a:extLst>
                  <a:ext uri="{FF2B5EF4-FFF2-40B4-BE49-F238E27FC236}">
                    <a16:creationId xmlns:a16="http://schemas.microsoft.com/office/drawing/2014/main" id="{B1434F34-471B-8F01-C1F7-F968B728C2E3}"/>
                  </a:ext>
                </a:extLst>
              </p:cNvPr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40">
                <a:extLst>
                  <a:ext uri="{FF2B5EF4-FFF2-40B4-BE49-F238E27FC236}">
                    <a16:creationId xmlns:a16="http://schemas.microsoft.com/office/drawing/2014/main" id="{46C8ACD9-EA7C-F228-45A4-73A3DB9F661A}"/>
                  </a:ext>
                </a:extLst>
              </p:cNvPr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40">
                <a:extLst>
                  <a:ext uri="{FF2B5EF4-FFF2-40B4-BE49-F238E27FC236}">
                    <a16:creationId xmlns:a16="http://schemas.microsoft.com/office/drawing/2014/main" id="{087769C0-0057-633A-3848-B92B3F4654BD}"/>
                  </a:ext>
                </a:extLst>
              </p:cNvPr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4" name="Google Shape;4244;p40">
              <a:extLst>
                <a:ext uri="{FF2B5EF4-FFF2-40B4-BE49-F238E27FC236}">
                  <a16:creationId xmlns:a16="http://schemas.microsoft.com/office/drawing/2014/main" id="{16A541AA-1684-E404-124C-53A19D785845}"/>
                </a:ext>
              </a:extLst>
            </p:cNvPr>
            <p:cNvGrpSpPr/>
            <p:nvPr/>
          </p:nvGrpSpPr>
          <p:grpSpPr>
            <a:xfrm>
              <a:off x="7730346" y="1216362"/>
              <a:ext cx="491637" cy="986062"/>
              <a:chOff x="4225370" y="-782119"/>
              <a:chExt cx="299250" cy="600196"/>
            </a:xfrm>
          </p:grpSpPr>
          <p:sp>
            <p:nvSpPr>
              <p:cNvPr id="4245" name="Google Shape;4245;p40">
                <a:extLst>
                  <a:ext uri="{FF2B5EF4-FFF2-40B4-BE49-F238E27FC236}">
                    <a16:creationId xmlns:a16="http://schemas.microsoft.com/office/drawing/2014/main" id="{A1D26F9E-41F8-DECB-90DF-E79D29EE1526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40">
                <a:extLst>
                  <a:ext uri="{FF2B5EF4-FFF2-40B4-BE49-F238E27FC236}">
                    <a16:creationId xmlns:a16="http://schemas.microsoft.com/office/drawing/2014/main" id="{3B39BF4C-AF9F-5D28-4672-EE26CE979867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40">
                <a:extLst>
                  <a:ext uri="{FF2B5EF4-FFF2-40B4-BE49-F238E27FC236}">
                    <a16:creationId xmlns:a16="http://schemas.microsoft.com/office/drawing/2014/main" id="{9E8269BC-50A8-CD1C-A755-673AD8ACF2C3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40">
                <a:extLst>
                  <a:ext uri="{FF2B5EF4-FFF2-40B4-BE49-F238E27FC236}">
                    <a16:creationId xmlns:a16="http://schemas.microsoft.com/office/drawing/2014/main" id="{FCCEA53C-D75F-9A97-ABB5-AFF09E227D07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40">
                <a:extLst>
                  <a:ext uri="{FF2B5EF4-FFF2-40B4-BE49-F238E27FC236}">
                    <a16:creationId xmlns:a16="http://schemas.microsoft.com/office/drawing/2014/main" id="{1FEBFE72-B5FB-60AC-DAA0-953558419C7D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40">
                <a:extLst>
                  <a:ext uri="{FF2B5EF4-FFF2-40B4-BE49-F238E27FC236}">
                    <a16:creationId xmlns:a16="http://schemas.microsoft.com/office/drawing/2014/main" id="{1307F643-EE63-138B-CBC4-DA1C91D3CA31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40">
                <a:extLst>
                  <a:ext uri="{FF2B5EF4-FFF2-40B4-BE49-F238E27FC236}">
                    <a16:creationId xmlns:a16="http://schemas.microsoft.com/office/drawing/2014/main" id="{F3F853CB-D1B0-8FF3-1FCE-2C68C1563A2A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40">
                <a:extLst>
                  <a:ext uri="{FF2B5EF4-FFF2-40B4-BE49-F238E27FC236}">
                    <a16:creationId xmlns:a16="http://schemas.microsoft.com/office/drawing/2014/main" id="{3D06D427-EE18-189A-98E5-2A491ADF23B1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40">
                <a:extLst>
                  <a:ext uri="{FF2B5EF4-FFF2-40B4-BE49-F238E27FC236}">
                    <a16:creationId xmlns:a16="http://schemas.microsoft.com/office/drawing/2014/main" id="{A686F3D7-1AC4-E38B-1E4C-F2C0FADC54D6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40">
                <a:extLst>
                  <a:ext uri="{FF2B5EF4-FFF2-40B4-BE49-F238E27FC236}">
                    <a16:creationId xmlns:a16="http://schemas.microsoft.com/office/drawing/2014/main" id="{A94E2AE2-9DF5-5A4D-0642-E39CE80943F4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40">
                <a:extLst>
                  <a:ext uri="{FF2B5EF4-FFF2-40B4-BE49-F238E27FC236}">
                    <a16:creationId xmlns:a16="http://schemas.microsoft.com/office/drawing/2014/main" id="{37DD095B-FABE-A3A0-85A9-573B52B38DBC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40">
                <a:extLst>
                  <a:ext uri="{FF2B5EF4-FFF2-40B4-BE49-F238E27FC236}">
                    <a16:creationId xmlns:a16="http://schemas.microsoft.com/office/drawing/2014/main" id="{7D5B7B04-F394-0784-5D3C-754A7EC2C504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7" name="Google Shape;4257;p40">
              <a:extLst>
                <a:ext uri="{FF2B5EF4-FFF2-40B4-BE49-F238E27FC236}">
                  <a16:creationId xmlns:a16="http://schemas.microsoft.com/office/drawing/2014/main" id="{4350B3DC-A8CF-99FA-4D1E-0D26A9BDA94A}"/>
                </a:ext>
              </a:extLst>
            </p:cNvPr>
            <p:cNvGrpSpPr/>
            <p:nvPr/>
          </p:nvGrpSpPr>
          <p:grpSpPr>
            <a:xfrm>
              <a:off x="5954623" y="2724050"/>
              <a:ext cx="373850" cy="899213"/>
              <a:chOff x="10985382" y="-7411116"/>
              <a:chExt cx="815553" cy="1961633"/>
            </a:xfrm>
          </p:grpSpPr>
          <p:sp>
            <p:nvSpPr>
              <p:cNvPr id="4258" name="Google Shape;4258;p40">
                <a:extLst>
                  <a:ext uri="{FF2B5EF4-FFF2-40B4-BE49-F238E27FC236}">
                    <a16:creationId xmlns:a16="http://schemas.microsoft.com/office/drawing/2014/main" id="{0F579399-7783-C4A5-A577-4E5FFF5DB1D8}"/>
                  </a:ext>
                </a:extLst>
              </p:cNvPr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40">
                <a:extLst>
                  <a:ext uri="{FF2B5EF4-FFF2-40B4-BE49-F238E27FC236}">
                    <a16:creationId xmlns:a16="http://schemas.microsoft.com/office/drawing/2014/main" id="{D4ED0C2D-55A4-7B90-A37F-66BAE1D704AB}"/>
                  </a:ext>
                </a:extLst>
              </p:cNvPr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40">
                <a:extLst>
                  <a:ext uri="{FF2B5EF4-FFF2-40B4-BE49-F238E27FC236}">
                    <a16:creationId xmlns:a16="http://schemas.microsoft.com/office/drawing/2014/main" id="{A879A03D-FEA5-AFCE-686B-B9C2BA97B330}"/>
                  </a:ext>
                </a:extLst>
              </p:cNvPr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40">
                <a:extLst>
                  <a:ext uri="{FF2B5EF4-FFF2-40B4-BE49-F238E27FC236}">
                    <a16:creationId xmlns:a16="http://schemas.microsoft.com/office/drawing/2014/main" id="{6740591C-4E7A-3720-0268-56A82D30A6BD}"/>
                  </a:ext>
                </a:extLst>
              </p:cNvPr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40">
                <a:extLst>
                  <a:ext uri="{FF2B5EF4-FFF2-40B4-BE49-F238E27FC236}">
                    <a16:creationId xmlns:a16="http://schemas.microsoft.com/office/drawing/2014/main" id="{63F57681-5988-529C-05FC-5A2296BDA30A}"/>
                  </a:ext>
                </a:extLst>
              </p:cNvPr>
              <p:cNvSpPr/>
              <p:nvPr/>
            </p:nvSpPr>
            <p:spPr>
              <a:xfrm>
                <a:off x="11098342" y="-6411694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40">
                <a:extLst>
                  <a:ext uri="{FF2B5EF4-FFF2-40B4-BE49-F238E27FC236}">
                    <a16:creationId xmlns:a16="http://schemas.microsoft.com/office/drawing/2014/main" id="{8F24CE2C-DEDF-E9B8-35DC-653DC05D20F9}"/>
                  </a:ext>
                </a:extLst>
              </p:cNvPr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40">
                <a:extLst>
                  <a:ext uri="{FF2B5EF4-FFF2-40B4-BE49-F238E27FC236}">
                    <a16:creationId xmlns:a16="http://schemas.microsoft.com/office/drawing/2014/main" id="{191C790F-3C0B-CDBD-DB4E-F8739C0E5DB1}"/>
                  </a:ext>
                </a:extLst>
              </p:cNvPr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40">
                <a:extLst>
                  <a:ext uri="{FF2B5EF4-FFF2-40B4-BE49-F238E27FC236}">
                    <a16:creationId xmlns:a16="http://schemas.microsoft.com/office/drawing/2014/main" id="{84B48DB1-44E0-3D48-C287-573DD801DB2F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40">
                <a:extLst>
                  <a:ext uri="{FF2B5EF4-FFF2-40B4-BE49-F238E27FC236}">
                    <a16:creationId xmlns:a16="http://schemas.microsoft.com/office/drawing/2014/main" id="{F0AE9186-FAFC-B17E-41DE-1BE858670AA5}"/>
                  </a:ext>
                </a:extLst>
              </p:cNvPr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40">
                <a:extLst>
                  <a:ext uri="{FF2B5EF4-FFF2-40B4-BE49-F238E27FC236}">
                    <a16:creationId xmlns:a16="http://schemas.microsoft.com/office/drawing/2014/main" id="{6432E7CD-5027-6C44-25F2-7D93D42D23C4}"/>
                  </a:ext>
                </a:extLst>
              </p:cNvPr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40">
                <a:extLst>
                  <a:ext uri="{FF2B5EF4-FFF2-40B4-BE49-F238E27FC236}">
                    <a16:creationId xmlns:a16="http://schemas.microsoft.com/office/drawing/2014/main" id="{3DBA47A0-568A-F2CC-CA39-BA0F032B290C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40">
                <a:extLst>
                  <a:ext uri="{FF2B5EF4-FFF2-40B4-BE49-F238E27FC236}">
                    <a16:creationId xmlns:a16="http://schemas.microsoft.com/office/drawing/2014/main" id="{7695529B-C61A-479B-9AF7-65A2F3C72560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40">
                <a:extLst>
                  <a:ext uri="{FF2B5EF4-FFF2-40B4-BE49-F238E27FC236}">
                    <a16:creationId xmlns:a16="http://schemas.microsoft.com/office/drawing/2014/main" id="{2AEA8C29-2159-6976-8B03-65757FACB4E2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40">
                <a:extLst>
                  <a:ext uri="{FF2B5EF4-FFF2-40B4-BE49-F238E27FC236}">
                    <a16:creationId xmlns:a16="http://schemas.microsoft.com/office/drawing/2014/main" id="{4C5709C4-25E0-5922-5968-B077917F6078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40">
                <a:extLst>
                  <a:ext uri="{FF2B5EF4-FFF2-40B4-BE49-F238E27FC236}">
                    <a16:creationId xmlns:a16="http://schemas.microsoft.com/office/drawing/2014/main" id="{C8C42C82-74CC-7B18-AB16-8D5A1DDCA963}"/>
                  </a:ext>
                </a:extLst>
              </p:cNvPr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40">
                <a:extLst>
                  <a:ext uri="{FF2B5EF4-FFF2-40B4-BE49-F238E27FC236}">
                    <a16:creationId xmlns:a16="http://schemas.microsoft.com/office/drawing/2014/main" id="{7DCAF24D-C843-B374-B642-61AF3FE647A5}"/>
                  </a:ext>
                </a:extLst>
              </p:cNvPr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40">
                <a:extLst>
                  <a:ext uri="{FF2B5EF4-FFF2-40B4-BE49-F238E27FC236}">
                    <a16:creationId xmlns:a16="http://schemas.microsoft.com/office/drawing/2014/main" id="{9D9C406D-CE21-2AD0-E262-7EE68963758D}"/>
                  </a:ext>
                </a:extLst>
              </p:cNvPr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5" name="Google Shape;4275;p40">
              <a:extLst>
                <a:ext uri="{FF2B5EF4-FFF2-40B4-BE49-F238E27FC236}">
                  <a16:creationId xmlns:a16="http://schemas.microsoft.com/office/drawing/2014/main" id="{674460DE-EE3F-4F0A-2FA4-36E619B5960F}"/>
                </a:ext>
              </a:extLst>
            </p:cNvPr>
            <p:cNvGrpSpPr/>
            <p:nvPr/>
          </p:nvGrpSpPr>
          <p:grpSpPr>
            <a:xfrm>
              <a:off x="7527910" y="2799450"/>
              <a:ext cx="301969" cy="562336"/>
              <a:chOff x="7686885" y="2546950"/>
              <a:chExt cx="301969" cy="562336"/>
            </a:xfrm>
          </p:grpSpPr>
          <p:sp>
            <p:nvSpPr>
              <p:cNvPr id="4276" name="Google Shape;4276;p40">
                <a:extLst>
                  <a:ext uri="{FF2B5EF4-FFF2-40B4-BE49-F238E27FC236}">
                    <a16:creationId xmlns:a16="http://schemas.microsoft.com/office/drawing/2014/main" id="{D51599F1-4D25-2066-DA65-E804DF01BEB2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40">
                <a:extLst>
                  <a:ext uri="{FF2B5EF4-FFF2-40B4-BE49-F238E27FC236}">
                    <a16:creationId xmlns:a16="http://schemas.microsoft.com/office/drawing/2014/main" id="{1CBAFDAC-DFFA-21C1-0B68-B93430EAA752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40">
                <a:extLst>
                  <a:ext uri="{FF2B5EF4-FFF2-40B4-BE49-F238E27FC236}">
                    <a16:creationId xmlns:a16="http://schemas.microsoft.com/office/drawing/2014/main" id="{A7F3919F-9E59-A2CB-0967-B7CD8177480A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40">
                <a:extLst>
                  <a:ext uri="{FF2B5EF4-FFF2-40B4-BE49-F238E27FC236}">
                    <a16:creationId xmlns:a16="http://schemas.microsoft.com/office/drawing/2014/main" id="{636662FB-8901-933A-5054-119769C09488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40">
                <a:extLst>
                  <a:ext uri="{FF2B5EF4-FFF2-40B4-BE49-F238E27FC236}">
                    <a16:creationId xmlns:a16="http://schemas.microsoft.com/office/drawing/2014/main" id="{48BCBF92-1A96-537D-9F38-DD03CED13C25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40">
                <a:extLst>
                  <a:ext uri="{FF2B5EF4-FFF2-40B4-BE49-F238E27FC236}">
                    <a16:creationId xmlns:a16="http://schemas.microsoft.com/office/drawing/2014/main" id="{1BB9641B-05A2-EB2D-7F81-FFB8918B485E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40">
                <a:extLst>
                  <a:ext uri="{FF2B5EF4-FFF2-40B4-BE49-F238E27FC236}">
                    <a16:creationId xmlns:a16="http://schemas.microsoft.com/office/drawing/2014/main" id="{497F4176-5DD4-3696-9782-952F170D1F1A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40">
                <a:extLst>
                  <a:ext uri="{FF2B5EF4-FFF2-40B4-BE49-F238E27FC236}">
                    <a16:creationId xmlns:a16="http://schemas.microsoft.com/office/drawing/2014/main" id="{6E6AB38D-0BF4-7CC7-BC4D-0973483B3E85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40">
                <a:extLst>
                  <a:ext uri="{FF2B5EF4-FFF2-40B4-BE49-F238E27FC236}">
                    <a16:creationId xmlns:a16="http://schemas.microsoft.com/office/drawing/2014/main" id="{EFC88B72-38EB-1B1E-2B39-B2EAA6543695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Immagine 2">
            <a:extLst>
              <a:ext uri="{FF2B5EF4-FFF2-40B4-BE49-F238E27FC236}">
                <a16:creationId xmlns:a16="http://schemas.microsoft.com/office/drawing/2014/main" id="{1E1FDC21-E00D-08B8-7817-E22A3B660F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3" r="22239" b="-263"/>
          <a:stretch>
            <a:fillRect/>
          </a:stretch>
        </p:blipFill>
        <p:spPr>
          <a:xfrm>
            <a:off x="5309540" y="387928"/>
            <a:ext cx="3495024" cy="439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3669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B15C93-8DBD-F119-FB76-32DF947D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Componenti utilizzati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026B55-7272-D1DB-4588-7FA4BB6569E4}"/>
              </a:ext>
            </a:extLst>
          </p:cNvPr>
          <p:cNvSpPr txBox="1"/>
          <p:nvPr/>
        </p:nvSpPr>
        <p:spPr>
          <a:xfrm>
            <a:off x="3083073" y="2160777"/>
            <a:ext cx="53409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STM32F303VCTx Discovery Board</a:t>
            </a:r>
            <a:r>
              <a:rPr lang="it-IT"/>
              <a:t>, scheda di sviluppo basata su microcontrollore </a:t>
            </a:r>
            <a:r>
              <a:rPr lang="it-IT" b="1"/>
              <a:t>ARM Cortex-M4</a:t>
            </a:r>
            <a:r>
              <a:rPr lang="it-IT"/>
              <a:t> con clock di sistema a </a:t>
            </a:r>
            <a:r>
              <a:rPr lang="it-IT" b="1"/>
              <a:t>48 MHz</a:t>
            </a:r>
            <a:r>
              <a:rPr lang="it-IT"/>
              <a:t>. È il nucleo principale a cui vengono collegati tutti gli altri componenti.</a:t>
            </a:r>
          </a:p>
          <a:p>
            <a:endParaRPr lang="it-IT">
              <a:latin typeface="Asap" panose="020B060402020202020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0F2DBDF-C85A-9347-8B58-63234BD1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66" y="1291720"/>
            <a:ext cx="2606607" cy="25600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07288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3407-E7CD-3272-1C2E-9CCDCB0A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AD0915-63E1-6259-3EDA-2A3B1460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Componenti utilizzati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F30E44A-17E4-B532-27EF-FF384F348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5" y="1780309"/>
            <a:ext cx="2195398" cy="15828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02292ED-9B73-4543-A5C5-E7F68C9F42A9}"/>
              </a:ext>
            </a:extLst>
          </p:cNvPr>
          <p:cNvSpPr txBox="1"/>
          <p:nvPr/>
        </p:nvSpPr>
        <p:spPr>
          <a:xfrm>
            <a:off x="3504575" y="2087071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ESP32-CAM</a:t>
            </a:r>
            <a:r>
              <a:rPr lang="it-IT"/>
              <a:t>, piccola camera con sensore da 2 </a:t>
            </a:r>
            <a:r>
              <a:rPr lang="it-IT" err="1"/>
              <a:t>Mpx</a:t>
            </a:r>
            <a:r>
              <a:rPr lang="it-IT"/>
              <a:t>. Integra il SoC ESP32 e, in aggiunta, dispone di un piccolo modulo </a:t>
            </a:r>
            <a:r>
              <a:rPr lang="it-IT" err="1"/>
              <a:t>wifi</a:t>
            </a:r>
            <a:r>
              <a:rPr lang="it-IT"/>
              <a:t> e bluetooth BLE. Comunica tramite UART con la scheda STM32 e ha alimentazione 3.3V.</a:t>
            </a:r>
          </a:p>
        </p:txBody>
      </p:sp>
    </p:spTree>
    <p:extLst>
      <p:ext uri="{BB962C8B-B14F-4D97-AF65-F5344CB8AC3E}">
        <p14:creationId xmlns:p14="http://schemas.microsoft.com/office/powerpoint/2010/main" val="31917722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9F127-B737-43AE-34AB-18A5A6C05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F7D661-FEC8-08AA-751B-555C169D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Componenti utilizzati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4956500-DA76-DDE9-0C55-F5A24BEC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595221"/>
            <a:ext cx="2602572" cy="195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074BC11-5DEF-8D58-033F-81CE5F1520CA}"/>
              </a:ext>
            </a:extLst>
          </p:cNvPr>
          <p:cNvSpPr txBox="1"/>
          <p:nvPr/>
        </p:nvSpPr>
        <p:spPr>
          <a:xfrm>
            <a:off x="3491344" y="2094695"/>
            <a:ext cx="4814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latin typeface="Asap" panose="020B0604020202020204" charset="0"/>
              </a:rPr>
              <a:t>Il </a:t>
            </a:r>
            <a:r>
              <a:rPr lang="it-IT" b="1">
                <a:latin typeface="Asap" panose="020B0604020202020204" charset="0"/>
              </a:rPr>
              <a:t>servomotore SG90 </a:t>
            </a:r>
            <a:r>
              <a:rPr lang="it-IT">
                <a:latin typeface="Asap" panose="020B0604020202020204" charset="0"/>
              </a:rPr>
              <a:t>permette un controllo preciso della posizione angolare, con un movimento da 0 a 180 gradi. Il microcontrollore lo pilota con un segnale PWM, che ne fissa l'angolazione.</a:t>
            </a:r>
          </a:p>
        </p:txBody>
      </p:sp>
    </p:spTree>
    <p:extLst>
      <p:ext uri="{BB962C8B-B14F-4D97-AF65-F5344CB8AC3E}">
        <p14:creationId xmlns:p14="http://schemas.microsoft.com/office/powerpoint/2010/main" val="30436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B339E-056C-1604-AABB-6416DDF7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4F1EF8-4DA0-3235-E53E-74F9B1C8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Componenti utilizzati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00B2E10-E2A0-7F8F-7290-DCD9F2F72995}"/>
              </a:ext>
            </a:extLst>
          </p:cNvPr>
          <p:cNvSpPr txBox="1"/>
          <p:nvPr/>
        </p:nvSpPr>
        <p:spPr>
          <a:xfrm>
            <a:off x="3567547" y="1650092"/>
            <a:ext cx="4748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latin typeface="Asap" panose="020B060402020202020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4D3F710-6893-A7E1-98A7-136E2C4E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39" y="1695167"/>
            <a:ext cx="2463773" cy="17246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C148E-575E-66AE-568A-887D8BE42BD6}"/>
              </a:ext>
            </a:extLst>
          </p:cNvPr>
          <p:cNvSpPr txBox="1"/>
          <p:nvPr/>
        </p:nvSpPr>
        <p:spPr>
          <a:xfrm>
            <a:off x="4026370" y="180398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Asap" panose="020B0604020202020204" charset="0"/>
              </a:rPr>
              <a:t>L'</a:t>
            </a:r>
            <a:r>
              <a:rPr lang="it-IT" sz="1400" b="1" dirty="0">
                <a:latin typeface="Asap" panose="020B0604020202020204" charset="0"/>
              </a:rPr>
              <a:t>HC-SR04</a:t>
            </a:r>
            <a:r>
              <a:rPr lang="it-IT" sz="1400" dirty="0">
                <a:latin typeface="Asap" panose="020B0604020202020204" charset="0"/>
              </a:rPr>
              <a:t> è un sensore ad ultrasuoni con due trasduttori: uno emette un impulso a 40 kHz (TRIG), l'altro riceve l'eco (ECHO).</a:t>
            </a:r>
            <a:r>
              <a:rPr lang="it-IT" sz="1400" dirty="0"/>
              <a:t> </a:t>
            </a:r>
            <a:r>
              <a:rPr lang="it-IT" sz="1400" dirty="0">
                <a:latin typeface="Asap" panose="020B0604020202020204" charset="0"/>
              </a:rPr>
              <a:t>La distanza misurata si ricava dal tempo di volo, cioè dalla durata dell'impulso sul pin ECHO.</a:t>
            </a:r>
          </a:p>
          <a:p>
            <a:r>
              <a:rPr lang="it-IT" sz="1400" dirty="0">
                <a:latin typeface="Asap" panose="020B0604020202020204" charset="0"/>
              </a:rPr>
              <a:t>Può misurare fino a 4 m e ha alimentazione a 5V. Inoltre, ha un angolo di rilevamento di circa 15°.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2443372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32FB-0708-676B-0984-873541CD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2A8C7D-89CF-6B84-B318-21379423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Componenti utilizzati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3855FE-BFEF-7E21-4E33-BB7D8B86389D}"/>
              </a:ext>
            </a:extLst>
          </p:cNvPr>
          <p:cNvSpPr txBox="1"/>
          <p:nvPr/>
        </p:nvSpPr>
        <p:spPr>
          <a:xfrm>
            <a:off x="3567547" y="1650092"/>
            <a:ext cx="4748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sap" panose="020B0604020202020204" charset="0"/>
              </a:rPr>
              <a:t>La Bot API di Telegram permette di inviare messaggi e foto in automatico tramite richieste HTTPS, senza bisogno di </a:t>
            </a:r>
            <a:r>
              <a:rPr lang="it-IT" dirty="0" err="1">
                <a:latin typeface="Asap" panose="020B0604020202020204" charset="0"/>
              </a:rPr>
              <a:t>un'app</a:t>
            </a:r>
            <a:r>
              <a:rPr lang="it-IT" dirty="0">
                <a:latin typeface="Asap" panose="020B0604020202020204" charset="0"/>
              </a:rPr>
              <a:t> dedicata. L'ESP32-CAM invia lo scatto al bot chiamando l'endpoint </a:t>
            </a:r>
            <a:r>
              <a:rPr lang="it-IT" dirty="0" err="1">
                <a:latin typeface="Asap" panose="020B0604020202020204" charset="0"/>
              </a:rPr>
              <a:t>sendPhoto</a:t>
            </a:r>
            <a:r>
              <a:rPr lang="it-IT" dirty="0">
                <a:latin typeface="Asap" panose="020B0604020202020204" charset="0"/>
              </a:rPr>
              <a:t>, che lo inoltra sulla chat configurata: la notifica arriva così direttamente sullo smartphone.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1A7995A-1B33-12B9-40D2-9EC107343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2" y="1606984"/>
            <a:ext cx="2787560" cy="14712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52362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1">
          <a:extLst>
            <a:ext uri="{FF2B5EF4-FFF2-40B4-BE49-F238E27FC236}">
              <a16:creationId xmlns:a16="http://schemas.microsoft.com/office/drawing/2014/main" id="{832E77B5-08D8-AB00-60FD-5EA1F8C1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40">
            <a:extLst>
              <a:ext uri="{FF2B5EF4-FFF2-40B4-BE49-F238E27FC236}">
                <a16:creationId xmlns:a16="http://schemas.microsoft.com/office/drawing/2014/main" id="{923BD953-0646-8D8B-6E6E-1E645D5D30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031775"/>
            <a:ext cx="3712200" cy="1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/>
              <a:t>Schema collegamenti</a:t>
            </a:r>
            <a:endParaRPr sz="3200"/>
          </a:p>
        </p:txBody>
      </p:sp>
      <p:sp>
        <p:nvSpPr>
          <p:cNvPr id="3813" name="Google Shape;3813;p40">
            <a:extLst>
              <a:ext uri="{FF2B5EF4-FFF2-40B4-BE49-F238E27FC236}">
                <a16:creationId xmlns:a16="http://schemas.microsoft.com/office/drawing/2014/main" id="{32D76F11-74C9-A3AD-5B1E-8733D8EF0AB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76475" y="1216350"/>
            <a:ext cx="1233300" cy="80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3815" name="Google Shape;3815;p40">
            <a:extLst>
              <a:ext uri="{FF2B5EF4-FFF2-40B4-BE49-F238E27FC236}">
                <a16:creationId xmlns:a16="http://schemas.microsoft.com/office/drawing/2014/main" id="{C0C18C74-CEDC-6142-208E-650A7B576B22}"/>
              </a:ext>
            </a:extLst>
          </p:cNvPr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3816" name="Google Shape;3816;p40">
              <a:extLst>
                <a:ext uri="{FF2B5EF4-FFF2-40B4-BE49-F238E27FC236}">
                  <a16:creationId xmlns:a16="http://schemas.microsoft.com/office/drawing/2014/main" id="{F3F76E22-BFF6-20F5-2590-325778769845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3817" name="Google Shape;3817;p40">
                <a:extLst>
                  <a:ext uri="{FF2B5EF4-FFF2-40B4-BE49-F238E27FC236}">
                    <a16:creationId xmlns:a16="http://schemas.microsoft.com/office/drawing/2014/main" id="{111C1569-DFA4-4C2C-F3F4-8797D49461BD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18" name="Google Shape;3818;p40">
                <a:extLst>
                  <a:ext uri="{FF2B5EF4-FFF2-40B4-BE49-F238E27FC236}">
                    <a16:creationId xmlns:a16="http://schemas.microsoft.com/office/drawing/2014/main" id="{C51DA390-52F0-22A2-BA41-F1ADB055E9C0}"/>
                  </a:ext>
                </a:extLst>
              </p:cNvPr>
              <p:cNvGrpSpPr/>
              <p:nvPr/>
            </p:nvGrpSpPr>
            <p:grpSpPr>
              <a:xfrm rot="10800000" flipH="1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3819" name="Google Shape;3819;p40">
                  <a:extLst>
                    <a:ext uri="{FF2B5EF4-FFF2-40B4-BE49-F238E27FC236}">
                      <a16:creationId xmlns:a16="http://schemas.microsoft.com/office/drawing/2014/main" id="{B77D01AD-8D6C-DE3C-1D9F-1A38C81FA65E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0" name="Google Shape;3820;p40">
                  <a:extLst>
                    <a:ext uri="{FF2B5EF4-FFF2-40B4-BE49-F238E27FC236}">
                      <a16:creationId xmlns:a16="http://schemas.microsoft.com/office/drawing/2014/main" id="{13E90769-AA7F-721E-0A41-2CBF7F83A4E0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1" name="Google Shape;3821;p40">
                  <a:extLst>
                    <a:ext uri="{FF2B5EF4-FFF2-40B4-BE49-F238E27FC236}">
                      <a16:creationId xmlns:a16="http://schemas.microsoft.com/office/drawing/2014/main" id="{BC05FBC7-C240-E9F5-CE50-D6F57D183979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2" name="Google Shape;3822;p40">
                  <a:extLst>
                    <a:ext uri="{FF2B5EF4-FFF2-40B4-BE49-F238E27FC236}">
                      <a16:creationId xmlns:a16="http://schemas.microsoft.com/office/drawing/2014/main" id="{8B3681CD-EE90-D750-739C-F20AA2F5852D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3" name="Google Shape;3823;p40">
                  <a:extLst>
                    <a:ext uri="{FF2B5EF4-FFF2-40B4-BE49-F238E27FC236}">
                      <a16:creationId xmlns:a16="http://schemas.microsoft.com/office/drawing/2014/main" id="{B9213D5B-5867-EAEF-CBDE-8FE3CE12805C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4" name="Google Shape;3824;p40">
                  <a:extLst>
                    <a:ext uri="{FF2B5EF4-FFF2-40B4-BE49-F238E27FC236}">
                      <a16:creationId xmlns:a16="http://schemas.microsoft.com/office/drawing/2014/main" id="{1F84B9B3-DC32-2423-E2A2-84C50C4A1943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5" name="Google Shape;3825;p40">
                  <a:extLst>
                    <a:ext uri="{FF2B5EF4-FFF2-40B4-BE49-F238E27FC236}">
                      <a16:creationId xmlns:a16="http://schemas.microsoft.com/office/drawing/2014/main" id="{06BDB5B7-4CC1-06F9-4633-A44C24904E82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6" name="Google Shape;3826;p40">
                  <a:extLst>
                    <a:ext uri="{FF2B5EF4-FFF2-40B4-BE49-F238E27FC236}">
                      <a16:creationId xmlns:a16="http://schemas.microsoft.com/office/drawing/2014/main" id="{C91ABC8F-385B-A278-7A86-5DD49AE1AA15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7" name="Google Shape;3827;p40">
                  <a:extLst>
                    <a:ext uri="{FF2B5EF4-FFF2-40B4-BE49-F238E27FC236}">
                      <a16:creationId xmlns:a16="http://schemas.microsoft.com/office/drawing/2014/main" id="{16D0491C-B03F-92A0-AD4F-E2D3517FE9EB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8" name="Google Shape;3828;p40">
                  <a:extLst>
                    <a:ext uri="{FF2B5EF4-FFF2-40B4-BE49-F238E27FC236}">
                      <a16:creationId xmlns:a16="http://schemas.microsoft.com/office/drawing/2014/main" id="{DB333892-AF14-A96A-54C1-F5B78950AC1E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9" name="Google Shape;3829;p40">
                  <a:extLst>
                    <a:ext uri="{FF2B5EF4-FFF2-40B4-BE49-F238E27FC236}">
                      <a16:creationId xmlns:a16="http://schemas.microsoft.com/office/drawing/2014/main" id="{B6282766-07CA-613C-2A6A-062D8C31418A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0" name="Google Shape;3830;p40">
                  <a:extLst>
                    <a:ext uri="{FF2B5EF4-FFF2-40B4-BE49-F238E27FC236}">
                      <a16:creationId xmlns:a16="http://schemas.microsoft.com/office/drawing/2014/main" id="{A937E602-011A-9E15-BEB9-BD251DDAAA12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1" name="Google Shape;3831;p40">
                  <a:extLst>
                    <a:ext uri="{FF2B5EF4-FFF2-40B4-BE49-F238E27FC236}">
                      <a16:creationId xmlns:a16="http://schemas.microsoft.com/office/drawing/2014/main" id="{8D9A3734-8A98-1C64-EB84-1DFA89508497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2" name="Google Shape;3832;p40">
                  <a:extLst>
                    <a:ext uri="{FF2B5EF4-FFF2-40B4-BE49-F238E27FC236}">
                      <a16:creationId xmlns:a16="http://schemas.microsoft.com/office/drawing/2014/main" id="{4A244AF0-964E-3121-339A-0A8E27BC3E2A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3" name="Google Shape;3833;p40">
                  <a:extLst>
                    <a:ext uri="{FF2B5EF4-FFF2-40B4-BE49-F238E27FC236}">
                      <a16:creationId xmlns:a16="http://schemas.microsoft.com/office/drawing/2014/main" id="{823811B6-6122-603D-F222-7EA7B751CE62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4" name="Google Shape;3834;p40">
                  <a:extLst>
                    <a:ext uri="{FF2B5EF4-FFF2-40B4-BE49-F238E27FC236}">
                      <a16:creationId xmlns:a16="http://schemas.microsoft.com/office/drawing/2014/main" id="{82484BC7-2578-7EC4-D484-2059E95FEA93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5" name="Google Shape;3835;p40">
                  <a:extLst>
                    <a:ext uri="{FF2B5EF4-FFF2-40B4-BE49-F238E27FC236}">
                      <a16:creationId xmlns:a16="http://schemas.microsoft.com/office/drawing/2014/main" id="{843A4CA6-726F-1697-ACD7-37DC6BD40BBF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6" name="Google Shape;3836;p40">
                  <a:extLst>
                    <a:ext uri="{FF2B5EF4-FFF2-40B4-BE49-F238E27FC236}">
                      <a16:creationId xmlns:a16="http://schemas.microsoft.com/office/drawing/2014/main" id="{BC7C9B36-320D-0908-0FCB-5B529C2217B0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7" name="Google Shape;3837;p40">
                  <a:extLst>
                    <a:ext uri="{FF2B5EF4-FFF2-40B4-BE49-F238E27FC236}">
                      <a16:creationId xmlns:a16="http://schemas.microsoft.com/office/drawing/2014/main" id="{9D02F459-9438-F52E-C29C-CDFAC8EE7679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8" name="Google Shape;3838;p40">
                  <a:extLst>
                    <a:ext uri="{FF2B5EF4-FFF2-40B4-BE49-F238E27FC236}">
                      <a16:creationId xmlns:a16="http://schemas.microsoft.com/office/drawing/2014/main" id="{F3ED5289-1F1D-4B99-75C9-59D8B4CC182F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9" name="Google Shape;3839;p40">
                  <a:extLst>
                    <a:ext uri="{FF2B5EF4-FFF2-40B4-BE49-F238E27FC236}">
                      <a16:creationId xmlns:a16="http://schemas.microsoft.com/office/drawing/2014/main" id="{D16291EA-523B-89CD-F6BA-F3715D6D5413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0" name="Google Shape;3840;p40">
                  <a:extLst>
                    <a:ext uri="{FF2B5EF4-FFF2-40B4-BE49-F238E27FC236}">
                      <a16:creationId xmlns:a16="http://schemas.microsoft.com/office/drawing/2014/main" id="{CFE06BF8-B3ED-6B1C-04F9-61662E2C92E3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1" name="Google Shape;3841;p40">
                  <a:extLst>
                    <a:ext uri="{FF2B5EF4-FFF2-40B4-BE49-F238E27FC236}">
                      <a16:creationId xmlns:a16="http://schemas.microsoft.com/office/drawing/2014/main" id="{31C054C5-9AF3-434A-DE87-BC0460E9A0D4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2" name="Google Shape;3842;p40">
                  <a:extLst>
                    <a:ext uri="{FF2B5EF4-FFF2-40B4-BE49-F238E27FC236}">
                      <a16:creationId xmlns:a16="http://schemas.microsoft.com/office/drawing/2014/main" id="{1B5CD761-DA37-6773-83B6-6EE6AD28599B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3" name="Google Shape;3843;p40">
                  <a:extLst>
                    <a:ext uri="{FF2B5EF4-FFF2-40B4-BE49-F238E27FC236}">
                      <a16:creationId xmlns:a16="http://schemas.microsoft.com/office/drawing/2014/main" id="{3C8341DB-11A0-E085-AEAC-038DA973D609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4" name="Google Shape;3844;p40">
                  <a:extLst>
                    <a:ext uri="{FF2B5EF4-FFF2-40B4-BE49-F238E27FC236}">
                      <a16:creationId xmlns:a16="http://schemas.microsoft.com/office/drawing/2014/main" id="{5721B857-A8BC-2160-176B-9CA2CB225E84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5" name="Google Shape;3845;p40">
                  <a:extLst>
                    <a:ext uri="{FF2B5EF4-FFF2-40B4-BE49-F238E27FC236}">
                      <a16:creationId xmlns:a16="http://schemas.microsoft.com/office/drawing/2014/main" id="{6F1BCFB2-3465-0687-ECCE-93E379E7F47B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6" name="Google Shape;3846;p40">
                  <a:extLst>
                    <a:ext uri="{FF2B5EF4-FFF2-40B4-BE49-F238E27FC236}">
                      <a16:creationId xmlns:a16="http://schemas.microsoft.com/office/drawing/2014/main" id="{0194634A-45B9-40A8-A6BF-405858DAD56E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7" name="Google Shape;3847;p40">
                  <a:extLst>
                    <a:ext uri="{FF2B5EF4-FFF2-40B4-BE49-F238E27FC236}">
                      <a16:creationId xmlns:a16="http://schemas.microsoft.com/office/drawing/2014/main" id="{0739C6F7-F6A2-141E-72AF-EB0E054D4ED2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8" name="Google Shape;3848;p40">
                  <a:extLst>
                    <a:ext uri="{FF2B5EF4-FFF2-40B4-BE49-F238E27FC236}">
                      <a16:creationId xmlns:a16="http://schemas.microsoft.com/office/drawing/2014/main" id="{D2097FCB-6129-293A-3E3D-EFA2D29669EC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9" name="Google Shape;3849;p40">
                  <a:extLst>
                    <a:ext uri="{FF2B5EF4-FFF2-40B4-BE49-F238E27FC236}">
                      <a16:creationId xmlns:a16="http://schemas.microsoft.com/office/drawing/2014/main" id="{427E4B12-ACFE-C4FB-8889-FE8AA47994AB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0" name="Google Shape;3850;p40">
                  <a:extLst>
                    <a:ext uri="{FF2B5EF4-FFF2-40B4-BE49-F238E27FC236}">
                      <a16:creationId xmlns:a16="http://schemas.microsoft.com/office/drawing/2014/main" id="{D11BBC3B-AE46-ECE8-1591-59AEF5FEDF85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1" name="Google Shape;3851;p40">
                  <a:extLst>
                    <a:ext uri="{FF2B5EF4-FFF2-40B4-BE49-F238E27FC236}">
                      <a16:creationId xmlns:a16="http://schemas.microsoft.com/office/drawing/2014/main" id="{D636EC76-C2C3-792C-EFAA-35BDD88E0B52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2" name="Google Shape;3852;p40">
                  <a:extLst>
                    <a:ext uri="{FF2B5EF4-FFF2-40B4-BE49-F238E27FC236}">
                      <a16:creationId xmlns:a16="http://schemas.microsoft.com/office/drawing/2014/main" id="{485BAE8B-1AAC-218E-27DB-BD485971D2D7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3" name="Google Shape;3853;p40">
                  <a:extLst>
                    <a:ext uri="{FF2B5EF4-FFF2-40B4-BE49-F238E27FC236}">
                      <a16:creationId xmlns:a16="http://schemas.microsoft.com/office/drawing/2014/main" id="{9E8EB42F-3801-5E25-6C5C-278DF4E427BD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4" name="Google Shape;3854;p40">
                  <a:extLst>
                    <a:ext uri="{FF2B5EF4-FFF2-40B4-BE49-F238E27FC236}">
                      <a16:creationId xmlns:a16="http://schemas.microsoft.com/office/drawing/2014/main" id="{B8543EC9-A47B-A071-5A47-4397066633F0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5" name="Google Shape;3855;p40">
                  <a:extLst>
                    <a:ext uri="{FF2B5EF4-FFF2-40B4-BE49-F238E27FC236}">
                      <a16:creationId xmlns:a16="http://schemas.microsoft.com/office/drawing/2014/main" id="{43B2FC97-0190-6554-6A64-1BD8C598064A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6" name="Google Shape;3856;p40">
                  <a:extLst>
                    <a:ext uri="{FF2B5EF4-FFF2-40B4-BE49-F238E27FC236}">
                      <a16:creationId xmlns:a16="http://schemas.microsoft.com/office/drawing/2014/main" id="{5129134B-AA86-5752-0E5F-2767A1F738CA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7" name="Google Shape;3857;p40">
                  <a:extLst>
                    <a:ext uri="{FF2B5EF4-FFF2-40B4-BE49-F238E27FC236}">
                      <a16:creationId xmlns:a16="http://schemas.microsoft.com/office/drawing/2014/main" id="{A640124B-F789-D7D9-1C34-F6E90AE3731A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8" name="Google Shape;3858;p40">
                  <a:extLst>
                    <a:ext uri="{FF2B5EF4-FFF2-40B4-BE49-F238E27FC236}">
                      <a16:creationId xmlns:a16="http://schemas.microsoft.com/office/drawing/2014/main" id="{8C984CAE-CC8E-329F-2C94-BC596FB92764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9" name="Google Shape;3859;p40">
                  <a:extLst>
                    <a:ext uri="{FF2B5EF4-FFF2-40B4-BE49-F238E27FC236}">
                      <a16:creationId xmlns:a16="http://schemas.microsoft.com/office/drawing/2014/main" id="{54A3D403-C323-8183-2D73-4AF9705E0F29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0" name="Google Shape;3860;p40">
                  <a:extLst>
                    <a:ext uri="{FF2B5EF4-FFF2-40B4-BE49-F238E27FC236}">
                      <a16:creationId xmlns:a16="http://schemas.microsoft.com/office/drawing/2014/main" id="{78EB6EAA-989C-0077-3E91-BF2FB70B2DB5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1" name="Google Shape;3861;p40">
                  <a:extLst>
                    <a:ext uri="{FF2B5EF4-FFF2-40B4-BE49-F238E27FC236}">
                      <a16:creationId xmlns:a16="http://schemas.microsoft.com/office/drawing/2014/main" id="{31438D61-4532-8FC9-15B7-46E1F130D3B9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2" name="Google Shape;3862;p40">
                  <a:extLst>
                    <a:ext uri="{FF2B5EF4-FFF2-40B4-BE49-F238E27FC236}">
                      <a16:creationId xmlns:a16="http://schemas.microsoft.com/office/drawing/2014/main" id="{9D416950-BAAD-8A7A-E87C-167C2B839EC7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3" name="Google Shape;3863;p40">
                  <a:extLst>
                    <a:ext uri="{FF2B5EF4-FFF2-40B4-BE49-F238E27FC236}">
                      <a16:creationId xmlns:a16="http://schemas.microsoft.com/office/drawing/2014/main" id="{92174F74-C22A-9266-3AE1-D03880C10C1F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4" name="Google Shape;3864;p40">
                  <a:extLst>
                    <a:ext uri="{FF2B5EF4-FFF2-40B4-BE49-F238E27FC236}">
                      <a16:creationId xmlns:a16="http://schemas.microsoft.com/office/drawing/2014/main" id="{86CA4832-8FB9-42CF-4F23-EA3ADEB77FE8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5" name="Google Shape;3865;p40">
                  <a:extLst>
                    <a:ext uri="{FF2B5EF4-FFF2-40B4-BE49-F238E27FC236}">
                      <a16:creationId xmlns:a16="http://schemas.microsoft.com/office/drawing/2014/main" id="{7A6AD13F-2CCC-15E3-2165-CE7E407D4BB8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6" name="Google Shape;3866;p40">
                  <a:extLst>
                    <a:ext uri="{FF2B5EF4-FFF2-40B4-BE49-F238E27FC236}">
                      <a16:creationId xmlns:a16="http://schemas.microsoft.com/office/drawing/2014/main" id="{4123B6D0-D50B-49ED-3FAD-B52CF2FB85B0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7" name="Google Shape;3867;p40">
                  <a:extLst>
                    <a:ext uri="{FF2B5EF4-FFF2-40B4-BE49-F238E27FC236}">
                      <a16:creationId xmlns:a16="http://schemas.microsoft.com/office/drawing/2014/main" id="{FF1696EC-1EA4-FDE3-F7B7-A07AB574EAD7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8" name="Google Shape;3868;p40">
                  <a:extLst>
                    <a:ext uri="{FF2B5EF4-FFF2-40B4-BE49-F238E27FC236}">
                      <a16:creationId xmlns:a16="http://schemas.microsoft.com/office/drawing/2014/main" id="{21B29673-4E5D-7197-BE15-621B003722E1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9" name="Google Shape;3869;p40">
                  <a:extLst>
                    <a:ext uri="{FF2B5EF4-FFF2-40B4-BE49-F238E27FC236}">
                      <a16:creationId xmlns:a16="http://schemas.microsoft.com/office/drawing/2014/main" id="{C10AA69F-5253-D3E1-341F-902E13EFEBF2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0" name="Google Shape;3870;p40">
                  <a:extLst>
                    <a:ext uri="{FF2B5EF4-FFF2-40B4-BE49-F238E27FC236}">
                      <a16:creationId xmlns:a16="http://schemas.microsoft.com/office/drawing/2014/main" id="{4C56F9D7-F203-9E7A-AC91-6B63DD3C87AA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1" name="Google Shape;3871;p40">
                  <a:extLst>
                    <a:ext uri="{FF2B5EF4-FFF2-40B4-BE49-F238E27FC236}">
                      <a16:creationId xmlns:a16="http://schemas.microsoft.com/office/drawing/2014/main" id="{ED9B9B88-9D0A-FB31-FFB2-9CC205CE3409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2" name="Google Shape;3872;p40">
                  <a:extLst>
                    <a:ext uri="{FF2B5EF4-FFF2-40B4-BE49-F238E27FC236}">
                      <a16:creationId xmlns:a16="http://schemas.microsoft.com/office/drawing/2014/main" id="{9590022C-3DA2-0021-F699-F44D2CEA0AB7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3" name="Google Shape;3873;p40">
                  <a:extLst>
                    <a:ext uri="{FF2B5EF4-FFF2-40B4-BE49-F238E27FC236}">
                      <a16:creationId xmlns:a16="http://schemas.microsoft.com/office/drawing/2014/main" id="{B97D01B9-9885-5A52-5CCC-AA606EB53EDE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4" name="Google Shape;3874;p40">
                  <a:extLst>
                    <a:ext uri="{FF2B5EF4-FFF2-40B4-BE49-F238E27FC236}">
                      <a16:creationId xmlns:a16="http://schemas.microsoft.com/office/drawing/2014/main" id="{B5FDB154-F5DD-9FCA-DD64-4095BB86AE68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5" name="Google Shape;3875;p40">
                  <a:extLst>
                    <a:ext uri="{FF2B5EF4-FFF2-40B4-BE49-F238E27FC236}">
                      <a16:creationId xmlns:a16="http://schemas.microsoft.com/office/drawing/2014/main" id="{770D0654-1646-A058-8B9C-FFCC6CB2F828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6" name="Google Shape;3876;p40">
                  <a:extLst>
                    <a:ext uri="{FF2B5EF4-FFF2-40B4-BE49-F238E27FC236}">
                      <a16:creationId xmlns:a16="http://schemas.microsoft.com/office/drawing/2014/main" id="{A3059806-EF42-9B06-ADCF-8461E6977389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7" name="Google Shape;3877;p40">
                  <a:extLst>
                    <a:ext uri="{FF2B5EF4-FFF2-40B4-BE49-F238E27FC236}">
                      <a16:creationId xmlns:a16="http://schemas.microsoft.com/office/drawing/2014/main" id="{51DE3980-244F-7FA6-25AF-B2EB75174ABB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8" name="Google Shape;3878;p40">
                  <a:extLst>
                    <a:ext uri="{FF2B5EF4-FFF2-40B4-BE49-F238E27FC236}">
                      <a16:creationId xmlns:a16="http://schemas.microsoft.com/office/drawing/2014/main" id="{B29EDC46-0C79-D07B-0397-8576316EEA4D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9" name="Google Shape;3879;p40">
                  <a:extLst>
                    <a:ext uri="{FF2B5EF4-FFF2-40B4-BE49-F238E27FC236}">
                      <a16:creationId xmlns:a16="http://schemas.microsoft.com/office/drawing/2014/main" id="{26335091-DDA9-1F7C-4062-E706BFF0E45E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0" name="Google Shape;3880;p40">
                  <a:extLst>
                    <a:ext uri="{FF2B5EF4-FFF2-40B4-BE49-F238E27FC236}">
                      <a16:creationId xmlns:a16="http://schemas.microsoft.com/office/drawing/2014/main" id="{D2FCB020-7E30-3A98-F42E-5B6CA42FC2E0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1" name="Google Shape;3881;p40">
                  <a:extLst>
                    <a:ext uri="{FF2B5EF4-FFF2-40B4-BE49-F238E27FC236}">
                      <a16:creationId xmlns:a16="http://schemas.microsoft.com/office/drawing/2014/main" id="{06C24293-EDE1-78F8-96B8-AEFDE0C8FEB3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2" name="Google Shape;3882;p40">
                  <a:extLst>
                    <a:ext uri="{FF2B5EF4-FFF2-40B4-BE49-F238E27FC236}">
                      <a16:creationId xmlns:a16="http://schemas.microsoft.com/office/drawing/2014/main" id="{BE22B37D-0940-4F91-72D9-033377761360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3" name="Google Shape;3883;p40">
                  <a:extLst>
                    <a:ext uri="{FF2B5EF4-FFF2-40B4-BE49-F238E27FC236}">
                      <a16:creationId xmlns:a16="http://schemas.microsoft.com/office/drawing/2014/main" id="{115BCA76-4F83-890D-EB79-3ED4AFF3627A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4" name="Google Shape;3884;p40">
                  <a:extLst>
                    <a:ext uri="{FF2B5EF4-FFF2-40B4-BE49-F238E27FC236}">
                      <a16:creationId xmlns:a16="http://schemas.microsoft.com/office/drawing/2014/main" id="{A27CCE5A-A8DA-A954-CB11-F829E4E06E52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5" name="Google Shape;3885;p40">
                  <a:extLst>
                    <a:ext uri="{FF2B5EF4-FFF2-40B4-BE49-F238E27FC236}">
                      <a16:creationId xmlns:a16="http://schemas.microsoft.com/office/drawing/2014/main" id="{6236AF94-2F1C-D48F-881E-04B6BF79789C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6" name="Google Shape;3886;p40">
                  <a:extLst>
                    <a:ext uri="{FF2B5EF4-FFF2-40B4-BE49-F238E27FC236}">
                      <a16:creationId xmlns:a16="http://schemas.microsoft.com/office/drawing/2014/main" id="{B657C829-42DC-5C4B-17E9-71048E7D547D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7" name="Google Shape;3887;p40">
                  <a:extLst>
                    <a:ext uri="{FF2B5EF4-FFF2-40B4-BE49-F238E27FC236}">
                      <a16:creationId xmlns:a16="http://schemas.microsoft.com/office/drawing/2014/main" id="{DA47CA69-05F3-4499-F9B3-B1652898F1FB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8" name="Google Shape;3888;p40">
                  <a:extLst>
                    <a:ext uri="{FF2B5EF4-FFF2-40B4-BE49-F238E27FC236}">
                      <a16:creationId xmlns:a16="http://schemas.microsoft.com/office/drawing/2014/main" id="{20B5E8C7-D170-CEDF-7531-622324505309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9" name="Google Shape;3889;p40">
                  <a:extLst>
                    <a:ext uri="{FF2B5EF4-FFF2-40B4-BE49-F238E27FC236}">
                      <a16:creationId xmlns:a16="http://schemas.microsoft.com/office/drawing/2014/main" id="{98CE1E82-5DDC-1917-706E-EFC8A1AC4542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0" name="Google Shape;3890;p40">
                  <a:extLst>
                    <a:ext uri="{FF2B5EF4-FFF2-40B4-BE49-F238E27FC236}">
                      <a16:creationId xmlns:a16="http://schemas.microsoft.com/office/drawing/2014/main" id="{F06C4EBD-8A80-8689-9688-FA0A9921420E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1" name="Google Shape;3891;p40">
                  <a:extLst>
                    <a:ext uri="{FF2B5EF4-FFF2-40B4-BE49-F238E27FC236}">
                      <a16:creationId xmlns:a16="http://schemas.microsoft.com/office/drawing/2014/main" id="{A2A88FD7-8A2A-FC26-92CF-C39CD8F132AA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2" name="Google Shape;3892;p40">
                  <a:extLst>
                    <a:ext uri="{FF2B5EF4-FFF2-40B4-BE49-F238E27FC236}">
                      <a16:creationId xmlns:a16="http://schemas.microsoft.com/office/drawing/2014/main" id="{93B32776-D5F8-445B-E38F-E818128EE98E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3" name="Google Shape;3893;p40">
                  <a:extLst>
                    <a:ext uri="{FF2B5EF4-FFF2-40B4-BE49-F238E27FC236}">
                      <a16:creationId xmlns:a16="http://schemas.microsoft.com/office/drawing/2014/main" id="{67A32EE5-7FFE-AA00-2653-F8EA42FFFA42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4" name="Google Shape;3894;p40">
                  <a:extLst>
                    <a:ext uri="{FF2B5EF4-FFF2-40B4-BE49-F238E27FC236}">
                      <a16:creationId xmlns:a16="http://schemas.microsoft.com/office/drawing/2014/main" id="{E8E3F292-ED59-D7A0-18D6-0E0DDC2257E6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5" name="Google Shape;3895;p40">
                  <a:extLst>
                    <a:ext uri="{FF2B5EF4-FFF2-40B4-BE49-F238E27FC236}">
                      <a16:creationId xmlns:a16="http://schemas.microsoft.com/office/drawing/2014/main" id="{495026DE-D1DF-D97C-3F71-1E3246243F33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6" name="Google Shape;3896;p40">
                  <a:extLst>
                    <a:ext uri="{FF2B5EF4-FFF2-40B4-BE49-F238E27FC236}">
                      <a16:creationId xmlns:a16="http://schemas.microsoft.com/office/drawing/2014/main" id="{B4CB7320-F4FF-5A27-90D9-8543DAEDB956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7" name="Google Shape;3897;p40">
                  <a:extLst>
                    <a:ext uri="{FF2B5EF4-FFF2-40B4-BE49-F238E27FC236}">
                      <a16:creationId xmlns:a16="http://schemas.microsoft.com/office/drawing/2014/main" id="{12A41C9B-CF0E-CEFB-8B1F-E838DCCDF1F0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8" name="Google Shape;3898;p40">
                  <a:extLst>
                    <a:ext uri="{FF2B5EF4-FFF2-40B4-BE49-F238E27FC236}">
                      <a16:creationId xmlns:a16="http://schemas.microsoft.com/office/drawing/2014/main" id="{755F0222-EC51-C4D6-54C7-CF07E2BBF946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9" name="Google Shape;3899;p40">
                  <a:extLst>
                    <a:ext uri="{FF2B5EF4-FFF2-40B4-BE49-F238E27FC236}">
                      <a16:creationId xmlns:a16="http://schemas.microsoft.com/office/drawing/2014/main" id="{01195F35-AC71-FB87-72BC-187B6FEE3578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0" name="Google Shape;3900;p40">
                  <a:extLst>
                    <a:ext uri="{FF2B5EF4-FFF2-40B4-BE49-F238E27FC236}">
                      <a16:creationId xmlns:a16="http://schemas.microsoft.com/office/drawing/2014/main" id="{8114A3F6-BE06-D49B-0E39-D51DC479C460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1" name="Google Shape;3901;p40">
                  <a:extLst>
                    <a:ext uri="{FF2B5EF4-FFF2-40B4-BE49-F238E27FC236}">
                      <a16:creationId xmlns:a16="http://schemas.microsoft.com/office/drawing/2014/main" id="{8DD54C2A-ACA9-0E84-71EF-210A3DB7C050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2" name="Google Shape;3902;p40">
                  <a:extLst>
                    <a:ext uri="{FF2B5EF4-FFF2-40B4-BE49-F238E27FC236}">
                      <a16:creationId xmlns:a16="http://schemas.microsoft.com/office/drawing/2014/main" id="{828C2A4F-C9CD-E7CE-1C1D-163B8ECA88F1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3" name="Google Shape;3903;p40">
                  <a:extLst>
                    <a:ext uri="{FF2B5EF4-FFF2-40B4-BE49-F238E27FC236}">
                      <a16:creationId xmlns:a16="http://schemas.microsoft.com/office/drawing/2014/main" id="{4D4A586D-58A2-EBA5-4A41-9DE506A7DEE3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4" name="Google Shape;3904;p40">
                  <a:extLst>
                    <a:ext uri="{FF2B5EF4-FFF2-40B4-BE49-F238E27FC236}">
                      <a16:creationId xmlns:a16="http://schemas.microsoft.com/office/drawing/2014/main" id="{75E1DC76-EDAA-A5BE-047B-D58C3408B68E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5" name="Google Shape;3905;p40">
                  <a:extLst>
                    <a:ext uri="{FF2B5EF4-FFF2-40B4-BE49-F238E27FC236}">
                      <a16:creationId xmlns:a16="http://schemas.microsoft.com/office/drawing/2014/main" id="{7EA139F5-9B83-CAFA-2FA6-E598CF1BE34D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6" name="Google Shape;3906;p40">
                  <a:extLst>
                    <a:ext uri="{FF2B5EF4-FFF2-40B4-BE49-F238E27FC236}">
                      <a16:creationId xmlns:a16="http://schemas.microsoft.com/office/drawing/2014/main" id="{0BFD0518-21BC-E307-D9B9-E95330655194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7" name="Google Shape;3907;p40">
                  <a:extLst>
                    <a:ext uri="{FF2B5EF4-FFF2-40B4-BE49-F238E27FC236}">
                      <a16:creationId xmlns:a16="http://schemas.microsoft.com/office/drawing/2014/main" id="{DDCA2397-9D4A-64A9-C772-44F552A6CA3E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8" name="Google Shape;3908;p40">
                  <a:extLst>
                    <a:ext uri="{FF2B5EF4-FFF2-40B4-BE49-F238E27FC236}">
                      <a16:creationId xmlns:a16="http://schemas.microsoft.com/office/drawing/2014/main" id="{B530C301-78CE-C0B8-9AFB-E16DDC8BEAE6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9" name="Google Shape;3909;p40">
                  <a:extLst>
                    <a:ext uri="{FF2B5EF4-FFF2-40B4-BE49-F238E27FC236}">
                      <a16:creationId xmlns:a16="http://schemas.microsoft.com/office/drawing/2014/main" id="{4E1C085C-8ADF-A873-F4BF-5DBE72F8F3D0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0" name="Google Shape;3910;p40">
                  <a:extLst>
                    <a:ext uri="{FF2B5EF4-FFF2-40B4-BE49-F238E27FC236}">
                      <a16:creationId xmlns:a16="http://schemas.microsoft.com/office/drawing/2014/main" id="{669C7A93-1969-2B7C-038E-E3DF7DC2E877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1" name="Google Shape;3911;p40">
                  <a:extLst>
                    <a:ext uri="{FF2B5EF4-FFF2-40B4-BE49-F238E27FC236}">
                      <a16:creationId xmlns:a16="http://schemas.microsoft.com/office/drawing/2014/main" id="{7258F49E-45A9-2560-0449-6F6AB79B3537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2" name="Google Shape;3912;p40">
                  <a:extLst>
                    <a:ext uri="{FF2B5EF4-FFF2-40B4-BE49-F238E27FC236}">
                      <a16:creationId xmlns:a16="http://schemas.microsoft.com/office/drawing/2014/main" id="{78568443-3C95-1415-434B-58F093479D8C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3" name="Google Shape;3913;p40">
                  <a:extLst>
                    <a:ext uri="{FF2B5EF4-FFF2-40B4-BE49-F238E27FC236}">
                      <a16:creationId xmlns:a16="http://schemas.microsoft.com/office/drawing/2014/main" id="{322422F9-0393-58A0-B767-1FDDD1474113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4" name="Google Shape;3914;p40">
                  <a:extLst>
                    <a:ext uri="{FF2B5EF4-FFF2-40B4-BE49-F238E27FC236}">
                      <a16:creationId xmlns:a16="http://schemas.microsoft.com/office/drawing/2014/main" id="{B745B583-62E3-8207-CAA3-0D7548FB9C9C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5" name="Google Shape;3915;p40">
                  <a:extLst>
                    <a:ext uri="{FF2B5EF4-FFF2-40B4-BE49-F238E27FC236}">
                      <a16:creationId xmlns:a16="http://schemas.microsoft.com/office/drawing/2014/main" id="{F2723797-37C2-3298-ED91-4D2C2AE7F4A9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6" name="Google Shape;3916;p40">
                  <a:extLst>
                    <a:ext uri="{FF2B5EF4-FFF2-40B4-BE49-F238E27FC236}">
                      <a16:creationId xmlns:a16="http://schemas.microsoft.com/office/drawing/2014/main" id="{92A667FC-A5FA-C923-DDDB-138D5BF827D0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7" name="Google Shape;3917;p40">
                  <a:extLst>
                    <a:ext uri="{FF2B5EF4-FFF2-40B4-BE49-F238E27FC236}">
                      <a16:creationId xmlns:a16="http://schemas.microsoft.com/office/drawing/2014/main" id="{14C70160-C63D-F88F-A3EA-A0983C26B8E6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8" name="Google Shape;3918;p40">
                  <a:extLst>
                    <a:ext uri="{FF2B5EF4-FFF2-40B4-BE49-F238E27FC236}">
                      <a16:creationId xmlns:a16="http://schemas.microsoft.com/office/drawing/2014/main" id="{B1745915-A4F3-210B-270F-8B852D77E95D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9" name="Google Shape;3919;p40">
                  <a:extLst>
                    <a:ext uri="{FF2B5EF4-FFF2-40B4-BE49-F238E27FC236}">
                      <a16:creationId xmlns:a16="http://schemas.microsoft.com/office/drawing/2014/main" id="{851238F9-95CC-F9AD-5D69-6B174BB508CC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0" name="Google Shape;3920;p40">
                  <a:extLst>
                    <a:ext uri="{FF2B5EF4-FFF2-40B4-BE49-F238E27FC236}">
                      <a16:creationId xmlns:a16="http://schemas.microsoft.com/office/drawing/2014/main" id="{56A128DE-7BDD-D0BA-81B4-2CEBC08EF87F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1" name="Google Shape;3921;p40">
                  <a:extLst>
                    <a:ext uri="{FF2B5EF4-FFF2-40B4-BE49-F238E27FC236}">
                      <a16:creationId xmlns:a16="http://schemas.microsoft.com/office/drawing/2014/main" id="{8306A378-CE02-8930-1CB4-8BE8AA57C4F1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2" name="Google Shape;3922;p40">
                  <a:extLst>
                    <a:ext uri="{FF2B5EF4-FFF2-40B4-BE49-F238E27FC236}">
                      <a16:creationId xmlns:a16="http://schemas.microsoft.com/office/drawing/2014/main" id="{68954FE0-FC90-1E36-1D04-3D8361AE5E5B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3" name="Google Shape;3923;p40">
                  <a:extLst>
                    <a:ext uri="{FF2B5EF4-FFF2-40B4-BE49-F238E27FC236}">
                      <a16:creationId xmlns:a16="http://schemas.microsoft.com/office/drawing/2014/main" id="{FB94AA58-3C54-B27C-5E4C-4E3C64DF13A9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4" name="Google Shape;3924;p40">
                  <a:extLst>
                    <a:ext uri="{FF2B5EF4-FFF2-40B4-BE49-F238E27FC236}">
                      <a16:creationId xmlns:a16="http://schemas.microsoft.com/office/drawing/2014/main" id="{7B2B8EFC-D5BD-5305-851F-A232ED3BA9A6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5" name="Google Shape;3925;p40">
                  <a:extLst>
                    <a:ext uri="{FF2B5EF4-FFF2-40B4-BE49-F238E27FC236}">
                      <a16:creationId xmlns:a16="http://schemas.microsoft.com/office/drawing/2014/main" id="{7D7A668D-A456-AEF1-41D5-EF7DCB684881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6" name="Google Shape;3926;p40">
                  <a:extLst>
                    <a:ext uri="{FF2B5EF4-FFF2-40B4-BE49-F238E27FC236}">
                      <a16:creationId xmlns:a16="http://schemas.microsoft.com/office/drawing/2014/main" id="{5E4F50AF-AE63-3122-B3F6-EFA82727CB27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7" name="Google Shape;3927;p40">
                  <a:extLst>
                    <a:ext uri="{FF2B5EF4-FFF2-40B4-BE49-F238E27FC236}">
                      <a16:creationId xmlns:a16="http://schemas.microsoft.com/office/drawing/2014/main" id="{B10BD307-E2AC-971D-BEC7-C0A5710A98ED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8" name="Google Shape;3928;p40">
                  <a:extLst>
                    <a:ext uri="{FF2B5EF4-FFF2-40B4-BE49-F238E27FC236}">
                      <a16:creationId xmlns:a16="http://schemas.microsoft.com/office/drawing/2014/main" id="{C30A3B34-B80D-01CF-FD6A-93F14D05F8EF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9" name="Google Shape;3929;p40">
                  <a:extLst>
                    <a:ext uri="{FF2B5EF4-FFF2-40B4-BE49-F238E27FC236}">
                      <a16:creationId xmlns:a16="http://schemas.microsoft.com/office/drawing/2014/main" id="{FA9F5E0B-9E91-3428-D76B-CD1AC7CD6565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0" name="Google Shape;3930;p40">
                  <a:extLst>
                    <a:ext uri="{FF2B5EF4-FFF2-40B4-BE49-F238E27FC236}">
                      <a16:creationId xmlns:a16="http://schemas.microsoft.com/office/drawing/2014/main" id="{1C9EE2E3-D51E-2E90-36D7-6C7ECA90A840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40">
                  <a:extLst>
                    <a:ext uri="{FF2B5EF4-FFF2-40B4-BE49-F238E27FC236}">
                      <a16:creationId xmlns:a16="http://schemas.microsoft.com/office/drawing/2014/main" id="{73CF65D4-838D-F519-BA05-1E3991696711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2" name="Google Shape;3932;p40">
                  <a:extLst>
                    <a:ext uri="{FF2B5EF4-FFF2-40B4-BE49-F238E27FC236}">
                      <a16:creationId xmlns:a16="http://schemas.microsoft.com/office/drawing/2014/main" id="{F0C0C576-9B9E-72A8-0F5D-A54EC28E4F66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3" name="Google Shape;3933;p40">
                  <a:extLst>
                    <a:ext uri="{FF2B5EF4-FFF2-40B4-BE49-F238E27FC236}">
                      <a16:creationId xmlns:a16="http://schemas.microsoft.com/office/drawing/2014/main" id="{EAE4966E-93F2-F43E-69FC-1EFDD9221322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4" name="Google Shape;3934;p40">
                  <a:extLst>
                    <a:ext uri="{FF2B5EF4-FFF2-40B4-BE49-F238E27FC236}">
                      <a16:creationId xmlns:a16="http://schemas.microsoft.com/office/drawing/2014/main" id="{2C2282CC-3949-73D5-D6EB-9E564FE03ED7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5" name="Google Shape;3935;p40">
                  <a:extLst>
                    <a:ext uri="{FF2B5EF4-FFF2-40B4-BE49-F238E27FC236}">
                      <a16:creationId xmlns:a16="http://schemas.microsoft.com/office/drawing/2014/main" id="{AFB9ECB1-D733-5E46-B8F3-AED3AB0DFB4A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6" name="Google Shape;3936;p40">
                  <a:extLst>
                    <a:ext uri="{FF2B5EF4-FFF2-40B4-BE49-F238E27FC236}">
                      <a16:creationId xmlns:a16="http://schemas.microsoft.com/office/drawing/2014/main" id="{2EB6ECE6-7921-B5B8-6960-AABBD253A3BE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7" name="Google Shape;3937;p40">
                  <a:extLst>
                    <a:ext uri="{FF2B5EF4-FFF2-40B4-BE49-F238E27FC236}">
                      <a16:creationId xmlns:a16="http://schemas.microsoft.com/office/drawing/2014/main" id="{E1431283-7A54-411B-462A-2B225B65811D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8" name="Google Shape;3938;p40">
                  <a:extLst>
                    <a:ext uri="{FF2B5EF4-FFF2-40B4-BE49-F238E27FC236}">
                      <a16:creationId xmlns:a16="http://schemas.microsoft.com/office/drawing/2014/main" id="{E1B13BFC-33AF-94C8-0EC5-3D1DCE196F8C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9" name="Google Shape;3939;p40">
                  <a:extLst>
                    <a:ext uri="{FF2B5EF4-FFF2-40B4-BE49-F238E27FC236}">
                      <a16:creationId xmlns:a16="http://schemas.microsoft.com/office/drawing/2014/main" id="{0C977A07-7DE4-62C5-1864-00B2E151F46D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0" name="Google Shape;3940;p40">
                  <a:extLst>
                    <a:ext uri="{FF2B5EF4-FFF2-40B4-BE49-F238E27FC236}">
                      <a16:creationId xmlns:a16="http://schemas.microsoft.com/office/drawing/2014/main" id="{60278A2E-B72E-5396-B193-9ADA430614BE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1" name="Google Shape;3941;p40">
                  <a:extLst>
                    <a:ext uri="{FF2B5EF4-FFF2-40B4-BE49-F238E27FC236}">
                      <a16:creationId xmlns:a16="http://schemas.microsoft.com/office/drawing/2014/main" id="{8B65257D-F06D-2A15-C255-EF99D217D269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2" name="Google Shape;3942;p40">
                  <a:extLst>
                    <a:ext uri="{FF2B5EF4-FFF2-40B4-BE49-F238E27FC236}">
                      <a16:creationId xmlns:a16="http://schemas.microsoft.com/office/drawing/2014/main" id="{4967C9D5-38FB-3BBA-C893-7BB5341B43A6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3" name="Google Shape;3943;p40">
                  <a:extLst>
                    <a:ext uri="{FF2B5EF4-FFF2-40B4-BE49-F238E27FC236}">
                      <a16:creationId xmlns:a16="http://schemas.microsoft.com/office/drawing/2014/main" id="{3109F024-9619-6B4C-5F3A-BB828EB55E17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4" name="Google Shape;3944;p40">
                  <a:extLst>
                    <a:ext uri="{FF2B5EF4-FFF2-40B4-BE49-F238E27FC236}">
                      <a16:creationId xmlns:a16="http://schemas.microsoft.com/office/drawing/2014/main" id="{E885419D-2D1C-191C-C2C1-045B45AF2D6D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5" name="Google Shape;3945;p40">
                  <a:extLst>
                    <a:ext uri="{FF2B5EF4-FFF2-40B4-BE49-F238E27FC236}">
                      <a16:creationId xmlns:a16="http://schemas.microsoft.com/office/drawing/2014/main" id="{5BDF3693-AFB6-9196-20E5-04B1C7F27C60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6" name="Google Shape;3946;p40">
                  <a:extLst>
                    <a:ext uri="{FF2B5EF4-FFF2-40B4-BE49-F238E27FC236}">
                      <a16:creationId xmlns:a16="http://schemas.microsoft.com/office/drawing/2014/main" id="{F28043A5-395A-05BC-F498-E0A7139E413B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7" name="Google Shape;3947;p40">
                  <a:extLst>
                    <a:ext uri="{FF2B5EF4-FFF2-40B4-BE49-F238E27FC236}">
                      <a16:creationId xmlns:a16="http://schemas.microsoft.com/office/drawing/2014/main" id="{CE2AA8F7-AEC7-0032-B2DF-21F6D6098AAB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8" name="Google Shape;3948;p40">
                  <a:extLst>
                    <a:ext uri="{FF2B5EF4-FFF2-40B4-BE49-F238E27FC236}">
                      <a16:creationId xmlns:a16="http://schemas.microsoft.com/office/drawing/2014/main" id="{9E228B4B-F177-2485-1DE0-AC50931A9C4C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9" name="Google Shape;3949;p40">
                  <a:extLst>
                    <a:ext uri="{FF2B5EF4-FFF2-40B4-BE49-F238E27FC236}">
                      <a16:creationId xmlns:a16="http://schemas.microsoft.com/office/drawing/2014/main" id="{615357B7-ADFB-A529-9629-9152D6C374A7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0" name="Google Shape;3950;p40">
                  <a:extLst>
                    <a:ext uri="{FF2B5EF4-FFF2-40B4-BE49-F238E27FC236}">
                      <a16:creationId xmlns:a16="http://schemas.microsoft.com/office/drawing/2014/main" id="{BD303D40-88D4-9CAA-1497-9243C113D951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1" name="Google Shape;3951;p40">
                  <a:extLst>
                    <a:ext uri="{FF2B5EF4-FFF2-40B4-BE49-F238E27FC236}">
                      <a16:creationId xmlns:a16="http://schemas.microsoft.com/office/drawing/2014/main" id="{BB70067D-33C2-F3F1-8977-C91F4AA22022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2" name="Google Shape;3952;p40">
                  <a:extLst>
                    <a:ext uri="{FF2B5EF4-FFF2-40B4-BE49-F238E27FC236}">
                      <a16:creationId xmlns:a16="http://schemas.microsoft.com/office/drawing/2014/main" id="{4F46DD90-D453-19D8-B42D-F11EC09D902C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3" name="Google Shape;3953;p40">
                  <a:extLst>
                    <a:ext uri="{FF2B5EF4-FFF2-40B4-BE49-F238E27FC236}">
                      <a16:creationId xmlns:a16="http://schemas.microsoft.com/office/drawing/2014/main" id="{6333DC05-9DE3-2B6B-8960-9C26B13376C1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4" name="Google Shape;3954;p40">
                  <a:extLst>
                    <a:ext uri="{FF2B5EF4-FFF2-40B4-BE49-F238E27FC236}">
                      <a16:creationId xmlns:a16="http://schemas.microsoft.com/office/drawing/2014/main" id="{74691458-C55B-2971-F2CE-BD9D1561D4C8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5" name="Google Shape;3955;p40">
                  <a:extLst>
                    <a:ext uri="{FF2B5EF4-FFF2-40B4-BE49-F238E27FC236}">
                      <a16:creationId xmlns:a16="http://schemas.microsoft.com/office/drawing/2014/main" id="{744D1A9D-8573-C1DE-FFEC-875D56390DDA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6" name="Google Shape;3956;p40">
                  <a:extLst>
                    <a:ext uri="{FF2B5EF4-FFF2-40B4-BE49-F238E27FC236}">
                      <a16:creationId xmlns:a16="http://schemas.microsoft.com/office/drawing/2014/main" id="{6A2909A2-0ECF-6ED2-7FCD-C9108AC6F588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7" name="Google Shape;3957;p40">
                  <a:extLst>
                    <a:ext uri="{FF2B5EF4-FFF2-40B4-BE49-F238E27FC236}">
                      <a16:creationId xmlns:a16="http://schemas.microsoft.com/office/drawing/2014/main" id="{84BC1B12-935C-C65F-0B1E-944B35B2C83F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8" name="Google Shape;3958;p40">
                  <a:extLst>
                    <a:ext uri="{FF2B5EF4-FFF2-40B4-BE49-F238E27FC236}">
                      <a16:creationId xmlns:a16="http://schemas.microsoft.com/office/drawing/2014/main" id="{759DDBB0-D32D-4951-098D-6642C5F49E6D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9" name="Google Shape;3959;p40">
                  <a:extLst>
                    <a:ext uri="{FF2B5EF4-FFF2-40B4-BE49-F238E27FC236}">
                      <a16:creationId xmlns:a16="http://schemas.microsoft.com/office/drawing/2014/main" id="{C3FD6E18-2102-0BF9-B179-346377F5417B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0" name="Google Shape;3960;p40">
                  <a:extLst>
                    <a:ext uri="{FF2B5EF4-FFF2-40B4-BE49-F238E27FC236}">
                      <a16:creationId xmlns:a16="http://schemas.microsoft.com/office/drawing/2014/main" id="{9F49E636-9EF8-0E9B-C1D4-8742ACBEA421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1" name="Google Shape;3961;p40">
                  <a:extLst>
                    <a:ext uri="{FF2B5EF4-FFF2-40B4-BE49-F238E27FC236}">
                      <a16:creationId xmlns:a16="http://schemas.microsoft.com/office/drawing/2014/main" id="{37A866F5-DD7B-8EBF-5435-842A6187C5D7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2" name="Google Shape;3962;p40">
                  <a:extLst>
                    <a:ext uri="{FF2B5EF4-FFF2-40B4-BE49-F238E27FC236}">
                      <a16:creationId xmlns:a16="http://schemas.microsoft.com/office/drawing/2014/main" id="{5156C538-18FB-BDDD-F9B3-AEB4BC18815C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3" name="Google Shape;3963;p40">
                  <a:extLst>
                    <a:ext uri="{FF2B5EF4-FFF2-40B4-BE49-F238E27FC236}">
                      <a16:creationId xmlns:a16="http://schemas.microsoft.com/office/drawing/2014/main" id="{C8180E90-8BA7-9C4F-7DCA-EF436284983E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4" name="Google Shape;3964;p40">
                  <a:extLst>
                    <a:ext uri="{FF2B5EF4-FFF2-40B4-BE49-F238E27FC236}">
                      <a16:creationId xmlns:a16="http://schemas.microsoft.com/office/drawing/2014/main" id="{AB5453AD-1651-673B-53E8-B49B0E885ADA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5" name="Google Shape;3965;p40">
                  <a:extLst>
                    <a:ext uri="{FF2B5EF4-FFF2-40B4-BE49-F238E27FC236}">
                      <a16:creationId xmlns:a16="http://schemas.microsoft.com/office/drawing/2014/main" id="{FC6197C7-6C63-868D-F110-56FA2470B6B2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6" name="Google Shape;3966;p40">
                  <a:extLst>
                    <a:ext uri="{FF2B5EF4-FFF2-40B4-BE49-F238E27FC236}">
                      <a16:creationId xmlns:a16="http://schemas.microsoft.com/office/drawing/2014/main" id="{6A2AC1AA-34BF-602C-EA80-82B7A6511810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40">
                  <a:extLst>
                    <a:ext uri="{FF2B5EF4-FFF2-40B4-BE49-F238E27FC236}">
                      <a16:creationId xmlns:a16="http://schemas.microsoft.com/office/drawing/2014/main" id="{8FD3F28D-651F-E629-0F19-E7EAECCEF6A7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8" name="Google Shape;3968;p40">
                  <a:extLst>
                    <a:ext uri="{FF2B5EF4-FFF2-40B4-BE49-F238E27FC236}">
                      <a16:creationId xmlns:a16="http://schemas.microsoft.com/office/drawing/2014/main" id="{4B58AA71-A9F8-358B-522B-9D856C672DFE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9" name="Google Shape;3969;p40">
                  <a:extLst>
                    <a:ext uri="{FF2B5EF4-FFF2-40B4-BE49-F238E27FC236}">
                      <a16:creationId xmlns:a16="http://schemas.microsoft.com/office/drawing/2014/main" id="{7A02779E-BFCF-C07F-F26C-116789965C30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40">
                  <a:extLst>
                    <a:ext uri="{FF2B5EF4-FFF2-40B4-BE49-F238E27FC236}">
                      <a16:creationId xmlns:a16="http://schemas.microsoft.com/office/drawing/2014/main" id="{E14FCFC7-8691-6AD2-B2B7-EC830C99843F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1" name="Google Shape;3971;p40">
                  <a:extLst>
                    <a:ext uri="{FF2B5EF4-FFF2-40B4-BE49-F238E27FC236}">
                      <a16:creationId xmlns:a16="http://schemas.microsoft.com/office/drawing/2014/main" id="{2A4D9DAF-B875-6208-023C-7AA05D3A9781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2" name="Google Shape;3972;p40">
                  <a:extLst>
                    <a:ext uri="{FF2B5EF4-FFF2-40B4-BE49-F238E27FC236}">
                      <a16:creationId xmlns:a16="http://schemas.microsoft.com/office/drawing/2014/main" id="{C0EEEEE0-A636-3DBB-880E-40BE822B80A6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3" name="Google Shape;3973;p40">
                  <a:extLst>
                    <a:ext uri="{FF2B5EF4-FFF2-40B4-BE49-F238E27FC236}">
                      <a16:creationId xmlns:a16="http://schemas.microsoft.com/office/drawing/2014/main" id="{74734817-58C9-E558-5391-25C68AA87337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4" name="Google Shape;3974;p40">
                  <a:extLst>
                    <a:ext uri="{FF2B5EF4-FFF2-40B4-BE49-F238E27FC236}">
                      <a16:creationId xmlns:a16="http://schemas.microsoft.com/office/drawing/2014/main" id="{1C8FEA1C-1853-92C3-8AE5-88FEF450CBB3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5" name="Google Shape;3975;p40">
                  <a:extLst>
                    <a:ext uri="{FF2B5EF4-FFF2-40B4-BE49-F238E27FC236}">
                      <a16:creationId xmlns:a16="http://schemas.microsoft.com/office/drawing/2014/main" id="{9ADC9C4F-A23E-088B-73DB-12C15B10FDA2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6" name="Google Shape;3976;p40">
                  <a:extLst>
                    <a:ext uri="{FF2B5EF4-FFF2-40B4-BE49-F238E27FC236}">
                      <a16:creationId xmlns:a16="http://schemas.microsoft.com/office/drawing/2014/main" id="{F0953806-293C-5D9B-D82F-23BBCEF739D9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7" name="Google Shape;3977;p40">
                  <a:extLst>
                    <a:ext uri="{FF2B5EF4-FFF2-40B4-BE49-F238E27FC236}">
                      <a16:creationId xmlns:a16="http://schemas.microsoft.com/office/drawing/2014/main" id="{A1DA4C22-8C7B-4878-09A7-55397EE9D5FA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8" name="Google Shape;3978;p40">
                  <a:extLst>
                    <a:ext uri="{FF2B5EF4-FFF2-40B4-BE49-F238E27FC236}">
                      <a16:creationId xmlns:a16="http://schemas.microsoft.com/office/drawing/2014/main" id="{D5D6A996-2580-C1EE-9909-A47EC9E1C072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9" name="Google Shape;3979;p40">
                  <a:extLst>
                    <a:ext uri="{FF2B5EF4-FFF2-40B4-BE49-F238E27FC236}">
                      <a16:creationId xmlns:a16="http://schemas.microsoft.com/office/drawing/2014/main" id="{A03FBD22-8253-9912-586C-25BA60D17300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0" name="Google Shape;3980;p40">
                  <a:extLst>
                    <a:ext uri="{FF2B5EF4-FFF2-40B4-BE49-F238E27FC236}">
                      <a16:creationId xmlns:a16="http://schemas.microsoft.com/office/drawing/2014/main" id="{984C52CD-374E-A2A3-E413-A1C142672773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1" name="Google Shape;3981;p40">
                  <a:extLst>
                    <a:ext uri="{FF2B5EF4-FFF2-40B4-BE49-F238E27FC236}">
                      <a16:creationId xmlns:a16="http://schemas.microsoft.com/office/drawing/2014/main" id="{9C91DE0B-9535-7FE0-9BB1-2ACFAD5A6DE2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2" name="Google Shape;3982;p40">
                  <a:extLst>
                    <a:ext uri="{FF2B5EF4-FFF2-40B4-BE49-F238E27FC236}">
                      <a16:creationId xmlns:a16="http://schemas.microsoft.com/office/drawing/2014/main" id="{FFD54117-C199-21C6-53F2-C47D65F5D004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3" name="Google Shape;3983;p40">
                  <a:extLst>
                    <a:ext uri="{FF2B5EF4-FFF2-40B4-BE49-F238E27FC236}">
                      <a16:creationId xmlns:a16="http://schemas.microsoft.com/office/drawing/2014/main" id="{6A95DBB0-1122-9510-4D6A-11C6091E3A7F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4" name="Google Shape;3984;p40">
                  <a:extLst>
                    <a:ext uri="{FF2B5EF4-FFF2-40B4-BE49-F238E27FC236}">
                      <a16:creationId xmlns:a16="http://schemas.microsoft.com/office/drawing/2014/main" id="{BB1A8A8E-37C2-A7EB-2BD9-E4E33890F27B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5" name="Google Shape;3985;p40">
                  <a:extLst>
                    <a:ext uri="{FF2B5EF4-FFF2-40B4-BE49-F238E27FC236}">
                      <a16:creationId xmlns:a16="http://schemas.microsoft.com/office/drawing/2014/main" id="{7C36C135-A9B8-8561-0645-1E48AB2CA265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6" name="Google Shape;3986;p40">
                  <a:extLst>
                    <a:ext uri="{FF2B5EF4-FFF2-40B4-BE49-F238E27FC236}">
                      <a16:creationId xmlns:a16="http://schemas.microsoft.com/office/drawing/2014/main" id="{2AA2A7CD-CD46-F604-3453-BB645FACE250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7" name="Google Shape;3987;p40">
                  <a:extLst>
                    <a:ext uri="{FF2B5EF4-FFF2-40B4-BE49-F238E27FC236}">
                      <a16:creationId xmlns:a16="http://schemas.microsoft.com/office/drawing/2014/main" id="{BA633544-65C3-A800-D4EE-5A60ADA06B45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8" name="Google Shape;3988;p40">
                  <a:extLst>
                    <a:ext uri="{FF2B5EF4-FFF2-40B4-BE49-F238E27FC236}">
                      <a16:creationId xmlns:a16="http://schemas.microsoft.com/office/drawing/2014/main" id="{18891E12-BFE8-14B9-B5D7-EAB083540A27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9" name="Google Shape;3989;p40">
                  <a:extLst>
                    <a:ext uri="{FF2B5EF4-FFF2-40B4-BE49-F238E27FC236}">
                      <a16:creationId xmlns:a16="http://schemas.microsoft.com/office/drawing/2014/main" id="{27CD4CF0-618B-19BB-0575-A05440F3DEB6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0" name="Google Shape;3990;p40">
                  <a:extLst>
                    <a:ext uri="{FF2B5EF4-FFF2-40B4-BE49-F238E27FC236}">
                      <a16:creationId xmlns:a16="http://schemas.microsoft.com/office/drawing/2014/main" id="{7703A5B3-3ED4-96D5-630F-7404DACFC5D0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1" name="Google Shape;3991;p40">
                  <a:extLst>
                    <a:ext uri="{FF2B5EF4-FFF2-40B4-BE49-F238E27FC236}">
                      <a16:creationId xmlns:a16="http://schemas.microsoft.com/office/drawing/2014/main" id="{9A19AC7F-0D7F-4742-1068-409F2BC6792E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2" name="Google Shape;3992;p40">
                  <a:extLst>
                    <a:ext uri="{FF2B5EF4-FFF2-40B4-BE49-F238E27FC236}">
                      <a16:creationId xmlns:a16="http://schemas.microsoft.com/office/drawing/2014/main" id="{8662E6F6-D662-1B5D-C0B1-3FAC7EC7E732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3" name="Google Shape;3993;p40">
                  <a:extLst>
                    <a:ext uri="{FF2B5EF4-FFF2-40B4-BE49-F238E27FC236}">
                      <a16:creationId xmlns:a16="http://schemas.microsoft.com/office/drawing/2014/main" id="{CABF81ED-8D97-CB4F-F247-8F42C0359207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4" name="Google Shape;3994;p40">
                  <a:extLst>
                    <a:ext uri="{FF2B5EF4-FFF2-40B4-BE49-F238E27FC236}">
                      <a16:creationId xmlns:a16="http://schemas.microsoft.com/office/drawing/2014/main" id="{A12F1221-8406-0B0F-24B4-0E4A8DAE03E6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5" name="Google Shape;3995;p40">
                  <a:extLst>
                    <a:ext uri="{FF2B5EF4-FFF2-40B4-BE49-F238E27FC236}">
                      <a16:creationId xmlns:a16="http://schemas.microsoft.com/office/drawing/2014/main" id="{E8C20177-1148-63AE-20BA-269F574D4F33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6" name="Google Shape;3996;p40">
                  <a:extLst>
                    <a:ext uri="{FF2B5EF4-FFF2-40B4-BE49-F238E27FC236}">
                      <a16:creationId xmlns:a16="http://schemas.microsoft.com/office/drawing/2014/main" id="{CFC9C45D-903C-5284-BC48-8B629CD3337B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7" name="Google Shape;3997;p40">
                  <a:extLst>
                    <a:ext uri="{FF2B5EF4-FFF2-40B4-BE49-F238E27FC236}">
                      <a16:creationId xmlns:a16="http://schemas.microsoft.com/office/drawing/2014/main" id="{26D8C544-F439-CE19-74F0-DEB1F619E8A3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40">
                  <a:extLst>
                    <a:ext uri="{FF2B5EF4-FFF2-40B4-BE49-F238E27FC236}">
                      <a16:creationId xmlns:a16="http://schemas.microsoft.com/office/drawing/2014/main" id="{52079E9E-5270-8040-41A7-FB465446338D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9" name="Google Shape;3999;p40">
                  <a:extLst>
                    <a:ext uri="{FF2B5EF4-FFF2-40B4-BE49-F238E27FC236}">
                      <a16:creationId xmlns:a16="http://schemas.microsoft.com/office/drawing/2014/main" id="{CB9028CC-F911-ECB8-4CD1-B89886B2D3A2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0" name="Google Shape;4000;p40">
                  <a:extLst>
                    <a:ext uri="{FF2B5EF4-FFF2-40B4-BE49-F238E27FC236}">
                      <a16:creationId xmlns:a16="http://schemas.microsoft.com/office/drawing/2014/main" id="{B9C61E09-6015-EFBC-6975-3340B543F46D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1" name="Google Shape;4001;p40">
                  <a:extLst>
                    <a:ext uri="{FF2B5EF4-FFF2-40B4-BE49-F238E27FC236}">
                      <a16:creationId xmlns:a16="http://schemas.microsoft.com/office/drawing/2014/main" id="{F95EEBD5-A558-A9BB-ADED-CFCB55418263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2" name="Google Shape;4002;p40">
                  <a:extLst>
                    <a:ext uri="{FF2B5EF4-FFF2-40B4-BE49-F238E27FC236}">
                      <a16:creationId xmlns:a16="http://schemas.microsoft.com/office/drawing/2014/main" id="{F1B9B308-28B8-1CF9-CD88-841200D93D82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3" name="Google Shape;4003;p40">
                  <a:extLst>
                    <a:ext uri="{FF2B5EF4-FFF2-40B4-BE49-F238E27FC236}">
                      <a16:creationId xmlns:a16="http://schemas.microsoft.com/office/drawing/2014/main" id="{FFA24778-AA4C-4E19-0F60-18BD6EBB540B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4" name="Google Shape;4004;p40">
                  <a:extLst>
                    <a:ext uri="{FF2B5EF4-FFF2-40B4-BE49-F238E27FC236}">
                      <a16:creationId xmlns:a16="http://schemas.microsoft.com/office/drawing/2014/main" id="{63E827FE-8A1F-3A98-534E-8CE47AF9E04A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5" name="Google Shape;4005;p40">
                  <a:extLst>
                    <a:ext uri="{FF2B5EF4-FFF2-40B4-BE49-F238E27FC236}">
                      <a16:creationId xmlns:a16="http://schemas.microsoft.com/office/drawing/2014/main" id="{CCA1BC90-4A19-9986-A939-42A027EC3B4A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6" name="Google Shape;4006;p40">
                  <a:extLst>
                    <a:ext uri="{FF2B5EF4-FFF2-40B4-BE49-F238E27FC236}">
                      <a16:creationId xmlns:a16="http://schemas.microsoft.com/office/drawing/2014/main" id="{B8E07840-9F6D-89F4-77D7-03294882DD65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7" name="Google Shape;4007;p40">
                  <a:extLst>
                    <a:ext uri="{FF2B5EF4-FFF2-40B4-BE49-F238E27FC236}">
                      <a16:creationId xmlns:a16="http://schemas.microsoft.com/office/drawing/2014/main" id="{1F1E3CD6-889A-BB34-0E0A-397DEE7C3B83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8" name="Google Shape;4008;p40">
                  <a:extLst>
                    <a:ext uri="{FF2B5EF4-FFF2-40B4-BE49-F238E27FC236}">
                      <a16:creationId xmlns:a16="http://schemas.microsoft.com/office/drawing/2014/main" id="{377103E8-9AC5-93BF-1617-898792E0BE3E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9" name="Google Shape;4009;p40">
                  <a:extLst>
                    <a:ext uri="{FF2B5EF4-FFF2-40B4-BE49-F238E27FC236}">
                      <a16:creationId xmlns:a16="http://schemas.microsoft.com/office/drawing/2014/main" id="{B6527475-A225-E496-16D1-29764D0171CA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0" name="Google Shape;4010;p40">
                  <a:extLst>
                    <a:ext uri="{FF2B5EF4-FFF2-40B4-BE49-F238E27FC236}">
                      <a16:creationId xmlns:a16="http://schemas.microsoft.com/office/drawing/2014/main" id="{8C3444B0-0DB9-62BA-B35A-860297E57FE6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1" name="Google Shape;4011;p40">
                  <a:extLst>
                    <a:ext uri="{FF2B5EF4-FFF2-40B4-BE49-F238E27FC236}">
                      <a16:creationId xmlns:a16="http://schemas.microsoft.com/office/drawing/2014/main" id="{D01619E0-039C-A098-E61C-725653E2C9F0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2" name="Google Shape;4012;p40">
                  <a:extLst>
                    <a:ext uri="{FF2B5EF4-FFF2-40B4-BE49-F238E27FC236}">
                      <a16:creationId xmlns:a16="http://schemas.microsoft.com/office/drawing/2014/main" id="{7F0BB0E1-EA65-84A7-2C69-FC0B1C66D2FB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3" name="Google Shape;4013;p40">
                  <a:extLst>
                    <a:ext uri="{FF2B5EF4-FFF2-40B4-BE49-F238E27FC236}">
                      <a16:creationId xmlns:a16="http://schemas.microsoft.com/office/drawing/2014/main" id="{27526A86-8AE5-032A-6DA4-BF0BAE87AF6C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4" name="Google Shape;4014;p40">
                  <a:extLst>
                    <a:ext uri="{FF2B5EF4-FFF2-40B4-BE49-F238E27FC236}">
                      <a16:creationId xmlns:a16="http://schemas.microsoft.com/office/drawing/2014/main" id="{452850CC-6D6F-2445-AAD7-739836698CA3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5" name="Google Shape;4015;p40">
                  <a:extLst>
                    <a:ext uri="{FF2B5EF4-FFF2-40B4-BE49-F238E27FC236}">
                      <a16:creationId xmlns:a16="http://schemas.microsoft.com/office/drawing/2014/main" id="{0A4C94F1-0463-8EDE-21E5-0C1CDF0D5152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6" name="Google Shape;4016;p40">
                  <a:extLst>
                    <a:ext uri="{FF2B5EF4-FFF2-40B4-BE49-F238E27FC236}">
                      <a16:creationId xmlns:a16="http://schemas.microsoft.com/office/drawing/2014/main" id="{3FD5D5C6-CD07-982B-9987-077333842F0B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7" name="Google Shape;4017;p40">
                  <a:extLst>
                    <a:ext uri="{FF2B5EF4-FFF2-40B4-BE49-F238E27FC236}">
                      <a16:creationId xmlns:a16="http://schemas.microsoft.com/office/drawing/2014/main" id="{988A3B26-A7BB-8B07-B383-FE8272F108B4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8" name="Google Shape;4018;p40">
                  <a:extLst>
                    <a:ext uri="{FF2B5EF4-FFF2-40B4-BE49-F238E27FC236}">
                      <a16:creationId xmlns:a16="http://schemas.microsoft.com/office/drawing/2014/main" id="{D1517AA5-727D-17A5-851A-5AA66D16D81C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9" name="Google Shape;4019;p40">
                  <a:extLst>
                    <a:ext uri="{FF2B5EF4-FFF2-40B4-BE49-F238E27FC236}">
                      <a16:creationId xmlns:a16="http://schemas.microsoft.com/office/drawing/2014/main" id="{36EC184B-8045-BFBE-33C8-8173379665D1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0" name="Google Shape;4020;p40">
                  <a:extLst>
                    <a:ext uri="{FF2B5EF4-FFF2-40B4-BE49-F238E27FC236}">
                      <a16:creationId xmlns:a16="http://schemas.microsoft.com/office/drawing/2014/main" id="{921D04D5-5D91-365C-FDC1-D7C76B5915F3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1" name="Google Shape;4021;p40">
                  <a:extLst>
                    <a:ext uri="{FF2B5EF4-FFF2-40B4-BE49-F238E27FC236}">
                      <a16:creationId xmlns:a16="http://schemas.microsoft.com/office/drawing/2014/main" id="{3B99405C-C23B-5142-CC6C-9893459121B7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2" name="Google Shape;4022;p40">
                  <a:extLst>
                    <a:ext uri="{FF2B5EF4-FFF2-40B4-BE49-F238E27FC236}">
                      <a16:creationId xmlns:a16="http://schemas.microsoft.com/office/drawing/2014/main" id="{A401B21A-6562-77E5-460F-E554F1F0CD5F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3" name="Google Shape;4023;p40">
                  <a:extLst>
                    <a:ext uri="{FF2B5EF4-FFF2-40B4-BE49-F238E27FC236}">
                      <a16:creationId xmlns:a16="http://schemas.microsoft.com/office/drawing/2014/main" id="{6F9E699C-842C-7016-BB1D-161AC8802D49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4" name="Google Shape;4024;p40">
                  <a:extLst>
                    <a:ext uri="{FF2B5EF4-FFF2-40B4-BE49-F238E27FC236}">
                      <a16:creationId xmlns:a16="http://schemas.microsoft.com/office/drawing/2014/main" id="{E930E570-214A-F2AC-4246-C7D6C4F8EFF4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5" name="Google Shape;4025;p40">
                  <a:extLst>
                    <a:ext uri="{FF2B5EF4-FFF2-40B4-BE49-F238E27FC236}">
                      <a16:creationId xmlns:a16="http://schemas.microsoft.com/office/drawing/2014/main" id="{545B0CE1-94F7-B5BD-C22E-EF7BE624BE2C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6" name="Google Shape;4026;p40">
                  <a:extLst>
                    <a:ext uri="{FF2B5EF4-FFF2-40B4-BE49-F238E27FC236}">
                      <a16:creationId xmlns:a16="http://schemas.microsoft.com/office/drawing/2014/main" id="{9ACCABE9-0010-8784-0ACE-0B7A81E12CDF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7" name="Google Shape;4027;p40">
                  <a:extLst>
                    <a:ext uri="{FF2B5EF4-FFF2-40B4-BE49-F238E27FC236}">
                      <a16:creationId xmlns:a16="http://schemas.microsoft.com/office/drawing/2014/main" id="{0390770F-A0EE-5B1C-A8E1-FD1C679ACB9C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8" name="Google Shape;4028;p40">
                  <a:extLst>
                    <a:ext uri="{FF2B5EF4-FFF2-40B4-BE49-F238E27FC236}">
                      <a16:creationId xmlns:a16="http://schemas.microsoft.com/office/drawing/2014/main" id="{EFBF9C31-757E-26CB-1170-35A6F00B9219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9" name="Google Shape;4029;p40">
                  <a:extLst>
                    <a:ext uri="{FF2B5EF4-FFF2-40B4-BE49-F238E27FC236}">
                      <a16:creationId xmlns:a16="http://schemas.microsoft.com/office/drawing/2014/main" id="{5EA5816C-C0D5-2DA2-8C02-F9C5D8AC03DE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0" name="Google Shape;4030;p40">
                  <a:extLst>
                    <a:ext uri="{FF2B5EF4-FFF2-40B4-BE49-F238E27FC236}">
                      <a16:creationId xmlns:a16="http://schemas.microsoft.com/office/drawing/2014/main" id="{F89D16D1-FA6F-BAAF-98F3-6715D404D9B5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1" name="Google Shape;4031;p40">
                  <a:extLst>
                    <a:ext uri="{FF2B5EF4-FFF2-40B4-BE49-F238E27FC236}">
                      <a16:creationId xmlns:a16="http://schemas.microsoft.com/office/drawing/2014/main" id="{AC69CA85-90AC-6448-58A4-12BA930790D2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2" name="Google Shape;4032;p40">
                  <a:extLst>
                    <a:ext uri="{FF2B5EF4-FFF2-40B4-BE49-F238E27FC236}">
                      <a16:creationId xmlns:a16="http://schemas.microsoft.com/office/drawing/2014/main" id="{6550D041-BF8C-6EB3-CB44-D43EFF55299D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3" name="Google Shape;4033;p40">
                  <a:extLst>
                    <a:ext uri="{FF2B5EF4-FFF2-40B4-BE49-F238E27FC236}">
                      <a16:creationId xmlns:a16="http://schemas.microsoft.com/office/drawing/2014/main" id="{44373EDA-8514-85A6-E5CB-8A00CCD7C0DA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4" name="Google Shape;4034;p40">
                  <a:extLst>
                    <a:ext uri="{FF2B5EF4-FFF2-40B4-BE49-F238E27FC236}">
                      <a16:creationId xmlns:a16="http://schemas.microsoft.com/office/drawing/2014/main" id="{2ECC1F23-7839-9409-96BD-966CB589D5A9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5" name="Google Shape;4035;p40">
                  <a:extLst>
                    <a:ext uri="{FF2B5EF4-FFF2-40B4-BE49-F238E27FC236}">
                      <a16:creationId xmlns:a16="http://schemas.microsoft.com/office/drawing/2014/main" id="{5AAA3158-404B-9DDF-2E29-54D996CD01D1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6" name="Google Shape;4036;p40">
                  <a:extLst>
                    <a:ext uri="{FF2B5EF4-FFF2-40B4-BE49-F238E27FC236}">
                      <a16:creationId xmlns:a16="http://schemas.microsoft.com/office/drawing/2014/main" id="{6D85D756-9CC8-AE84-133F-C28F68637136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7" name="Google Shape;4037;p40">
                  <a:extLst>
                    <a:ext uri="{FF2B5EF4-FFF2-40B4-BE49-F238E27FC236}">
                      <a16:creationId xmlns:a16="http://schemas.microsoft.com/office/drawing/2014/main" id="{6A5D690F-18B1-7815-C471-2917A9CC1A92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8" name="Google Shape;4038;p40">
                  <a:extLst>
                    <a:ext uri="{FF2B5EF4-FFF2-40B4-BE49-F238E27FC236}">
                      <a16:creationId xmlns:a16="http://schemas.microsoft.com/office/drawing/2014/main" id="{F014F5D0-052D-2732-92CB-0AF3566F2913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9" name="Google Shape;4039;p40">
                  <a:extLst>
                    <a:ext uri="{FF2B5EF4-FFF2-40B4-BE49-F238E27FC236}">
                      <a16:creationId xmlns:a16="http://schemas.microsoft.com/office/drawing/2014/main" id="{D936DCDB-5382-7699-7809-DF33091415B8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0" name="Google Shape;4040;p40">
                  <a:extLst>
                    <a:ext uri="{FF2B5EF4-FFF2-40B4-BE49-F238E27FC236}">
                      <a16:creationId xmlns:a16="http://schemas.microsoft.com/office/drawing/2014/main" id="{E90360B8-EF64-3AF3-4224-E237B4BBBA91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1" name="Google Shape;4041;p40">
                  <a:extLst>
                    <a:ext uri="{FF2B5EF4-FFF2-40B4-BE49-F238E27FC236}">
                      <a16:creationId xmlns:a16="http://schemas.microsoft.com/office/drawing/2014/main" id="{0AF3E429-7E63-F1AE-3181-69665120CA12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2" name="Google Shape;4042;p40">
                  <a:extLst>
                    <a:ext uri="{FF2B5EF4-FFF2-40B4-BE49-F238E27FC236}">
                      <a16:creationId xmlns:a16="http://schemas.microsoft.com/office/drawing/2014/main" id="{C6018A0A-35A6-6773-7736-6F25637BEC6C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3" name="Google Shape;4043;p40">
                  <a:extLst>
                    <a:ext uri="{FF2B5EF4-FFF2-40B4-BE49-F238E27FC236}">
                      <a16:creationId xmlns:a16="http://schemas.microsoft.com/office/drawing/2014/main" id="{1B572B4A-46FF-56E7-AB24-F97AEABAA393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4" name="Google Shape;4044;p40">
                  <a:extLst>
                    <a:ext uri="{FF2B5EF4-FFF2-40B4-BE49-F238E27FC236}">
                      <a16:creationId xmlns:a16="http://schemas.microsoft.com/office/drawing/2014/main" id="{8219659B-218F-271B-CE9A-6656B2B4D585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5" name="Google Shape;4045;p40">
                  <a:extLst>
                    <a:ext uri="{FF2B5EF4-FFF2-40B4-BE49-F238E27FC236}">
                      <a16:creationId xmlns:a16="http://schemas.microsoft.com/office/drawing/2014/main" id="{153A2B59-F1B5-46CD-3E10-C4597A8A3699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6" name="Google Shape;4046;p40">
                  <a:extLst>
                    <a:ext uri="{FF2B5EF4-FFF2-40B4-BE49-F238E27FC236}">
                      <a16:creationId xmlns:a16="http://schemas.microsoft.com/office/drawing/2014/main" id="{54665DFF-2C8B-1C5A-4C19-19A750C111EC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7" name="Google Shape;4047;p40">
                  <a:extLst>
                    <a:ext uri="{FF2B5EF4-FFF2-40B4-BE49-F238E27FC236}">
                      <a16:creationId xmlns:a16="http://schemas.microsoft.com/office/drawing/2014/main" id="{ED033491-8671-E7BD-EBAB-EE986840BB9D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8" name="Google Shape;4048;p40">
                  <a:extLst>
                    <a:ext uri="{FF2B5EF4-FFF2-40B4-BE49-F238E27FC236}">
                      <a16:creationId xmlns:a16="http://schemas.microsoft.com/office/drawing/2014/main" id="{CF24AF48-31D2-794C-2A1C-095F889A6402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9" name="Google Shape;4049;p40">
                  <a:extLst>
                    <a:ext uri="{FF2B5EF4-FFF2-40B4-BE49-F238E27FC236}">
                      <a16:creationId xmlns:a16="http://schemas.microsoft.com/office/drawing/2014/main" id="{0CEF28C9-25DC-CCCE-40B8-08F941E8EAAA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0" name="Google Shape;4050;p40">
                  <a:extLst>
                    <a:ext uri="{FF2B5EF4-FFF2-40B4-BE49-F238E27FC236}">
                      <a16:creationId xmlns:a16="http://schemas.microsoft.com/office/drawing/2014/main" id="{21A91DC9-994B-B7FF-0A4A-36389B5F81B1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1" name="Google Shape;4051;p40">
                  <a:extLst>
                    <a:ext uri="{FF2B5EF4-FFF2-40B4-BE49-F238E27FC236}">
                      <a16:creationId xmlns:a16="http://schemas.microsoft.com/office/drawing/2014/main" id="{5103378F-66C9-A99F-BA88-3F14DBEE08F0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2" name="Google Shape;4052;p40">
                  <a:extLst>
                    <a:ext uri="{FF2B5EF4-FFF2-40B4-BE49-F238E27FC236}">
                      <a16:creationId xmlns:a16="http://schemas.microsoft.com/office/drawing/2014/main" id="{547A5881-BF31-474B-983F-21C8CB2BF84B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3" name="Google Shape;4053;p40">
                  <a:extLst>
                    <a:ext uri="{FF2B5EF4-FFF2-40B4-BE49-F238E27FC236}">
                      <a16:creationId xmlns:a16="http://schemas.microsoft.com/office/drawing/2014/main" id="{67D2D34C-EDDF-1B90-2701-0E422BD93BD9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4" name="Google Shape;4054;p40">
                  <a:extLst>
                    <a:ext uri="{FF2B5EF4-FFF2-40B4-BE49-F238E27FC236}">
                      <a16:creationId xmlns:a16="http://schemas.microsoft.com/office/drawing/2014/main" id="{9C13189A-609E-46A6-464D-F99B1CC246AD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5" name="Google Shape;4055;p40">
                  <a:extLst>
                    <a:ext uri="{FF2B5EF4-FFF2-40B4-BE49-F238E27FC236}">
                      <a16:creationId xmlns:a16="http://schemas.microsoft.com/office/drawing/2014/main" id="{92918FD6-4838-1210-DB62-6F788F9F12C3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6" name="Google Shape;4056;p40">
                  <a:extLst>
                    <a:ext uri="{FF2B5EF4-FFF2-40B4-BE49-F238E27FC236}">
                      <a16:creationId xmlns:a16="http://schemas.microsoft.com/office/drawing/2014/main" id="{491609FC-AF37-2210-DC6B-4E7A900447B3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7" name="Google Shape;4057;p40">
                  <a:extLst>
                    <a:ext uri="{FF2B5EF4-FFF2-40B4-BE49-F238E27FC236}">
                      <a16:creationId xmlns:a16="http://schemas.microsoft.com/office/drawing/2014/main" id="{0B35687D-898A-4EE3-FFDC-BF1ACAF304EC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8" name="Google Shape;4058;p40">
                  <a:extLst>
                    <a:ext uri="{FF2B5EF4-FFF2-40B4-BE49-F238E27FC236}">
                      <a16:creationId xmlns:a16="http://schemas.microsoft.com/office/drawing/2014/main" id="{325A7E7D-A638-6B8F-22E2-6042DBBDFE36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9" name="Google Shape;4059;p40">
                  <a:extLst>
                    <a:ext uri="{FF2B5EF4-FFF2-40B4-BE49-F238E27FC236}">
                      <a16:creationId xmlns:a16="http://schemas.microsoft.com/office/drawing/2014/main" id="{AA37DC2C-0AB1-E664-C65E-62E741764F78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0" name="Google Shape;4060;p40">
                  <a:extLst>
                    <a:ext uri="{FF2B5EF4-FFF2-40B4-BE49-F238E27FC236}">
                      <a16:creationId xmlns:a16="http://schemas.microsoft.com/office/drawing/2014/main" id="{ECD7FD7D-6D38-E096-4911-53B1CF6CB28F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1" name="Google Shape;4061;p40">
                  <a:extLst>
                    <a:ext uri="{FF2B5EF4-FFF2-40B4-BE49-F238E27FC236}">
                      <a16:creationId xmlns:a16="http://schemas.microsoft.com/office/drawing/2014/main" id="{FE9E20F6-E256-E2B0-2CBA-554FF0CC52C0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2" name="Google Shape;4062;p40">
                  <a:extLst>
                    <a:ext uri="{FF2B5EF4-FFF2-40B4-BE49-F238E27FC236}">
                      <a16:creationId xmlns:a16="http://schemas.microsoft.com/office/drawing/2014/main" id="{540373E9-3E3E-24A1-A632-CB24D4C55191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3" name="Google Shape;4063;p40">
                  <a:extLst>
                    <a:ext uri="{FF2B5EF4-FFF2-40B4-BE49-F238E27FC236}">
                      <a16:creationId xmlns:a16="http://schemas.microsoft.com/office/drawing/2014/main" id="{BC22ABDF-F1B4-61E3-787D-1AD4BE399089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4" name="Google Shape;4064;p40">
                  <a:extLst>
                    <a:ext uri="{FF2B5EF4-FFF2-40B4-BE49-F238E27FC236}">
                      <a16:creationId xmlns:a16="http://schemas.microsoft.com/office/drawing/2014/main" id="{CE76DD0A-6180-08D1-F36F-5B7A15ED1E22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5" name="Google Shape;4065;p40">
                  <a:extLst>
                    <a:ext uri="{FF2B5EF4-FFF2-40B4-BE49-F238E27FC236}">
                      <a16:creationId xmlns:a16="http://schemas.microsoft.com/office/drawing/2014/main" id="{4A003983-D608-37CF-8BF6-685909734CDE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6" name="Google Shape;4066;p40">
                  <a:extLst>
                    <a:ext uri="{FF2B5EF4-FFF2-40B4-BE49-F238E27FC236}">
                      <a16:creationId xmlns:a16="http://schemas.microsoft.com/office/drawing/2014/main" id="{5974AC55-B44F-290C-2D03-2AA550215545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7" name="Google Shape;4067;p40">
                  <a:extLst>
                    <a:ext uri="{FF2B5EF4-FFF2-40B4-BE49-F238E27FC236}">
                      <a16:creationId xmlns:a16="http://schemas.microsoft.com/office/drawing/2014/main" id="{062BFA0D-CF3C-9956-A151-D63789FB6F57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8" name="Google Shape;4068;p40">
                  <a:extLst>
                    <a:ext uri="{FF2B5EF4-FFF2-40B4-BE49-F238E27FC236}">
                      <a16:creationId xmlns:a16="http://schemas.microsoft.com/office/drawing/2014/main" id="{470CE272-DEC2-3F84-C5AE-A12C1DC272FD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9" name="Google Shape;4069;p40">
                  <a:extLst>
                    <a:ext uri="{FF2B5EF4-FFF2-40B4-BE49-F238E27FC236}">
                      <a16:creationId xmlns:a16="http://schemas.microsoft.com/office/drawing/2014/main" id="{725002C2-609E-544C-AD88-B0675998A62B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0" name="Google Shape;4070;p40">
                  <a:extLst>
                    <a:ext uri="{FF2B5EF4-FFF2-40B4-BE49-F238E27FC236}">
                      <a16:creationId xmlns:a16="http://schemas.microsoft.com/office/drawing/2014/main" id="{1528373D-513E-D04D-2E06-188C8236FABD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1" name="Google Shape;4071;p40">
                  <a:extLst>
                    <a:ext uri="{FF2B5EF4-FFF2-40B4-BE49-F238E27FC236}">
                      <a16:creationId xmlns:a16="http://schemas.microsoft.com/office/drawing/2014/main" id="{D68712C3-89E4-BE05-2A75-34F2707B2107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2" name="Google Shape;4072;p40">
                  <a:extLst>
                    <a:ext uri="{FF2B5EF4-FFF2-40B4-BE49-F238E27FC236}">
                      <a16:creationId xmlns:a16="http://schemas.microsoft.com/office/drawing/2014/main" id="{2FFF17D0-2DD2-5759-804B-C082576CEAE3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3" name="Google Shape;4073;p40">
                  <a:extLst>
                    <a:ext uri="{FF2B5EF4-FFF2-40B4-BE49-F238E27FC236}">
                      <a16:creationId xmlns:a16="http://schemas.microsoft.com/office/drawing/2014/main" id="{C7E88E72-2F91-CA4A-EFDD-4036B5274078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4" name="Google Shape;4074;p40">
                  <a:extLst>
                    <a:ext uri="{FF2B5EF4-FFF2-40B4-BE49-F238E27FC236}">
                      <a16:creationId xmlns:a16="http://schemas.microsoft.com/office/drawing/2014/main" id="{D8FC70C2-1314-F87D-C5A9-D8EB958047F9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5" name="Google Shape;4075;p40">
                  <a:extLst>
                    <a:ext uri="{FF2B5EF4-FFF2-40B4-BE49-F238E27FC236}">
                      <a16:creationId xmlns:a16="http://schemas.microsoft.com/office/drawing/2014/main" id="{E0E4E1D2-E8DC-07AD-1F31-4BCC7C17BAA2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6" name="Google Shape;4076;p40">
                  <a:extLst>
                    <a:ext uri="{FF2B5EF4-FFF2-40B4-BE49-F238E27FC236}">
                      <a16:creationId xmlns:a16="http://schemas.microsoft.com/office/drawing/2014/main" id="{4C004082-5945-F1AF-15F5-1910C1269B7D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7" name="Google Shape;4077;p40">
                  <a:extLst>
                    <a:ext uri="{FF2B5EF4-FFF2-40B4-BE49-F238E27FC236}">
                      <a16:creationId xmlns:a16="http://schemas.microsoft.com/office/drawing/2014/main" id="{71F08E33-EE31-181D-9965-2F51D8AFAF5A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8" name="Google Shape;4078;p40">
                  <a:extLst>
                    <a:ext uri="{FF2B5EF4-FFF2-40B4-BE49-F238E27FC236}">
                      <a16:creationId xmlns:a16="http://schemas.microsoft.com/office/drawing/2014/main" id="{008CB9F4-A998-FA61-8801-D60DE0183A5F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9" name="Google Shape;4079;p40">
                  <a:extLst>
                    <a:ext uri="{FF2B5EF4-FFF2-40B4-BE49-F238E27FC236}">
                      <a16:creationId xmlns:a16="http://schemas.microsoft.com/office/drawing/2014/main" id="{04E44A75-86F5-DB73-525F-69A8BB834E35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0" name="Google Shape;4080;p40">
                  <a:extLst>
                    <a:ext uri="{FF2B5EF4-FFF2-40B4-BE49-F238E27FC236}">
                      <a16:creationId xmlns:a16="http://schemas.microsoft.com/office/drawing/2014/main" id="{E9B56F3A-C4F3-84E6-0ABA-1A41A1785BAE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1" name="Google Shape;4081;p40">
                  <a:extLst>
                    <a:ext uri="{FF2B5EF4-FFF2-40B4-BE49-F238E27FC236}">
                      <a16:creationId xmlns:a16="http://schemas.microsoft.com/office/drawing/2014/main" id="{5DBEA3EA-6AF0-D20B-AAE7-DDEC480193A0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2" name="Google Shape;4082;p40">
                  <a:extLst>
                    <a:ext uri="{FF2B5EF4-FFF2-40B4-BE49-F238E27FC236}">
                      <a16:creationId xmlns:a16="http://schemas.microsoft.com/office/drawing/2014/main" id="{A7F3913B-6000-80D3-D29A-08F85C895415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3" name="Google Shape;4083;p40">
                  <a:extLst>
                    <a:ext uri="{FF2B5EF4-FFF2-40B4-BE49-F238E27FC236}">
                      <a16:creationId xmlns:a16="http://schemas.microsoft.com/office/drawing/2014/main" id="{06716165-83F8-DD32-EE66-6158C81D1B82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4" name="Google Shape;4084;p40">
                  <a:extLst>
                    <a:ext uri="{FF2B5EF4-FFF2-40B4-BE49-F238E27FC236}">
                      <a16:creationId xmlns:a16="http://schemas.microsoft.com/office/drawing/2014/main" id="{BF176837-3C60-ABCA-E83E-12DD12EB7656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5" name="Google Shape;4085;p40">
                  <a:extLst>
                    <a:ext uri="{FF2B5EF4-FFF2-40B4-BE49-F238E27FC236}">
                      <a16:creationId xmlns:a16="http://schemas.microsoft.com/office/drawing/2014/main" id="{E0F1FAAA-C251-5E60-A6A6-CE46019DF468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6" name="Google Shape;4086;p40">
                  <a:extLst>
                    <a:ext uri="{FF2B5EF4-FFF2-40B4-BE49-F238E27FC236}">
                      <a16:creationId xmlns:a16="http://schemas.microsoft.com/office/drawing/2014/main" id="{E760262B-18C1-7B69-6934-1D1AD4E72810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7" name="Google Shape;4087;p40">
                  <a:extLst>
                    <a:ext uri="{FF2B5EF4-FFF2-40B4-BE49-F238E27FC236}">
                      <a16:creationId xmlns:a16="http://schemas.microsoft.com/office/drawing/2014/main" id="{18D2D3BB-56AB-ABD3-0EAF-4BF079959621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8" name="Google Shape;4088;p40">
                  <a:extLst>
                    <a:ext uri="{FF2B5EF4-FFF2-40B4-BE49-F238E27FC236}">
                      <a16:creationId xmlns:a16="http://schemas.microsoft.com/office/drawing/2014/main" id="{F1A0569D-D6D1-84C7-6D61-61F27F7DAAD4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9" name="Google Shape;4089;p40">
                  <a:extLst>
                    <a:ext uri="{FF2B5EF4-FFF2-40B4-BE49-F238E27FC236}">
                      <a16:creationId xmlns:a16="http://schemas.microsoft.com/office/drawing/2014/main" id="{907A8C06-F8B2-A736-F9F6-6BA01B7A4C79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0" name="Google Shape;4090;p40">
                  <a:extLst>
                    <a:ext uri="{FF2B5EF4-FFF2-40B4-BE49-F238E27FC236}">
                      <a16:creationId xmlns:a16="http://schemas.microsoft.com/office/drawing/2014/main" id="{211140D2-2E72-7E3C-5504-9361B473567A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1" name="Google Shape;4091;p40">
                  <a:extLst>
                    <a:ext uri="{FF2B5EF4-FFF2-40B4-BE49-F238E27FC236}">
                      <a16:creationId xmlns:a16="http://schemas.microsoft.com/office/drawing/2014/main" id="{0FCEB988-3E21-DE7C-48F0-45BDF8B8FDE7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2" name="Google Shape;4092;p40">
                  <a:extLst>
                    <a:ext uri="{FF2B5EF4-FFF2-40B4-BE49-F238E27FC236}">
                      <a16:creationId xmlns:a16="http://schemas.microsoft.com/office/drawing/2014/main" id="{33008F19-3C8C-2810-2AAB-16B9CDDFA325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3" name="Google Shape;4093;p40">
                  <a:extLst>
                    <a:ext uri="{FF2B5EF4-FFF2-40B4-BE49-F238E27FC236}">
                      <a16:creationId xmlns:a16="http://schemas.microsoft.com/office/drawing/2014/main" id="{35554C29-1A35-E0CF-63B4-8043DDC95F5D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4" name="Google Shape;4094;p40">
                  <a:extLst>
                    <a:ext uri="{FF2B5EF4-FFF2-40B4-BE49-F238E27FC236}">
                      <a16:creationId xmlns:a16="http://schemas.microsoft.com/office/drawing/2014/main" id="{E13EEE5B-000B-C6A6-BFF1-6C261DFD3101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5" name="Google Shape;4095;p40">
                  <a:extLst>
                    <a:ext uri="{FF2B5EF4-FFF2-40B4-BE49-F238E27FC236}">
                      <a16:creationId xmlns:a16="http://schemas.microsoft.com/office/drawing/2014/main" id="{F65F6C04-7009-4C25-340D-4FD6435723D7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6" name="Google Shape;4096;p40">
                  <a:extLst>
                    <a:ext uri="{FF2B5EF4-FFF2-40B4-BE49-F238E27FC236}">
                      <a16:creationId xmlns:a16="http://schemas.microsoft.com/office/drawing/2014/main" id="{81F814B4-24F4-6A1B-762F-5B02AC0E543B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7" name="Google Shape;4097;p40">
                  <a:extLst>
                    <a:ext uri="{FF2B5EF4-FFF2-40B4-BE49-F238E27FC236}">
                      <a16:creationId xmlns:a16="http://schemas.microsoft.com/office/drawing/2014/main" id="{CEA39F76-B136-44B7-3711-7C2379721AE6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8" name="Google Shape;4098;p40">
                  <a:extLst>
                    <a:ext uri="{FF2B5EF4-FFF2-40B4-BE49-F238E27FC236}">
                      <a16:creationId xmlns:a16="http://schemas.microsoft.com/office/drawing/2014/main" id="{3CB67957-4447-AC68-987A-053E760BB2B9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9" name="Google Shape;4099;p40">
                  <a:extLst>
                    <a:ext uri="{FF2B5EF4-FFF2-40B4-BE49-F238E27FC236}">
                      <a16:creationId xmlns:a16="http://schemas.microsoft.com/office/drawing/2014/main" id="{5A5A87C6-4CE7-6A14-BF47-771C0B24DFAA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0" name="Google Shape;4100;p40">
                  <a:extLst>
                    <a:ext uri="{FF2B5EF4-FFF2-40B4-BE49-F238E27FC236}">
                      <a16:creationId xmlns:a16="http://schemas.microsoft.com/office/drawing/2014/main" id="{06411800-1C97-E864-3C41-CFC814CB2C49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1" name="Google Shape;4101;p40">
                  <a:extLst>
                    <a:ext uri="{FF2B5EF4-FFF2-40B4-BE49-F238E27FC236}">
                      <a16:creationId xmlns:a16="http://schemas.microsoft.com/office/drawing/2014/main" id="{396FA497-BC0E-6029-7B75-3AC3C4EC6902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2" name="Google Shape;4102;p40">
                  <a:extLst>
                    <a:ext uri="{FF2B5EF4-FFF2-40B4-BE49-F238E27FC236}">
                      <a16:creationId xmlns:a16="http://schemas.microsoft.com/office/drawing/2014/main" id="{F6D47291-E52E-42CF-7416-A7615D526DE7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03" name="Google Shape;4103;p40">
              <a:extLst>
                <a:ext uri="{FF2B5EF4-FFF2-40B4-BE49-F238E27FC236}">
                  <a16:creationId xmlns:a16="http://schemas.microsoft.com/office/drawing/2014/main" id="{88917DBB-5DC3-5DCF-0D2D-21C823451492}"/>
                </a:ext>
              </a:extLst>
            </p:cNvPr>
            <p:cNvGrpSpPr/>
            <p:nvPr/>
          </p:nvGrpSpPr>
          <p:grpSpPr>
            <a:xfrm>
              <a:off x="6722850" y="1544650"/>
              <a:ext cx="762741" cy="1311760"/>
              <a:chOff x="5309625" y="6138225"/>
              <a:chExt cx="762741" cy="1311760"/>
            </a:xfrm>
          </p:grpSpPr>
          <p:sp>
            <p:nvSpPr>
              <p:cNvPr id="4104" name="Google Shape;4104;p40">
                <a:extLst>
                  <a:ext uri="{FF2B5EF4-FFF2-40B4-BE49-F238E27FC236}">
                    <a16:creationId xmlns:a16="http://schemas.microsoft.com/office/drawing/2014/main" id="{27BD8BAC-DA4A-EC65-0208-D9756CDEFB85}"/>
                  </a:ext>
                </a:extLst>
              </p:cNvPr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40">
                <a:extLst>
                  <a:ext uri="{FF2B5EF4-FFF2-40B4-BE49-F238E27FC236}">
                    <a16:creationId xmlns:a16="http://schemas.microsoft.com/office/drawing/2014/main" id="{9648BBFA-5D38-302C-E025-10466DA24849}"/>
                  </a:ext>
                </a:extLst>
              </p:cNvPr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40">
                <a:extLst>
                  <a:ext uri="{FF2B5EF4-FFF2-40B4-BE49-F238E27FC236}">
                    <a16:creationId xmlns:a16="http://schemas.microsoft.com/office/drawing/2014/main" id="{68A903F9-1642-B3C1-7B51-402563D6B7BD}"/>
                  </a:ext>
                </a:extLst>
              </p:cNvPr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40">
                <a:extLst>
                  <a:ext uri="{FF2B5EF4-FFF2-40B4-BE49-F238E27FC236}">
                    <a16:creationId xmlns:a16="http://schemas.microsoft.com/office/drawing/2014/main" id="{5CF4C77D-79C2-D439-6863-078E61D1E3FE}"/>
                  </a:ext>
                </a:extLst>
              </p:cNvPr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40">
                <a:extLst>
                  <a:ext uri="{FF2B5EF4-FFF2-40B4-BE49-F238E27FC236}">
                    <a16:creationId xmlns:a16="http://schemas.microsoft.com/office/drawing/2014/main" id="{D848CBA1-68CB-499B-3CE4-98EA3E3E76D5}"/>
                  </a:ext>
                </a:extLst>
              </p:cNvPr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40">
                <a:extLst>
                  <a:ext uri="{FF2B5EF4-FFF2-40B4-BE49-F238E27FC236}">
                    <a16:creationId xmlns:a16="http://schemas.microsoft.com/office/drawing/2014/main" id="{DA688DD4-73A3-7B12-716E-6291B6CF9195}"/>
                  </a:ext>
                </a:extLst>
              </p:cNvPr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40">
                <a:extLst>
                  <a:ext uri="{FF2B5EF4-FFF2-40B4-BE49-F238E27FC236}">
                    <a16:creationId xmlns:a16="http://schemas.microsoft.com/office/drawing/2014/main" id="{4AE3494E-0575-5E74-EF8E-0C02315870AC}"/>
                  </a:ext>
                </a:extLst>
              </p:cNvPr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40">
                <a:extLst>
                  <a:ext uri="{FF2B5EF4-FFF2-40B4-BE49-F238E27FC236}">
                    <a16:creationId xmlns:a16="http://schemas.microsoft.com/office/drawing/2014/main" id="{DFC7E010-8C17-73F4-70F3-5624CA4BF66D}"/>
                  </a:ext>
                </a:extLst>
              </p:cNvPr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40">
                <a:extLst>
                  <a:ext uri="{FF2B5EF4-FFF2-40B4-BE49-F238E27FC236}">
                    <a16:creationId xmlns:a16="http://schemas.microsoft.com/office/drawing/2014/main" id="{2920FFBC-E87B-935D-030F-54FF1B7AB4DE}"/>
                  </a:ext>
                </a:extLst>
              </p:cNvPr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40">
                <a:extLst>
                  <a:ext uri="{FF2B5EF4-FFF2-40B4-BE49-F238E27FC236}">
                    <a16:creationId xmlns:a16="http://schemas.microsoft.com/office/drawing/2014/main" id="{BDC469B4-F3C7-CD3C-289C-455763C48F65}"/>
                  </a:ext>
                </a:extLst>
              </p:cNvPr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40">
                <a:extLst>
                  <a:ext uri="{FF2B5EF4-FFF2-40B4-BE49-F238E27FC236}">
                    <a16:creationId xmlns:a16="http://schemas.microsoft.com/office/drawing/2014/main" id="{7C06FB1C-D317-9FE3-5C41-37066DCD9456}"/>
                  </a:ext>
                </a:extLst>
              </p:cNvPr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40">
                <a:extLst>
                  <a:ext uri="{FF2B5EF4-FFF2-40B4-BE49-F238E27FC236}">
                    <a16:creationId xmlns:a16="http://schemas.microsoft.com/office/drawing/2014/main" id="{BA1268D5-4008-DA39-6299-C1E4CD6562FA}"/>
                  </a:ext>
                </a:extLst>
              </p:cNvPr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40">
                <a:extLst>
                  <a:ext uri="{FF2B5EF4-FFF2-40B4-BE49-F238E27FC236}">
                    <a16:creationId xmlns:a16="http://schemas.microsoft.com/office/drawing/2014/main" id="{7C5523A4-963A-6D15-5311-14485BE50F7E}"/>
                  </a:ext>
                </a:extLst>
              </p:cNvPr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40">
                <a:extLst>
                  <a:ext uri="{FF2B5EF4-FFF2-40B4-BE49-F238E27FC236}">
                    <a16:creationId xmlns:a16="http://schemas.microsoft.com/office/drawing/2014/main" id="{D55951E4-AAB5-276E-D336-D1E858C3F7F8}"/>
                  </a:ext>
                </a:extLst>
              </p:cNvPr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40">
                <a:extLst>
                  <a:ext uri="{FF2B5EF4-FFF2-40B4-BE49-F238E27FC236}">
                    <a16:creationId xmlns:a16="http://schemas.microsoft.com/office/drawing/2014/main" id="{F1234BEB-FEA3-F26C-5AC9-0D356A82E192}"/>
                  </a:ext>
                </a:extLst>
              </p:cNvPr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40">
                <a:extLst>
                  <a:ext uri="{FF2B5EF4-FFF2-40B4-BE49-F238E27FC236}">
                    <a16:creationId xmlns:a16="http://schemas.microsoft.com/office/drawing/2014/main" id="{59AC31AF-3C48-E8B8-D56F-93DDC195DF00}"/>
                  </a:ext>
                </a:extLst>
              </p:cNvPr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40">
                <a:extLst>
                  <a:ext uri="{FF2B5EF4-FFF2-40B4-BE49-F238E27FC236}">
                    <a16:creationId xmlns:a16="http://schemas.microsoft.com/office/drawing/2014/main" id="{DF8F1ACA-8E7B-6408-B8C5-E1AE24820B32}"/>
                  </a:ext>
                </a:extLst>
              </p:cNvPr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40">
                <a:extLst>
                  <a:ext uri="{FF2B5EF4-FFF2-40B4-BE49-F238E27FC236}">
                    <a16:creationId xmlns:a16="http://schemas.microsoft.com/office/drawing/2014/main" id="{370CAD5C-EE32-CBDE-6793-D9C681374D97}"/>
                  </a:ext>
                </a:extLst>
              </p:cNvPr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40">
                <a:extLst>
                  <a:ext uri="{FF2B5EF4-FFF2-40B4-BE49-F238E27FC236}">
                    <a16:creationId xmlns:a16="http://schemas.microsoft.com/office/drawing/2014/main" id="{51B2797C-CDBC-61D4-C21A-772F04615841}"/>
                  </a:ext>
                </a:extLst>
              </p:cNvPr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40">
                <a:extLst>
                  <a:ext uri="{FF2B5EF4-FFF2-40B4-BE49-F238E27FC236}">
                    <a16:creationId xmlns:a16="http://schemas.microsoft.com/office/drawing/2014/main" id="{958E862E-B719-807E-7B1E-4EDC824EE725}"/>
                  </a:ext>
                </a:extLst>
              </p:cNvPr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40">
                <a:extLst>
                  <a:ext uri="{FF2B5EF4-FFF2-40B4-BE49-F238E27FC236}">
                    <a16:creationId xmlns:a16="http://schemas.microsoft.com/office/drawing/2014/main" id="{CA5C69C8-3401-F1A6-F92A-278C010FB3BD}"/>
                  </a:ext>
                </a:extLst>
              </p:cNvPr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40">
                <a:extLst>
                  <a:ext uri="{FF2B5EF4-FFF2-40B4-BE49-F238E27FC236}">
                    <a16:creationId xmlns:a16="http://schemas.microsoft.com/office/drawing/2014/main" id="{1ACFC947-6CF4-EE46-10F8-F85613091A3F}"/>
                  </a:ext>
                </a:extLst>
              </p:cNvPr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40">
                <a:extLst>
                  <a:ext uri="{FF2B5EF4-FFF2-40B4-BE49-F238E27FC236}">
                    <a16:creationId xmlns:a16="http://schemas.microsoft.com/office/drawing/2014/main" id="{72DF6AE6-8E0A-9A19-87A0-50137A5F875D}"/>
                  </a:ext>
                </a:extLst>
              </p:cNvPr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40">
                <a:extLst>
                  <a:ext uri="{FF2B5EF4-FFF2-40B4-BE49-F238E27FC236}">
                    <a16:creationId xmlns:a16="http://schemas.microsoft.com/office/drawing/2014/main" id="{A91A2EFC-69AD-8043-090D-A4AB560FBA28}"/>
                  </a:ext>
                </a:extLst>
              </p:cNvPr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40">
                <a:extLst>
                  <a:ext uri="{FF2B5EF4-FFF2-40B4-BE49-F238E27FC236}">
                    <a16:creationId xmlns:a16="http://schemas.microsoft.com/office/drawing/2014/main" id="{28383A2D-603E-0F30-96E8-5769B5F5F523}"/>
                  </a:ext>
                </a:extLst>
              </p:cNvPr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40">
                <a:extLst>
                  <a:ext uri="{FF2B5EF4-FFF2-40B4-BE49-F238E27FC236}">
                    <a16:creationId xmlns:a16="http://schemas.microsoft.com/office/drawing/2014/main" id="{8762E442-FF16-0E1E-301D-54527C296714}"/>
                  </a:ext>
                </a:extLst>
              </p:cNvPr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40">
                <a:extLst>
                  <a:ext uri="{FF2B5EF4-FFF2-40B4-BE49-F238E27FC236}">
                    <a16:creationId xmlns:a16="http://schemas.microsoft.com/office/drawing/2014/main" id="{57EE917A-C91B-B2C3-E8A2-6F1D3ECEB62F}"/>
                  </a:ext>
                </a:extLst>
              </p:cNvPr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40">
                <a:extLst>
                  <a:ext uri="{FF2B5EF4-FFF2-40B4-BE49-F238E27FC236}">
                    <a16:creationId xmlns:a16="http://schemas.microsoft.com/office/drawing/2014/main" id="{10DA5411-13D0-6C6E-4362-A6CE8B6FB6D4}"/>
                  </a:ext>
                </a:extLst>
              </p:cNvPr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40">
                <a:extLst>
                  <a:ext uri="{FF2B5EF4-FFF2-40B4-BE49-F238E27FC236}">
                    <a16:creationId xmlns:a16="http://schemas.microsoft.com/office/drawing/2014/main" id="{7B93A7F5-E7E4-EB73-604B-20AE6FB0BE48}"/>
                  </a:ext>
                </a:extLst>
              </p:cNvPr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40">
                <a:extLst>
                  <a:ext uri="{FF2B5EF4-FFF2-40B4-BE49-F238E27FC236}">
                    <a16:creationId xmlns:a16="http://schemas.microsoft.com/office/drawing/2014/main" id="{5E3330C9-BC9B-5FEF-6C13-32C16042456C}"/>
                  </a:ext>
                </a:extLst>
              </p:cNvPr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40">
                <a:extLst>
                  <a:ext uri="{FF2B5EF4-FFF2-40B4-BE49-F238E27FC236}">
                    <a16:creationId xmlns:a16="http://schemas.microsoft.com/office/drawing/2014/main" id="{1BB1DE1A-897D-19AB-70D5-9DBD090715A8}"/>
                  </a:ext>
                </a:extLst>
              </p:cNvPr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40">
                <a:extLst>
                  <a:ext uri="{FF2B5EF4-FFF2-40B4-BE49-F238E27FC236}">
                    <a16:creationId xmlns:a16="http://schemas.microsoft.com/office/drawing/2014/main" id="{DB7D3ADF-520C-1D1E-9820-4DBB426017C2}"/>
                  </a:ext>
                </a:extLst>
              </p:cNvPr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40">
                <a:extLst>
                  <a:ext uri="{FF2B5EF4-FFF2-40B4-BE49-F238E27FC236}">
                    <a16:creationId xmlns:a16="http://schemas.microsoft.com/office/drawing/2014/main" id="{5F243C61-0AFB-8C3B-8885-1F57F5E16E1A}"/>
                  </a:ext>
                </a:extLst>
              </p:cNvPr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40">
                <a:extLst>
                  <a:ext uri="{FF2B5EF4-FFF2-40B4-BE49-F238E27FC236}">
                    <a16:creationId xmlns:a16="http://schemas.microsoft.com/office/drawing/2014/main" id="{36C70CBB-2215-CCDB-BBFD-2CF75D991C34}"/>
                  </a:ext>
                </a:extLst>
              </p:cNvPr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40">
                <a:extLst>
                  <a:ext uri="{FF2B5EF4-FFF2-40B4-BE49-F238E27FC236}">
                    <a16:creationId xmlns:a16="http://schemas.microsoft.com/office/drawing/2014/main" id="{5CC35907-9313-B011-6B63-46336AE3B607}"/>
                  </a:ext>
                </a:extLst>
              </p:cNvPr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9" name="Google Shape;4139;p40">
              <a:extLst>
                <a:ext uri="{FF2B5EF4-FFF2-40B4-BE49-F238E27FC236}">
                  <a16:creationId xmlns:a16="http://schemas.microsoft.com/office/drawing/2014/main" id="{504684F4-02E8-0C22-50CA-E43BA763BE2E}"/>
                </a:ext>
              </a:extLst>
            </p:cNvPr>
            <p:cNvGrpSpPr/>
            <p:nvPr/>
          </p:nvGrpSpPr>
          <p:grpSpPr>
            <a:xfrm>
              <a:off x="7236625" y="3453800"/>
              <a:ext cx="1314274" cy="809400"/>
              <a:chOff x="5522300" y="5335650"/>
              <a:chExt cx="1314274" cy="809400"/>
            </a:xfrm>
          </p:grpSpPr>
          <p:sp>
            <p:nvSpPr>
              <p:cNvPr id="4140" name="Google Shape;4140;p40">
                <a:extLst>
                  <a:ext uri="{FF2B5EF4-FFF2-40B4-BE49-F238E27FC236}">
                    <a16:creationId xmlns:a16="http://schemas.microsoft.com/office/drawing/2014/main" id="{7B639C73-CA94-8065-1DB3-1573914134D9}"/>
                  </a:ext>
                </a:extLst>
              </p:cNvPr>
              <p:cNvSpPr/>
              <p:nvPr/>
            </p:nvSpPr>
            <p:spPr>
              <a:xfrm>
                <a:off x="5522300" y="5959482"/>
                <a:ext cx="311312" cy="185568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3226" extrusionOk="0">
                    <a:moveTo>
                      <a:pt x="2730" y="0"/>
                    </a:moveTo>
                    <a:lnTo>
                      <a:pt x="1" y="1512"/>
                    </a:lnTo>
                    <a:lnTo>
                      <a:pt x="3108" y="3225"/>
                    </a:lnTo>
                    <a:lnTo>
                      <a:pt x="5033" y="3048"/>
                    </a:lnTo>
                    <a:lnTo>
                      <a:pt x="5411" y="1855"/>
                    </a:lnTo>
                    <a:lnTo>
                      <a:pt x="273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40">
                <a:extLst>
                  <a:ext uri="{FF2B5EF4-FFF2-40B4-BE49-F238E27FC236}">
                    <a16:creationId xmlns:a16="http://schemas.microsoft.com/office/drawing/2014/main" id="{1846B8C3-0557-A7B2-2909-ED372514EF0C}"/>
                  </a:ext>
                </a:extLst>
              </p:cNvPr>
              <p:cNvSpPr/>
              <p:nvPr/>
            </p:nvSpPr>
            <p:spPr>
              <a:xfrm>
                <a:off x="6728491" y="5355380"/>
                <a:ext cx="8858" cy="72076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253" extrusionOk="0">
                    <a:moveTo>
                      <a:pt x="154" y="0"/>
                    </a:moveTo>
                    <a:lnTo>
                      <a:pt x="0" y="83"/>
                    </a:lnTo>
                    <a:lnTo>
                      <a:pt x="0" y="1253"/>
                    </a:lnTo>
                    <a:lnTo>
                      <a:pt x="154" y="117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40">
                <a:extLst>
                  <a:ext uri="{FF2B5EF4-FFF2-40B4-BE49-F238E27FC236}">
                    <a16:creationId xmlns:a16="http://schemas.microsoft.com/office/drawing/2014/main" id="{ADE016E4-0284-0CF1-A430-8F42AF900CB7}"/>
                  </a:ext>
                </a:extLst>
              </p:cNvPr>
              <p:cNvSpPr/>
              <p:nvPr/>
            </p:nvSpPr>
            <p:spPr>
              <a:xfrm>
                <a:off x="5720753" y="5941133"/>
                <a:ext cx="66611" cy="169231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294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1158" y="2942"/>
                    </a:lnTo>
                    <a:lnTo>
                      <a:pt x="1158" y="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40">
                <a:extLst>
                  <a:ext uri="{FF2B5EF4-FFF2-40B4-BE49-F238E27FC236}">
                    <a16:creationId xmlns:a16="http://schemas.microsoft.com/office/drawing/2014/main" id="{03F5BDB4-1949-E311-92DB-2F84A8900B62}"/>
                  </a:ext>
                </a:extLst>
              </p:cNvPr>
              <p:cNvSpPr/>
              <p:nvPr/>
            </p:nvSpPr>
            <p:spPr>
              <a:xfrm>
                <a:off x="5679279" y="5926867"/>
                <a:ext cx="33363" cy="150191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611" extrusionOk="0">
                    <a:moveTo>
                      <a:pt x="1" y="0"/>
                    </a:moveTo>
                    <a:lnTo>
                      <a:pt x="1" y="2280"/>
                    </a:lnTo>
                    <a:lnTo>
                      <a:pt x="579" y="2611"/>
                    </a:lnTo>
                    <a:lnTo>
                      <a:pt x="579" y="3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40">
                <a:extLst>
                  <a:ext uri="{FF2B5EF4-FFF2-40B4-BE49-F238E27FC236}">
                    <a16:creationId xmlns:a16="http://schemas.microsoft.com/office/drawing/2014/main" id="{B9A3E73D-6109-F3A4-1C11-F0B819F4C137}"/>
                  </a:ext>
                </a:extLst>
              </p:cNvPr>
              <p:cNvSpPr/>
              <p:nvPr/>
            </p:nvSpPr>
            <p:spPr>
              <a:xfrm>
                <a:off x="5712585" y="5941133"/>
                <a:ext cx="8226" cy="13592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63" extrusionOk="0">
                    <a:moveTo>
                      <a:pt x="142" y="0"/>
                    </a:moveTo>
                    <a:lnTo>
                      <a:pt x="0" y="95"/>
                    </a:lnTo>
                    <a:lnTo>
                      <a:pt x="0" y="2363"/>
                    </a:lnTo>
                    <a:lnTo>
                      <a:pt x="142" y="2280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40">
                <a:extLst>
                  <a:ext uri="{FF2B5EF4-FFF2-40B4-BE49-F238E27FC236}">
                    <a16:creationId xmlns:a16="http://schemas.microsoft.com/office/drawing/2014/main" id="{BC96BADC-6CB5-C58F-2062-6323DC9E72A2}"/>
                  </a:ext>
                </a:extLst>
              </p:cNvPr>
              <p:cNvSpPr/>
              <p:nvPr/>
            </p:nvSpPr>
            <p:spPr>
              <a:xfrm>
                <a:off x="5811811" y="5413133"/>
                <a:ext cx="1024763" cy="721735"/>
              </a:xfrm>
              <a:custGeom>
                <a:avLst/>
                <a:gdLst/>
                <a:ahLst/>
                <a:cxnLst/>
                <a:rect l="l" t="t" r="r" b="b"/>
                <a:pathLst>
                  <a:path w="17815" h="12547" extrusionOk="0">
                    <a:moveTo>
                      <a:pt x="17815" y="0"/>
                    </a:moveTo>
                    <a:lnTo>
                      <a:pt x="0" y="10278"/>
                    </a:lnTo>
                    <a:lnTo>
                      <a:pt x="0" y="12546"/>
                    </a:lnTo>
                    <a:lnTo>
                      <a:pt x="17815" y="2257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40">
                <a:extLst>
                  <a:ext uri="{FF2B5EF4-FFF2-40B4-BE49-F238E27FC236}">
                    <a16:creationId xmlns:a16="http://schemas.microsoft.com/office/drawing/2014/main" id="{25091F3E-40D4-5F11-30B1-A80763CEF5DE}"/>
                  </a:ext>
                </a:extLst>
              </p:cNvPr>
              <p:cNvSpPr/>
              <p:nvPr/>
            </p:nvSpPr>
            <p:spPr>
              <a:xfrm>
                <a:off x="5679279" y="5335650"/>
                <a:ext cx="1157295" cy="668699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11625" extrusionOk="0">
                    <a:moveTo>
                      <a:pt x="17815" y="1"/>
                    </a:moveTo>
                    <a:lnTo>
                      <a:pt x="1" y="10278"/>
                    </a:lnTo>
                    <a:lnTo>
                      <a:pt x="579" y="10621"/>
                    </a:lnTo>
                    <a:lnTo>
                      <a:pt x="721" y="10526"/>
                    </a:lnTo>
                    <a:lnTo>
                      <a:pt x="1879" y="11200"/>
                    </a:lnTo>
                    <a:lnTo>
                      <a:pt x="1737" y="11282"/>
                    </a:lnTo>
                    <a:lnTo>
                      <a:pt x="2304" y="11625"/>
                    </a:lnTo>
                    <a:lnTo>
                      <a:pt x="20119" y="1347"/>
                    </a:lnTo>
                    <a:lnTo>
                      <a:pt x="19540" y="1005"/>
                    </a:lnTo>
                    <a:lnTo>
                      <a:pt x="19398" y="1099"/>
                    </a:lnTo>
                    <a:lnTo>
                      <a:pt x="18240" y="426"/>
                    </a:lnTo>
                    <a:lnTo>
                      <a:pt x="18394" y="343"/>
                    </a:lnTo>
                    <a:lnTo>
                      <a:pt x="17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40">
                <a:extLst>
                  <a:ext uri="{FF2B5EF4-FFF2-40B4-BE49-F238E27FC236}">
                    <a16:creationId xmlns:a16="http://schemas.microsoft.com/office/drawing/2014/main" id="{968F2D07-C106-14B6-5898-700ACCD6B307}"/>
                  </a:ext>
                </a:extLst>
              </p:cNvPr>
              <p:cNvSpPr/>
              <p:nvPr/>
            </p:nvSpPr>
            <p:spPr>
              <a:xfrm>
                <a:off x="5747213" y="5525244"/>
                <a:ext cx="762518" cy="439012"/>
              </a:xfrm>
              <a:custGeom>
                <a:avLst/>
                <a:gdLst/>
                <a:ahLst/>
                <a:cxnLst/>
                <a:rect l="l" t="t" r="r" b="b"/>
                <a:pathLst>
                  <a:path w="13256" h="7632" extrusionOk="0">
                    <a:moveTo>
                      <a:pt x="12688" y="1"/>
                    </a:moveTo>
                    <a:lnTo>
                      <a:pt x="1" y="7313"/>
                    </a:lnTo>
                    <a:lnTo>
                      <a:pt x="568" y="7632"/>
                    </a:lnTo>
                    <a:lnTo>
                      <a:pt x="12688" y="639"/>
                    </a:lnTo>
                    <a:lnTo>
                      <a:pt x="13255" y="308"/>
                    </a:lnTo>
                    <a:lnTo>
                      <a:pt x="12688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40">
                <a:extLst>
                  <a:ext uri="{FF2B5EF4-FFF2-40B4-BE49-F238E27FC236}">
                    <a16:creationId xmlns:a16="http://schemas.microsoft.com/office/drawing/2014/main" id="{AEF40E91-31C5-8E8E-6154-EEA31AE4A5CB}"/>
                  </a:ext>
                </a:extLst>
              </p:cNvPr>
              <p:cNvSpPr/>
              <p:nvPr/>
            </p:nvSpPr>
            <p:spPr>
              <a:xfrm>
                <a:off x="6519166" y="5373730"/>
                <a:ext cx="250798" cy="145474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29" extrusionOk="0">
                    <a:moveTo>
                      <a:pt x="3816" y="0"/>
                    </a:moveTo>
                    <a:lnTo>
                      <a:pt x="1" y="2209"/>
                    </a:lnTo>
                    <a:lnTo>
                      <a:pt x="556" y="2528"/>
                    </a:lnTo>
                    <a:lnTo>
                      <a:pt x="3816" y="650"/>
                    </a:lnTo>
                    <a:lnTo>
                      <a:pt x="4360" y="331"/>
                    </a:lnTo>
                    <a:lnTo>
                      <a:pt x="381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40">
                <a:extLst>
                  <a:ext uri="{FF2B5EF4-FFF2-40B4-BE49-F238E27FC236}">
                    <a16:creationId xmlns:a16="http://schemas.microsoft.com/office/drawing/2014/main" id="{C4947EAA-358F-F9C3-1364-3538B1FDE371}"/>
                  </a:ext>
                </a:extLst>
              </p:cNvPr>
              <p:cNvSpPr/>
              <p:nvPr/>
            </p:nvSpPr>
            <p:spPr>
              <a:xfrm>
                <a:off x="5707810" y="5916685"/>
                <a:ext cx="38137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40">
                <a:extLst>
                  <a:ext uri="{FF2B5EF4-FFF2-40B4-BE49-F238E27FC236}">
                    <a16:creationId xmlns:a16="http://schemas.microsoft.com/office/drawing/2014/main" id="{98866BBF-89A3-7A36-979A-99886B1599E8}"/>
                  </a:ext>
                </a:extLst>
              </p:cNvPr>
              <p:cNvSpPr/>
              <p:nvPr/>
            </p:nvSpPr>
            <p:spPr>
              <a:xfrm>
                <a:off x="5732948" y="590173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40">
                <a:extLst>
                  <a:ext uri="{FF2B5EF4-FFF2-40B4-BE49-F238E27FC236}">
                    <a16:creationId xmlns:a16="http://schemas.microsoft.com/office/drawing/2014/main" id="{E5ACEED8-A865-62EC-99FE-0307181718E2}"/>
                  </a:ext>
                </a:extLst>
              </p:cNvPr>
              <p:cNvSpPr/>
              <p:nvPr/>
            </p:nvSpPr>
            <p:spPr>
              <a:xfrm>
                <a:off x="5759466" y="5886774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40">
                <a:extLst>
                  <a:ext uri="{FF2B5EF4-FFF2-40B4-BE49-F238E27FC236}">
                    <a16:creationId xmlns:a16="http://schemas.microsoft.com/office/drawing/2014/main" id="{F5B0E958-8C61-A9C3-75CC-7E67459FD98D}"/>
                  </a:ext>
                </a:extLst>
              </p:cNvPr>
              <p:cNvSpPr/>
              <p:nvPr/>
            </p:nvSpPr>
            <p:spPr>
              <a:xfrm>
                <a:off x="5784603" y="587181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201" y="0"/>
                    </a:moveTo>
                    <a:lnTo>
                      <a:pt x="1" y="107"/>
                    </a:lnTo>
                    <a:lnTo>
                      <a:pt x="497" y="378"/>
                    </a:lnTo>
                    <a:lnTo>
                      <a:pt x="662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40">
                <a:extLst>
                  <a:ext uri="{FF2B5EF4-FFF2-40B4-BE49-F238E27FC236}">
                    <a16:creationId xmlns:a16="http://schemas.microsoft.com/office/drawing/2014/main" id="{5C52F673-A4AC-A215-87BA-BB2D71C6192A}"/>
                  </a:ext>
                </a:extLst>
              </p:cNvPr>
              <p:cNvSpPr/>
              <p:nvPr/>
            </p:nvSpPr>
            <p:spPr>
              <a:xfrm>
                <a:off x="5810431" y="5857552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40">
                <a:extLst>
                  <a:ext uri="{FF2B5EF4-FFF2-40B4-BE49-F238E27FC236}">
                    <a16:creationId xmlns:a16="http://schemas.microsoft.com/office/drawing/2014/main" id="{36E1E918-B791-221C-2AC8-D7700A209447}"/>
                  </a:ext>
                </a:extLst>
              </p:cNvPr>
              <p:cNvSpPr/>
              <p:nvPr/>
            </p:nvSpPr>
            <p:spPr>
              <a:xfrm>
                <a:off x="5836948" y="5841906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40">
                <a:extLst>
                  <a:ext uri="{FF2B5EF4-FFF2-40B4-BE49-F238E27FC236}">
                    <a16:creationId xmlns:a16="http://schemas.microsoft.com/office/drawing/2014/main" id="{524F41F8-9B96-CC32-6F49-1FEA9141F74C}"/>
                  </a:ext>
                </a:extLst>
              </p:cNvPr>
              <p:cNvSpPr/>
              <p:nvPr/>
            </p:nvSpPr>
            <p:spPr>
              <a:xfrm>
                <a:off x="5862086" y="5827640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40">
                <a:extLst>
                  <a:ext uri="{FF2B5EF4-FFF2-40B4-BE49-F238E27FC236}">
                    <a16:creationId xmlns:a16="http://schemas.microsoft.com/office/drawing/2014/main" id="{A0B46A00-D647-5DC8-359E-39BF6E76CF49}"/>
                  </a:ext>
                </a:extLst>
              </p:cNvPr>
              <p:cNvSpPr/>
              <p:nvPr/>
            </p:nvSpPr>
            <p:spPr>
              <a:xfrm>
                <a:off x="5887913" y="5811994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40">
                <a:extLst>
                  <a:ext uri="{FF2B5EF4-FFF2-40B4-BE49-F238E27FC236}">
                    <a16:creationId xmlns:a16="http://schemas.microsoft.com/office/drawing/2014/main" id="{227F6B0E-50DC-06A5-2269-37AA2D9A188D}"/>
                  </a:ext>
                </a:extLst>
              </p:cNvPr>
              <p:cNvSpPr/>
              <p:nvPr/>
            </p:nvSpPr>
            <p:spPr>
              <a:xfrm>
                <a:off x="5913741" y="5797038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84" y="403"/>
                    </a:lnTo>
                    <a:lnTo>
                      <a:pt x="674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40">
                <a:extLst>
                  <a:ext uri="{FF2B5EF4-FFF2-40B4-BE49-F238E27FC236}">
                    <a16:creationId xmlns:a16="http://schemas.microsoft.com/office/drawing/2014/main" id="{897CAEBF-F8FC-34A4-4754-2AD25B03C3DB}"/>
                  </a:ext>
                </a:extLst>
              </p:cNvPr>
              <p:cNvSpPr/>
              <p:nvPr/>
            </p:nvSpPr>
            <p:spPr>
              <a:xfrm>
                <a:off x="5939569" y="5782773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4" y="379"/>
                    </a:lnTo>
                    <a:lnTo>
                      <a:pt x="673" y="2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40">
                <a:extLst>
                  <a:ext uri="{FF2B5EF4-FFF2-40B4-BE49-F238E27FC236}">
                    <a16:creationId xmlns:a16="http://schemas.microsoft.com/office/drawing/2014/main" id="{4E685A6E-500F-7857-0DFE-C7AD01372BB8}"/>
                  </a:ext>
                </a:extLst>
              </p:cNvPr>
              <p:cNvSpPr/>
              <p:nvPr/>
            </p:nvSpPr>
            <p:spPr>
              <a:xfrm>
                <a:off x="5964706" y="5767184"/>
                <a:ext cx="3946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85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40">
                <a:extLst>
                  <a:ext uri="{FF2B5EF4-FFF2-40B4-BE49-F238E27FC236}">
                    <a16:creationId xmlns:a16="http://schemas.microsoft.com/office/drawing/2014/main" id="{7818092A-B1BF-E3C3-6E51-298D14D628A4}"/>
                  </a:ext>
                </a:extLst>
              </p:cNvPr>
              <p:cNvSpPr/>
              <p:nvPr/>
            </p:nvSpPr>
            <p:spPr>
              <a:xfrm>
                <a:off x="5991166" y="5752919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40">
                <a:extLst>
                  <a:ext uri="{FF2B5EF4-FFF2-40B4-BE49-F238E27FC236}">
                    <a16:creationId xmlns:a16="http://schemas.microsoft.com/office/drawing/2014/main" id="{B08A86D1-B1FC-3C1B-353D-7F6944B8284A}"/>
                  </a:ext>
                </a:extLst>
              </p:cNvPr>
              <p:cNvSpPr/>
              <p:nvPr/>
            </p:nvSpPr>
            <p:spPr>
              <a:xfrm>
                <a:off x="6016994" y="5737273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190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40">
                <a:extLst>
                  <a:ext uri="{FF2B5EF4-FFF2-40B4-BE49-F238E27FC236}">
                    <a16:creationId xmlns:a16="http://schemas.microsoft.com/office/drawing/2014/main" id="{08060975-9604-3FCE-17D8-42527E7BD437}"/>
                  </a:ext>
                </a:extLst>
              </p:cNvPr>
              <p:cNvSpPr/>
              <p:nvPr/>
            </p:nvSpPr>
            <p:spPr>
              <a:xfrm>
                <a:off x="6042131" y="5723007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40">
                <a:extLst>
                  <a:ext uri="{FF2B5EF4-FFF2-40B4-BE49-F238E27FC236}">
                    <a16:creationId xmlns:a16="http://schemas.microsoft.com/office/drawing/2014/main" id="{7A4D6F57-E47B-7AC4-33E6-2F17AADB5841}"/>
                  </a:ext>
                </a:extLst>
              </p:cNvPr>
              <p:cNvSpPr/>
              <p:nvPr/>
            </p:nvSpPr>
            <p:spPr>
              <a:xfrm>
                <a:off x="6068649" y="5708051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40">
                <a:extLst>
                  <a:ext uri="{FF2B5EF4-FFF2-40B4-BE49-F238E27FC236}">
                    <a16:creationId xmlns:a16="http://schemas.microsoft.com/office/drawing/2014/main" id="{A3381A3F-E83D-60A4-ED06-2092C50C86A0}"/>
                  </a:ext>
                </a:extLst>
              </p:cNvPr>
              <p:cNvSpPr/>
              <p:nvPr/>
            </p:nvSpPr>
            <p:spPr>
              <a:xfrm>
                <a:off x="6093787" y="5693095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40">
                <a:extLst>
                  <a:ext uri="{FF2B5EF4-FFF2-40B4-BE49-F238E27FC236}">
                    <a16:creationId xmlns:a16="http://schemas.microsoft.com/office/drawing/2014/main" id="{46AE93F4-0C29-9C0D-5D06-2893397C385E}"/>
                  </a:ext>
                </a:extLst>
              </p:cNvPr>
              <p:cNvSpPr/>
              <p:nvPr/>
            </p:nvSpPr>
            <p:spPr>
              <a:xfrm>
                <a:off x="6120305" y="5678139"/>
                <a:ext cx="3808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3" extrusionOk="0">
                    <a:moveTo>
                      <a:pt x="178" y="1"/>
                    </a:moveTo>
                    <a:lnTo>
                      <a:pt x="0" y="119"/>
                    </a:lnTo>
                    <a:lnTo>
                      <a:pt x="473" y="402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40">
                <a:extLst>
                  <a:ext uri="{FF2B5EF4-FFF2-40B4-BE49-F238E27FC236}">
                    <a16:creationId xmlns:a16="http://schemas.microsoft.com/office/drawing/2014/main" id="{444B93BE-1C39-D054-2799-362F70D22241}"/>
                  </a:ext>
                </a:extLst>
              </p:cNvPr>
              <p:cNvSpPr/>
              <p:nvPr/>
            </p:nvSpPr>
            <p:spPr>
              <a:xfrm>
                <a:off x="6145442" y="5663874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7" y="379"/>
                    </a:lnTo>
                    <a:lnTo>
                      <a:pt x="674" y="272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40">
                <a:extLst>
                  <a:ext uri="{FF2B5EF4-FFF2-40B4-BE49-F238E27FC236}">
                    <a16:creationId xmlns:a16="http://schemas.microsoft.com/office/drawing/2014/main" id="{571F7E53-699A-21FE-861D-49CE1BFB2583}"/>
                  </a:ext>
                </a:extLst>
              </p:cNvPr>
              <p:cNvSpPr/>
              <p:nvPr/>
            </p:nvSpPr>
            <p:spPr>
              <a:xfrm>
                <a:off x="6171270" y="5648228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40">
                <a:extLst>
                  <a:ext uri="{FF2B5EF4-FFF2-40B4-BE49-F238E27FC236}">
                    <a16:creationId xmlns:a16="http://schemas.microsoft.com/office/drawing/2014/main" id="{1479F8D6-3C0B-8B2E-6B09-1C18F8B11CE3}"/>
                  </a:ext>
                </a:extLst>
              </p:cNvPr>
              <p:cNvSpPr/>
              <p:nvPr/>
            </p:nvSpPr>
            <p:spPr>
              <a:xfrm>
                <a:off x="6197787" y="5633962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40">
                <a:extLst>
                  <a:ext uri="{FF2B5EF4-FFF2-40B4-BE49-F238E27FC236}">
                    <a16:creationId xmlns:a16="http://schemas.microsoft.com/office/drawing/2014/main" id="{DBC22360-605B-516C-8A1B-649B851A5E43}"/>
                  </a:ext>
                </a:extLst>
              </p:cNvPr>
              <p:cNvSpPr/>
              <p:nvPr/>
            </p:nvSpPr>
            <p:spPr>
              <a:xfrm>
                <a:off x="6222925" y="5618373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90"/>
                    </a:lnTo>
                    <a:lnTo>
                      <a:pt x="674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40">
                <a:extLst>
                  <a:ext uri="{FF2B5EF4-FFF2-40B4-BE49-F238E27FC236}">
                    <a16:creationId xmlns:a16="http://schemas.microsoft.com/office/drawing/2014/main" id="{51931EC2-B596-C560-D58B-E858FB7ABC2E}"/>
                  </a:ext>
                </a:extLst>
              </p:cNvPr>
              <p:cNvSpPr/>
              <p:nvPr/>
            </p:nvSpPr>
            <p:spPr>
              <a:xfrm>
                <a:off x="6248752" y="5604050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4" y="391"/>
                    </a:lnTo>
                    <a:lnTo>
                      <a:pt x="673" y="285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40">
                <a:extLst>
                  <a:ext uri="{FF2B5EF4-FFF2-40B4-BE49-F238E27FC236}">
                    <a16:creationId xmlns:a16="http://schemas.microsoft.com/office/drawing/2014/main" id="{C89E9258-D52F-1408-B72D-237B52F64C85}"/>
                  </a:ext>
                </a:extLst>
              </p:cNvPr>
              <p:cNvSpPr/>
              <p:nvPr/>
            </p:nvSpPr>
            <p:spPr>
              <a:xfrm>
                <a:off x="6275213" y="5589152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40">
                <a:extLst>
                  <a:ext uri="{FF2B5EF4-FFF2-40B4-BE49-F238E27FC236}">
                    <a16:creationId xmlns:a16="http://schemas.microsoft.com/office/drawing/2014/main" id="{B9444CBF-0EE4-1982-CDFF-23588003E59A}"/>
                  </a:ext>
                </a:extLst>
              </p:cNvPr>
              <p:cNvSpPr/>
              <p:nvPr/>
            </p:nvSpPr>
            <p:spPr>
              <a:xfrm>
                <a:off x="6300350" y="5574196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40">
                <a:extLst>
                  <a:ext uri="{FF2B5EF4-FFF2-40B4-BE49-F238E27FC236}">
                    <a16:creationId xmlns:a16="http://schemas.microsoft.com/office/drawing/2014/main" id="{B095C99A-69F9-BFF9-987F-1D8686F4DB96}"/>
                  </a:ext>
                </a:extLst>
              </p:cNvPr>
              <p:cNvSpPr/>
              <p:nvPr/>
            </p:nvSpPr>
            <p:spPr>
              <a:xfrm>
                <a:off x="6326178" y="555924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40">
                <a:extLst>
                  <a:ext uri="{FF2B5EF4-FFF2-40B4-BE49-F238E27FC236}">
                    <a16:creationId xmlns:a16="http://schemas.microsoft.com/office/drawing/2014/main" id="{049CD4A1-F03A-01E0-6043-6B1C1BC030C0}"/>
                  </a:ext>
                </a:extLst>
              </p:cNvPr>
              <p:cNvSpPr/>
              <p:nvPr/>
            </p:nvSpPr>
            <p:spPr>
              <a:xfrm>
                <a:off x="6352005" y="554497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74" y="26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40">
                <a:extLst>
                  <a:ext uri="{FF2B5EF4-FFF2-40B4-BE49-F238E27FC236}">
                    <a16:creationId xmlns:a16="http://schemas.microsoft.com/office/drawing/2014/main" id="{CBCF4362-187E-3CD0-2255-55577115E5D6}"/>
                  </a:ext>
                </a:extLst>
              </p:cNvPr>
              <p:cNvSpPr/>
              <p:nvPr/>
            </p:nvSpPr>
            <p:spPr>
              <a:xfrm>
                <a:off x="6377833" y="5529328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40">
                <a:extLst>
                  <a:ext uri="{FF2B5EF4-FFF2-40B4-BE49-F238E27FC236}">
                    <a16:creationId xmlns:a16="http://schemas.microsoft.com/office/drawing/2014/main" id="{4A60942F-8726-9C63-9DAA-F323F553B0AA}"/>
                  </a:ext>
                </a:extLst>
              </p:cNvPr>
              <p:cNvSpPr/>
              <p:nvPr/>
            </p:nvSpPr>
            <p:spPr>
              <a:xfrm>
                <a:off x="6404351" y="5514373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73" y="390"/>
                    </a:lnTo>
                    <a:lnTo>
                      <a:pt x="662" y="27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40">
                <a:extLst>
                  <a:ext uri="{FF2B5EF4-FFF2-40B4-BE49-F238E27FC236}">
                    <a16:creationId xmlns:a16="http://schemas.microsoft.com/office/drawing/2014/main" id="{FB0BF049-5AD8-113F-A03A-782D6529AF27}"/>
                  </a:ext>
                </a:extLst>
              </p:cNvPr>
              <p:cNvSpPr/>
              <p:nvPr/>
            </p:nvSpPr>
            <p:spPr>
              <a:xfrm>
                <a:off x="6429488" y="5499417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40">
                <a:extLst>
                  <a:ext uri="{FF2B5EF4-FFF2-40B4-BE49-F238E27FC236}">
                    <a16:creationId xmlns:a16="http://schemas.microsoft.com/office/drawing/2014/main" id="{9C94B26F-4191-2F97-C7D8-7B0928B68182}"/>
                  </a:ext>
                </a:extLst>
              </p:cNvPr>
              <p:cNvSpPr/>
              <p:nvPr/>
            </p:nvSpPr>
            <p:spPr>
              <a:xfrm>
                <a:off x="6455316" y="548446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40">
                <a:extLst>
                  <a:ext uri="{FF2B5EF4-FFF2-40B4-BE49-F238E27FC236}">
                    <a16:creationId xmlns:a16="http://schemas.microsoft.com/office/drawing/2014/main" id="{6FC70C17-51D9-4358-20C3-37EB4E8ECAC1}"/>
                  </a:ext>
                </a:extLst>
              </p:cNvPr>
              <p:cNvSpPr/>
              <p:nvPr/>
            </p:nvSpPr>
            <p:spPr>
              <a:xfrm>
                <a:off x="6481144" y="5470195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95"/>
                    </a:lnTo>
                    <a:lnTo>
                      <a:pt x="473" y="379"/>
                    </a:lnTo>
                    <a:lnTo>
                      <a:pt x="662" y="273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40">
                <a:extLst>
                  <a:ext uri="{FF2B5EF4-FFF2-40B4-BE49-F238E27FC236}">
                    <a16:creationId xmlns:a16="http://schemas.microsoft.com/office/drawing/2014/main" id="{ECA5D78D-5A43-9E8B-9E90-6009256E136C}"/>
                  </a:ext>
                </a:extLst>
              </p:cNvPr>
              <p:cNvSpPr/>
              <p:nvPr/>
            </p:nvSpPr>
            <p:spPr>
              <a:xfrm>
                <a:off x="6506971" y="545460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40">
                <a:extLst>
                  <a:ext uri="{FF2B5EF4-FFF2-40B4-BE49-F238E27FC236}">
                    <a16:creationId xmlns:a16="http://schemas.microsoft.com/office/drawing/2014/main" id="{57388D69-66C3-E78C-4CEE-AD8AE282B748}"/>
                  </a:ext>
                </a:extLst>
              </p:cNvPr>
              <p:cNvSpPr/>
              <p:nvPr/>
            </p:nvSpPr>
            <p:spPr>
              <a:xfrm>
                <a:off x="6532109" y="5440341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78"/>
                    </a:lnTo>
                    <a:lnTo>
                      <a:pt x="685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40">
                <a:extLst>
                  <a:ext uri="{FF2B5EF4-FFF2-40B4-BE49-F238E27FC236}">
                    <a16:creationId xmlns:a16="http://schemas.microsoft.com/office/drawing/2014/main" id="{F7492C3D-2CD2-0E03-AF1F-552D39B699B1}"/>
                  </a:ext>
                </a:extLst>
              </p:cNvPr>
              <p:cNvSpPr/>
              <p:nvPr/>
            </p:nvSpPr>
            <p:spPr>
              <a:xfrm>
                <a:off x="6558569" y="5424695"/>
                <a:ext cx="38137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2" extrusionOk="0">
                    <a:moveTo>
                      <a:pt x="178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40">
                <a:extLst>
                  <a:ext uri="{FF2B5EF4-FFF2-40B4-BE49-F238E27FC236}">
                    <a16:creationId xmlns:a16="http://schemas.microsoft.com/office/drawing/2014/main" id="{B6E0B46B-5B0E-7ECD-FB5C-F05FE2ECBF3A}"/>
                  </a:ext>
                </a:extLst>
              </p:cNvPr>
              <p:cNvSpPr/>
              <p:nvPr/>
            </p:nvSpPr>
            <p:spPr>
              <a:xfrm>
                <a:off x="6584397" y="5410429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40">
                <a:extLst>
                  <a:ext uri="{FF2B5EF4-FFF2-40B4-BE49-F238E27FC236}">
                    <a16:creationId xmlns:a16="http://schemas.microsoft.com/office/drawing/2014/main" id="{FE09FF61-B57A-487E-E57C-0DA2D5B7BC00}"/>
                  </a:ext>
                </a:extLst>
              </p:cNvPr>
              <p:cNvSpPr/>
              <p:nvPr/>
            </p:nvSpPr>
            <p:spPr>
              <a:xfrm>
                <a:off x="6609534" y="5395473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86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40">
                <a:extLst>
                  <a:ext uri="{FF2B5EF4-FFF2-40B4-BE49-F238E27FC236}">
                    <a16:creationId xmlns:a16="http://schemas.microsoft.com/office/drawing/2014/main" id="{851E9E3C-D079-BE73-AB3C-E3DE16F13930}"/>
                  </a:ext>
                </a:extLst>
              </p:cNvPr>
              <p:cNvSpPr/>
              <p:nvPr/>
            </p:nvSpPr>
            <p:spPr>
              <a:xfrm>
                <a:off x="6636052" y="5380518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40">
                <a:extLst>
                  <a:ext uri="{FF2B5EF4-FFF2-40B4-BE49-F238E27FC236}">
                    <a16:creationId xmlns:a16="http://schemas.microsoft.com/office/drawing/2014/main" id="{FBB6E464-FC2B-1A92-C86D-FB76F2FBFC59}"/>
                  </a:ext>
                </a:extLst>
              </p:cNvPr>
              <p:cNvSpPr/>
              <p:nvPr/>
            </p:nvSpPr>
            <p:spPr>
              <a:xfrm>
                <a:off x="6661189" y="5365562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40">
                <a:extLst>
                  <a:ext uri="{FF2B5EF4-FFF2-40B4-BE49-F238E27FC236}">
                    <a16:creationId xmlns:a16="http://schemas.microsoft.com/office/drawing/2014/main" id="{9E0FBB8C-E6E0-A292-8D21-3A9F3663CAB7}"/>
                  </a:ext>
                </a:extLst>
              </p:cNvPr>
              <p:cNvSpPr/>
              <p:nvPr/>
            </p:nvSpPr>
            <p:spPr>
              <a:xfrm>
                <a:off x="6687017" y="5351296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40">
                <a:extLst>
                  <a:ext uri="{FF2B5EF4-FFF2-40B4-BE49-F238E27FC236}">
                    <a16:creationId xmlns:a16="http://schemas.microsoft.com/office/drawing/2014/main" id="{49919928-6023-F495-C5E7-4DDE99545C69}"/>
                  </a:ext>
                </a:extLst>
              </p:cNvPr>
              <p:cNvSpPr/>
              <p:nvPr/>
            </p:nvSpPr>
            <p:spPr>
              <a:xfrm>
                <a:off x="5794784" y="5966960"/>
                <a:ext cx="38828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2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40">
                <a:extLst>
                  <a:ext uri="{FF2B5EF4-FFF2-40B4-BE49-F238E27FC236}">
                    <a16:creationId xmlns:a16="http://schemas.microsoft.com/office/drawing/2014/main" id="{883D2419-1223-BC6C-CCE8-74C5BB3E8BCF}"/>
                  </a:ext>
                </a:extLst>
              </p:cNvPr>
              <p:cNvSpPr/>
              <p:nvPr/>
            </p:nvSpPr>
            <p:spPr>
              <a:xfrm>
                <a:off x="5820612" y="595269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40">
                <a:extLst>
                  <a:ext uri="{FF2B5EF4-FFF2-40B4-BE49-F238E27FC236}">
                    <a16:creationId xmlns:a16="http://schemas.microsoft.com/office/drawing/2014/main" id="{4F41F155-9A8C-40F3-361A-BED2CD4E7349}"/>
                  </a:ext>
                </a:extLst>
              </p:cNvPr>
              <p:cNvSpPr/>
              <p:nvPr/>
            </p:nvSpPr>
            <p:spPr>
              <a:xfrm>
                <a:off x="5847130" y="5937048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66" y="0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40">
                <a:extLst>
                  <a:ext uri="{FF2B5EF4-FFF2-40B4-BE49-F238E27FC236}">
                    <a16:creationId xmlns:a16="http://schemas.microsoft.com/office/drawing/2014/main" id="{241E57FA-A7A0-DA78-6FE8-B705E41AFF9B}"/>
                  </a:ext>
                </a:extLst>
              </p:cNvPr>
              <p:cNvSpPr/>
              <p:nvPr/>
            </p:nvSpPr>
            <p:spPr>
              <a:xfrm>
                <a:off x="5872267" y="5922783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40">
                <a:extLst>
                  <a:ext uri="{FF2B5EF4-FFF2-40B4-BE49-F238E27FC236}">
                    <a16:creationId xmlns:a16="http://schemas.microsoft.com/office/drawing/2014/main" id="{2E493A4D-A456-A770-1455-B88217EAA1BB}"/>
                  </a:ext>
                </a:extLst>
              </p:cNvPr>
              <p:cNvSpPr/>
              <p:nvPr/>
            </p:nvSpPr>
            <p:spPr>
              <a:xfrm>
                <a:off x="5898095" y="5907137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40">
                <a:extLst>
                  <a:ext uri="{FF2B5EF4-FFF2-40B4-BE49-F238E27FC236}">
                    <a16:creationId xmlns:a16="http://schemas.microsoft.com/office/drawing/2014/main" id="{4CFBEFDF-DE9C-D9FF-B12D-5711C24A6915}"/>
                  </a:ext>
                </a:extLst>
              </p:cNvPr>
              <p:cNvSpPr/>
              <p:nvPr/>
            </p:nvSpPr>
            <p:spPr>
              <a:xfrm>
                <a:off x="5923923" y="5892871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97" y="390"/>
                    </a:lnTo>
                    <a:lnTo>
                      <a:pt x="674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40">
                <a:extLst>
                  <a:ext uri="{FF2B5EF4-FFF2-40B4-BE49-F238E27FC236}">
                    <a16:creationId xmlns:a16="http://schemas.microsoft.com/office/drawing/2014/main" id="{2103FD60-8990-0271-24F9-44D2ECC65B85}"/>
                  </a:ext>
                </a:extLst>
              </p:cNvPr>
              <p:cNvSpPr/>
              <p:nvPr/>
            </p:nvSpPr>
            <p:spPr>
              <a:xfrm>
                <a:off x="5949750" y="5877915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40">
                <a:extLst>
                  <a:ext uri="{FF2B5EF4-FFF2-40B4-BE49-F238E27FC236}">
                    <a16:creationId xmlns:a16="http://schemas.microsoft.com/office/drawing/2014/main" id="{111673F2-59D8-BBCD-5C85-BC807AF999E6}"/>
                  </a:ext>
                </a:extLst>
              </p:cNvPr>
              <p:cNvSpPr/>
              <p:nvPr/>
            </p:nvSpPr>
            <p:spPr>
              <a:xfrm>
                <a:off x="5974888" y="5862959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0" y="107"/>
                    </a:lnTo>
                    <a:lnTo>
                      <a:pt x="496" y="391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40">
                <a:extLst>
                  <a:ext uri="{FF2B5EF4-FFF2-40B4-BE49-F238E27FC236}">
                    <a16:creationId xmlns:a16="http://schemas.microsoft.com/office/drawing/2014/main" id="{9B3B938D-0758-96B4-27F5-F1529019B863}"/>
                  </a:ext>
                </a:extLst>
              </p:cNvPr>
              <p:cNvSpPr/>
              <p:nvPr/>
            </p:nvSpPr>
            <p:spPr>
              <a:xfrm>
                <a:off x="6001405" y="5848003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40">
                <a:extLst>
                  <a:ext uri="{FF2B5EF4-FFF2-40B4-BE49-F238E27FC236}">
                    <a16:creationId xmlns:a16="http://schemas.microsoft.com/office/drawing/2014/main" id="{05D89FA7-16CA-8062-F98A-DC54FB14D7B9}"/>
                  </a:ext>
                </a:extLst>
              </p:cNvPr>
              <p:cNvSpPr/>
              <p:nvPr/>
            </p:nvSpPr>
            <p:spPr>
              <a:xfrm>
                <a:off x="6026543" y="5833738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6" y="379"/>
                    </a:lnTo>
                    <a:lnTo>
                      <a:pt x="685" y="26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40">
                <a:extLst>
                  <a:ext uri="{FF2B5EF4-FFF2-40B4-BE49-F238E27FC236}">
                    <a16:creationId xmlns:a16="http://schemas.microsoft.com/office/drawing/2014/main" id="{3DD2AE8D-69A9-E5AE-08F2-97E2B25185BE}"/>
                  </a:ext>
                </a:extLst>
              </p:cNvPr>
              <p:cNvSpPr/>
              <p:nvPr/>
            </p:nvSpPr>
            <p:spPr>
              <a:xfrm>
                <a:off x="6053003" y="5818149"/>
                <a:ext cx="38828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73" y="390"/>
                    </a:lnTo>
                    <a:lnTo>
                      <a:pt x="674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40">
                <a:extLst>
                  <a:ext uri="{FF2B5EF4-FFF2-40B4-BE49-F238E27FC236}">
                    <a16:creationId xmlns:a16="http://schemas.microsoft.com/office/drawing/2014/main" id="{FECFE851-6D13-D985-D45A-83B6395C82D0}"/>
                  </a:ext>
                </a:extLst>
              </p:cNvPr>
              <p:cNvSpPr/>
              <p:nvPr/>
            </p:nvSpPr>
            <p:spPr>
              <a:xfrm>
                <a:off x="6078831" y="5803193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40">
                <a:extLst>
                  <a:ext uri="{FF2B5EF4-FFF2-40B4-BE49-F238E27FC236}">
                    <a16:creationId xmlns:a16="http://schemas.microsoft.com/office/drawing/2014/main" id="{1B9D221E-327B-6D91-F315-91A474A65E6C}"/>
                  </a:ext>
                </a:extLst>
              </p:cNvPr>
              <p:cNvSpPr/>
              <p:nvPr/>
            </p:nvSpPr>
            <p:spPr>
              <a:xfrm>
                <a:off x="6103968" y="5788238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202" y="0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40">
                <a:extLst>
                  <a:ext uri="{FF2B5EF4-FFF2-40B4-BE49-F238E27FC236}">
                    <a16:creationId xmlns:a16="http://schemas.microsoft.com/office/drawing/2014/main" id="{10B23842-E38C-3043-741B-A03BF3898325}"/>
                  </a:ext>
                </a:extLst>
              </p:cNvPr>
              <p:cNvSpPr/>
              <p:nvPr/>
            </p:nvSpPr>
            <p:spPr>
              <a:xfrm>
                <a:off x="6130486" y="5773282"/>
                <a:ext cx="38137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3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40">
                <a:extLst>
                  <a:ext uri="{FF2B5EF4-FFF2-40B4-BE49-F238E27FC236}">
                    <a16:creationId xmlns:a16="http://schemas.microsoft.com/office/drawing/2014/main" id="{F427A715-9B27-508A-1A06-23871842AD15}"/>
                  </a:ext>
                </a:extLst>
              </p:cNvPr>
              <p:cNvSpPr/>
              <p:nvPr/>
            </p:nvSpPr>
            <p:spPr>
              <a:xfrm>
                <a:off x="6156314" y="5759016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0"/>
                    </a:moveTo>
                    <a:lnTo>
                      <a:pt x="0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40">
                <a:extLst>
                  <a:ext uri="{FF2B5EF4-FFF2-40B4-BE49-F238E27FC236}">
                    <a16:creationId xmlns:a16="http://schemas.microsoft.com/office/drawing/2014/main" id="{32B3D61E-9A25-4C52-CB09-683A7EA3F3B4}"/>
                  </a:ext>
                </a:extLst>
              </p:cNvPr>
              <p:cNvSpPr/>
              <p:nvPr/>
            </p:nvSpPr>
            <p:spPr>
              <a:xfrm>
                <a:off x="6181451" y="5743370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190" y="1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40">
                <a:extLst>
                  <a:ext uri="{FF2B5EF4-FFF2-40B4-BE49-F238E27FC236}">
                    <a16:creationId xmlns:a16="http://schemas.microsoft.com/office/drawing/2014/main" id="{B46B3FF4-B915-D543-B284-BA14D82FB0A6}"/>
                  </a:ext>
                </a:extLst>
              </p:cNvPr>
              <p:cNvSpPr/>
              <p:nvPr/>
            </p:nvSpPr>
            <p:spPr>
              <a:xfrm>
                <a:off x="6207969" y="5729104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40">
                <a:extLst>
                  <a:ext uri="{FF2B5EF4-FFF2-40B4-BE49-F238E27FC236}">
                    <a16:creationId xmlns:a16="http://schemas.microsoft.com/office/drawing/2014/main" id="{07EEDD5D-0A67-2AC3-E882-E97458023892}"/>
                  </a:ext>
                </a:extLst>
              </p:cNvPr>
              <p:cNvSpPr/>
              <p:nvPr/>
            </p:nvSpPr>
            <p:spPr>
              <a:xfrm>
                <a:off x="6233106" y="5713458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201" y="1"/>
                    </a:moveTo>
                    <a:lnTo>
                      <a:pt x="0" y="119"/>
                    </a:lnTo>
                    <a:lnTo>
                      <a:pt x="497" y="403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40">
                <a:extLst>
                  <a:ext uri="{FF2B5EF4-FFF2-40B4-BE49-F238E27FC236}">
                    <a16:creationId xmlns:a16="http://schemas.microsoft.com/office/drawing/2014/main" id="{0F0A8A82-D6E3-A7E0-1D72-7E41316C129D}"/>
                  </a:ext>
                </a:extLst>
              </p:cNvPr>
              <p:cNvSpPr/>
              <p:nvPr/>
            </p:nvSpPr>
            <p:spPr>
              <a:xfrm>
                <a:off x="6258934" y="56991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40">
                <a:extLst>
                  <a:ext uri="{FF2B5EF4-FFF2-40B4-BE49-F238E27FC236}">
                    <a16:creationId xmlns:a16="http://schemas.microsoft.com/office/drawing/2014/main" id="{77543F1F-3BA4-6BBD-8B14-41D7B7F5C910}"/>
                  </a:ext>
                </a:extLst>
              </p:cNvPr>
              <p:cNvSpPr/>
              <p:nvPr/>
            </p:nvSpPr>
            <p:spPr>
              <a:xfrm>
                <a:off x="6285394" y="568423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485" y="379"/>
                    </a:lnTo>
                    <a:lnTo>
                      <a:pt x="663" y="27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40">
                <a:extLst>
                  <a:ext uri="{FF2B5EF4-FFF2-40B4-BE49-F238E27FC236}">
                    <a16:creationId xmlns:a16="http://schemas.microsoft.com/office/drawing/2014/main" id="{6C6AAC21-BC01-B3C3-EC57-56EB09641D06}"/>
                  </a:ext>
                </a:extLst>
              </p:cNvPr>
              <p:cNvSpPr/>
              <p:nvPr/>
            </p:nvSpPr>
            <p:spPr>
              <a:xfrm>
                <a:off x="6310589" y="5669338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40">
                <a:extLst>
                  <a:ext uri="{FF2B5EF4-FFF2-40B4-BE49-F238E27FC236}">
                    <a16:creationId xmlns:a16="http://schemas.microsoft.com/office/drawing/2014/main" id="{02606FFD-E5C5-8BB4-581F-30134C700D58}"/>
                  </a:ext>
                </a:extLst>
              </p:cNvPr>
              <p:cNvSpPr/>
              <p:nvPr/>
            </p:nvSpPr>
            <p:spPr>
              <a:xfrm>
                <a:off x="6336359" y="5654383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40">
                <a:extLst>
                  <a:ext uri="{FF2B5EF4-FFF2-40B4-BE49-F238E27FC236}">
                    <a16:creationId xmlns:a16="http://schemas.microsoft.com/office/drawing/2014/main" id="{4949D176-834E-6FAA-613C-1B9476999B1B}"/>
                  </a:ext>
                </a:extLst>
              </p:cNvPr>
              <p:cNvSpPr/>
              <p:nvPr/>
            </p:nvSpPr>
            <p:spPr>
              <a:xfrm>
                <a:off x="6362187" y="564011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40">
                <a:extLst>
                  <a:ext uri="{FF2B5EF4-FFF2-40B4-BE49-F238E27FC236}">
                    <a16:creationId xmlns:a16="http://schemas.microsoft.com/office/drawing/2014/main" id="{88677738-47B4-FF17-E942-E6242A181329}"/>
                  </a:ext>
                </a:extLst>
              </p:cNvPr>
              <p:cNvSpPr/>
              <p:nvPr/>
            </p:nvSpPr>
            <p:spPr>
              <a:xfrm>
                <a:off x="6388015" y="5624471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40">
                <a:extLst>
                  <a:ext uri="{FF2B5EF4-FFF2-40B4-BE49-F238E27FC236}">
                    <a16:creationId xmlns:a16="http://schemas.microsoft.com/office/drawing/2014/main" id="{7E30A971-FD33-348E-C273-6E10CC794FDD}"/>
                  </a:ext>
                </a:extLst>
              </p:cNvPr>
              <p:cNvSpPr/>
              <p:nvPr/>
            </p:nvSpPr>
            <p:spPr>
              <a:xfrm>
                <a:off x="6414532" y="5610205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0" y="107"/>
                    </a:lnTo>
                    <a:lnTo>
                      <a:pt x="473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40">
                <a:extLst>
                  <a:ext uri="{FF2B5EF4-FFF2-40B4-BE49-F238E27FC236}">
                    <a16:creationId xmlns:a16="http://schemas.microsoft.com/office/drawing/2014/main" id="{7349461D-7E80-B30C-F0A5-09701736B7DB}"/>
                  </a:ext>
                </a:extLst>
              </p:cNvPr>
              <p:cNvSpPr/>
              <p:nvPr/>
            </p:nvSpPr>
            <p:spPr>
              <a:xfrm>
                <a:off x="6439670" y="5594559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40">
                <a:extLst>
                  <a:ext uri="{FF2B5EF4-FFF2-40B4-BE49-F238E27FC236}">
                    <a16:creationId xmlns:a16="http://schemas.microsoft.com/office/drawing/2014/main" id="{9E0A7ECC-74C6-C163-5271-978FB26A4857}"/>
                  </a:ext>
                </a:extLst>
              </p:cNvPr>
              <p:cNvSpPr/>
              <p:nvPr/>
            </p:nvSpPr>
            <p:spPr>
              <a:xfrm>
                <a:off x="6465497" y="55802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40">
                <a:extLst>
                  <a:ext uri="{FF2B5EF4-FFF2-40B4-BE49-F238E27FC236}">
                    <a16:creationId xmlns:a16="http://schemas.microsoft.com/office/drawing/2014/main" id="{1667BBFD-0D58-7CF7-9CB3-F0B7379158E5}"/>
                  </a:ext>
                </a:extLst>
              </p:cNvPr>
              <p:cNvSpPr/>
              <p:nvPr/>
            </p:nvSpPr>
            <p:spPr>
              <a:xfrm>
                <a:off x="6491325" y="5565338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78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40">
                <a:extLst>
                  <a:ext uri="{FF2B5EF4-FFF2-40B4-BE49-F238E27FC236}">
                    <a16:creationId xmlns:a16="http://schemas.microsoft.com/office/drawing/2014/main" id="{5C11A1AC-7000-00C8-69E2-DF90538BB7CA}"/>
                  </a:ext>
                </a:extLst>
              </p:cNvPr>
              <p:cNvSpPr/>
              <p:nvPr/>
            </p:nvSpPr>
            <p:spPr>
              <a:xfrm>
                <a:off x="6517153" y="554969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40">
                <a:extLst>
                  <a:ext uri="{FF2B5EF4-FFF2-40B4-BE49-F238E27FC236}">
                    <a16:creationId xmlns:a16="http://schemas.microsoft.com/office/drawing/2014/main" id="{96492C78-1D1E-B7F6-5AED-BDE1E845BC2B}"/>
                  </a:ext>
                </a:extLst>
              </p:cNvPr>
              <p:cNvSpPr/>
              <p:nvPr/>
            </p:nvSpPr>
            <p:spPr>
              <a:xfrm>
                <a:off x="6542290" y="5535426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40">
                <a:extLst>
                  <a:ext uri="{FF2B5EF4-FFF2-40B4-BE49-F238E27FC236}">
                    <a16:creationId xmlns:a16="http://schemas.microsoft.com/office/drawing/2014/main" id="{61BF6904-6FBB-4CDE-D8F8-88381E1203D0}"/>
                  </a:ext>
                </a:extLst>
              </p:cNvPr>
              <p:cNvSpPr/>
              <p:nvPr/>
            </p:nvSpPr>
            <p:spPr>
              <a:xfrm>
                <a:off x="6568808" y="551983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77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40">
                <a:extLst>
                  <a:ext uri="{FF2B5EF4-FFF2-40B4-BE49-F238E27FC236}">
                    <a16:creationId xmlns:a16="http://schemas.microsoft.com/office/drawing/2014/main" id="{2139F4C1-39C1-3303-1B2E-AE9CFAC5851E}"/>
                  </a:ext>
                </a:extLst>
              </p:cNvPr>
              <p:cNvSpPr/>
              <p:nvPr/>
            </p:nvSpPr>
            <p:spPr>
              <a:xfrm>
                <a:off x="6594636" y="5505572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40">
                <a:extLst>
                  <a:ext uri="{FF2B5EF4-FFF2-40B4-BE49-F238E27FC236}">
                    <a16:creationId xmlns:a16="http://schemas.microsoft.com/office/drawing/2014/main" id="{8C63E985-0EF6-2E07-4EC0-161845B96475}"/>
                  </a:ext>
                </a:extLst>
              </p:cNvPr>
              <p:cNvSpPr/>
              <p:nvPr/>
            </p:nvSpPr>
            <p:spPr>
              <a:xfrm>
                <a:off x="6619773" y="5490616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390"/>
                    </a:lnTo>
                    <a:lnTo>
                      <a:pt x="685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40">
                <a:extLst>
                  <a:ext uri="{FF2B5EF4-FFF2-40B4-BE49-F238E27FC236}">
                    <a16:creationId xmlns:a16="http://schemas.microsoft.com/office/drawing/2014/main" id="{6E82F640-E34F-1501-2E85-B755BAFFB855}"/>
                  </a:ext>
                </a:extLst>
              </p:cNvPr>
              <p:cNvSpPr/>
              <p:nvPr/>
            </p:nvSpPr>
            <p:spPr>
              <a:xfrm>
                <a:off x="6646233" y="5475660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40">
                <a:extLst>
                  <a:ext uri="{FF2B5EF4-FFF2-40B4-BE49-F238E27FC236}">
                    <a16:creationId xmlns:a16="http://schemas.microsoft.com/office/drawing/2014/main" id="{3AA34F67-51F3-F70D-FE4E-FD103AC918FF}"/>
                  </a:ext>
                </a:extLst>
              </p:cNvPr>
              <p:cNvSpPr/>
              <p:nvPr/>
            </p:nvSpPr>
            <p:spPr>
              <a:xfrm>
                <a:off x="6671371" y="5460704"/>
                <a:ext cx="3951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202" y="0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40">
                <a:extLst>
                  <a:ext uri="{FF2B5EF4-FFF2-40B4-BE49-F238E27FC236}">
                    <a16:creationId xmlns:a16="http://schemas.microsoft.com/office/drawing/2014/main" id="{F90C6BB1-00C6-9E0C-6056-EE3416E264E9}"/>
                  </a:ext>
                </a:extLst>
              </p:cNvPr>
              <p:cNvSpPr/>
              <p:nvPr/>
            </p:nvSpPr>
            <p:spPr>
              <a:xfrm>
                <a:off x="6697889" y="544643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73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40">
                <a:extLst>
                  <a:ext uri="{FF2B5EF4-FFF2-40B4-BE49-F238E27FC236}">
                    <a16:creationId xmlns:a16="http://schemas.microsoft.com/office/drawing/2014/main" id="{D285604B-5870-308C-819E-E037C4E00466}"/>
                  </a:ext>
                </a:extLst>
              </p:cNvPr>
              <p:cNvSpPr/>
              <p:nvPr/>
            </p:nvSpPr>
            <p:spPr>
              <a:xfrm>
                <a:off x="6723026" y="5430792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74" y="28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40">
                <a:extLst>
                  <a:ext uri="{FF2B5EF4-FFF2-40B4-BE49-F238E27FC236}">
                    <a16:creationId xmlns:a16="http://schemas.microsoft.com/office/drawing/2014/main" id="{0D8038BF-01C5-F531-D431-0B58E0876823}"/>
                  </a:ext>
                </a:extLst>
              </p:cNvPr>
              <p:cNvSpPr/>
              <p:nvPr/>
            </p:nvSpPr>
            <p:spPr>
              <a:xfrm>
                <a:off x="6748854" y="5416527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40">
                <a:extLst>
                  <a:ext uri="{FF2B5EF4-FFF2-40B4-BE49-F238E27FC236}">
                    <a16:creationId xmlns:a16="http://schemas.microsoft.com/office/drawing/2014/main" id="{B29933FC-A909-BA96-F1C9-04AF0960FC69}"/>
                  </a:ext>
                </a:extLst>
              </p:cNvPr>
              <p:cNvSpPr/>
              <p:nvPr/>
            </p:nvSpPr>
            <p:spPr>
              <a:xfrm>
                <a:off x="6775372" y="5400881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73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40">
                <a:extLst>
                  <a:ext uri="{FF2B5EF4-FFF2-40B4-BE49-F238E27FC236}">
                    <a16:creationId xmlns:a16="http://schemas.microsoft.com/office/drawing/2014/main" id="{AA483121-376A-0E9C-1927-A8AC18498409}"/>
                  </a:ext>
                </a:extLst>
              </p:cNvPr>
              <p:cNvSpPr/>
              <p:nvPr/>
            </p:nvSpPr>
            <p:spPr>
              <a:xfrm>
                <a:off x="5779196" y="5984620"/>
                <a:ext cx="32673" cy="15024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261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567" y="2611"/>
                    </a:lnTo>
                    <a:lnTo>
                      <a:pt x="567" y="3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40">
                <a:extLst>
                  <a:ext uri="{FF2B5EF4-FFF2-40B4-BE49-F238E27FC236}">
                    <a16:creationId xmlns:a16="http://schemas.microsoft.com/office/drawing/2014/main" id="{5F5E2B3D-122F-78CF-7BBD-E3B1ACAC6846}"/>
                  </a:ext>
                </a:extLst>
              </p:cNvPr>
              <p:cNvSpPr/>
              <p:nvPr/>
            </p:nvSpPr>
            <p:spPr>
              <a:xfrm>
                <a:off x="6477060" y="5525244"/>
                <a:ext cx="32673" cy="3675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39" extrusionOk="0">
                    <a:moveTo>
                      <a:pt x="0" y="1"/>
                    </a:moveTo>
                    <a:lnTo>
                      <a:pt x="0" y="639"/>
                    </a:lnTo>
                    <a:lnTo>
                      <a:pt x="567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40">
                <a:extLst>
                  <a:ext uri="{FF2B5EF4-FFF2-40B4-BE49-F238E27FC236}">
                    <a16:creationId xmlns:a16="http://schemas.microsoft.com/office/drawing/2014/main" id="{1A509D8D-C4A2-BA71-538B-6C5F6E71FCE4}"/>
                  </a:ext>
                </a:extLst>
              </p:cNvPr>
              <p:cNvSpPr/>
              <p:nvPr/>
            </p:nvSpPr>
            <p:spPr>
              <a:xfrm>
                <a:off x="6738672" y="5373730"/>
                <a:ext cx="31292" cy="37447"/>
              </a:xfrm>
              <a:custGeom>
                <a:avLst/>
                <a:gdLst/>
                <a:ahLst/>
                <a:cxnLst/>
                <a:rect l="l" t="t" r="r" b="b"/>
                <a:pathLst>
                  <a:path w="544" h="651" extrusionOk="0">
                    <a:moveTo>
                      <a:pt x="0" y="0"/>
                    </a:moveTo>
                    <a:lnTo>
                      <a:pt x="0" y="650"/>
                    </a:lnTo>
                    <a:lnTo>
                      <a:pt x="544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0" name="Google Shape;4230;p40">
              <a:extLst>
                <a:ext uri="{FF2B5EF4-FFF2-40B4-BE49-F238E27FC236}">
                  <a16:creationId xmlns:a16="http://schemas.microsoft.com/office/drawing/2014/main" id="{3F5EA6C8-23DC-B1F4-B6CF-651039892D0F}"/>
                </a:ext>
              </a:extLst>
            </p:cNvPr>
            <p:cNvGrpSpPr/>
            <p:nvPr/>
          </p:nvGrpSpPr>
          <p:grpSpPr>
            <a:xfrm>
              <a:off x="6258930" y="813427"/>
              <a:ext cx="642501" cy="606585"/>
              <a:chOff x="-4345070" y="3726402"/>
              <a:chExt cx="642501" cy="606585"/>
            </a:xfrm>
          </p:grpSpPr>
          <p:sp>
            <p:nvSpPr>
              <p:cNvPr id="4231" name="Google Shape;4231;p40">
                <a:extLst>
                  <a:ext uri="{FF2B5EF4-FFF2-40B4-BE49-F238E27FC236}">
                    <a16:creationId xmlns:a16="http://schemas.microsoft.com/office/drawing/2014/main" id="{A60F1FBF-AB98-462F-D6B9-6162FA21B711}"/>
                  </a:ext>
                </a:extLst>
              </p:cNvPr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40">
                <a:extLst>
                  <a:ext uri="{FF2B5EF4-FFF2-40B4-BE49-F238E27FC236}">
                    <a16:creationId xmlns:a16="http://schemas.microsoft.com/office/drawing/2014/main" id="{4EC42B95-2E3F-41B2-AC66-7FB7A398251F}"/>
                  </a:ext>
                </a:extLst>
              </p:cNvPr>
              <p:cNvSpPr/>
              <p:nvPr/>
            </p:nvSpPr>
            <p:spPr>
              <a:xfrm>
                <a:off x="-4261358" y="3726402"/>
                <a:ext cx="504915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40">
                <a:extLst>
                  <a:ext uri="{FF2B5EF4-FFF2-40B4-BE49-F238E27FC236}">
                    <a16:creationId xmlns:a16="http://schemas.microsoft.com/office/drawing/2014/main" id="{F2C767CB-985C-4132-ACF6-9B62F4ECC3A6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40">
                <a:extLst>
                  <a:ext uri="{FF2B5EF4-FFF2-40B4-BE49-F238E27FC236}">
                    <a16:creationId xmlns:a16="http://schemas.microsoft.com/office/drawing/2014/main" id="{036B71A1-AE7B-2718-25D8-C38D521081D2}"/>
                  </a:ext>
                </a:extLst>
              </p:cNvPr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40">
                <a:extLst>
                  <a:ext uri="{FF2B5EF4-FFF2-40B4-BE49-F238E27FC236}">
                    <a16:creationId xmlns:a16="http://schemas.microsoft.com/office/drawing/2014/main" id="{F2195680-FD98-18AB-7418-AC0E12B7A892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40">
                <a:extLst>
                  <a:ext uri="{FF2B5EF4-FFF2-40B4-BE49-F238E27FC236}">
                    <a16:creationId xmlns:a16="http://schemas.microsoft.com/office/drawing/2014/main" id="{14945A8B-9520-D106-8A0D-692FA1FBF4F0}"/>
                  </a:ext>
                </a:extLst>
              </p:cNvPr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40">
                <a:extLst>
                  <a:ext uri="{FF2B5EF4-FFF2-40B4-BE49-F238E27FC236}">
                    <a16:creationId xmlns:a16="http://schemas.microsoft.com/office/drawing/2014/main" id="{DD452AA6-452D-08F2-3D6B-5DB04F1E9F58}"/>
                  </a:ext>
                </a:extLst>
              </p:cNvPr>
              <p:cNvSpPr/>
              <p:nvPr/>
            </p:nvSpPr>
            <p:spPr>
              <a:xfrm>
                <a:off x="-4262876" y="3728173"/>
                <a:ext cx="204723" cy="23873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40">
                <a:extLst>
                  <a:ext uri="{FF2B5EF4-FFF2-40B4-BE49-F238E27FC236}">
                    <a16:creationId xmlns:a16="http://schemas.microsoft.com/office/drawing/2014/main" id="{1C2FA32D-9AB6-DB68-8E11-239F2EE0AE5B}"/>
                  </a:ext>
                </a:extLst>
              </p:cNvPr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40">
                <a:extLst>
                  <a:ext uri="{FF2B5EF4-FFF2-40B4-BE49-F238E27FC236}">
                    <a16:creationId xmlns:a16="http://schemas.microsoft.com/office/drawing/2014/main" id="{ED2113E6-4035-F294-D783-34947346B89E}"/>
                  </a:ext>
                </a:extLst>
              </p:cNvPr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40">
                <a:extLst>
                  <a:ext uri="{FF2B5EF4-FFF2-40B4-BE49-F238E27FC236}">
                    <a16:creationId xmlns:a16="http://schemas.microsoft.com/office/drawing/2014/main" id="{E4649ADF-A397-4E99-E520-8B4E288695F9}"/>
                  </a:ext>
                </a:extLst>
              </p:cNvPr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40">
                <a:extLst>
                  <a:ext uri="{FF2B5EF4-FFF2-40B4-BE49-F238E27FC236}">
                    <a16:creationId xmlns:a16="http://schemas.microsoft.com/office/drawing/2014/main" id="{A282E80A-AC16-977B-50E9-B16F90028048}"/>
                  </a:ext>
                </a:extLst>
              </p:cNvPr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40">
                <a:extLst>
                  <a:ext uri="{FF2B5EF4-FFF2-40B4-BE49-F238E27FC236}">
                    <a16:creationId xmlns:a16="http://schemas.microsoft.com/office/drawing/2014/main" id="{29728890-39C8-186E-FB71-209BEADEFC0F}"/>
                  </a:ext>
                </a:extLst>
              </p:cNvPr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40">
                <a:extLst>
                  <a:ext uri="{FF2B5EF4-FFF2-40B4-BE49-F238E27FC236}">
                    <a16:creationId xmlns:a16="http://schemas.microsoft.com/office/drawing/2014/main" id="{946E1862-C857-25C9-A1C4-D6DD2F3E7B50}"/>
                  </a:ext>
                </a:extLst>
              </p:cNvPr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4" name="Google Shape;4244;p40">
              <a:extLst>
                <a:ext uri="{FF2B5EF4-FFF2-40B4-BE49-F238E27FC236}">
                  <a16:creationId xmlns:a16="http://schemas.microsoft.com/office/drawing/2014/main" id="{F27DB598-678B-AF71-167E-CE844F6527C7}"/>
                </a:ext>
              </a:extLst>
            </p:cNvPr>
            <p:cNvGrpSpPr/>
            <p:nvPr/>
          </p:nvGrpSpPr>
          <p:grpSpPr>
            <a:xfrm>
              <a:off x="7730346" y="1216362"/>
              <a:ext cx="491637" cy="986062"/>
              <a:chOff x="4225370" y="-782119"/>
              <a:chExt cx="299250" cy="600196"/>
            </a:xfrm>
          </p:grpSpPr>
          <p:sp>
            <p:nvSpPr>
              <p:cNvPr id="4245" name="Google Shape;4245;p40">
                <a:extLst>
                  <a:ext uri="{FF2B5EF4-FFF2-40B4-BE49-F238E27FC236}">
                    <a16:creationId xmlns:a16="http://schemas.microsoft.com/office/drawing/2014/main" id="{8E343518-0FF0-EC02-EA51-92C3EAD721E3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40">
                <a:extLst>
                  <a:ext uri="{FF2B5EF4-FFF2-40B4-BE49-F238E27FC236}">
                    <a16:creationId xmlns:a16="http://schemas.microsoft.com/office/drawing/2014/main" id="{43CCAACB-DC7D-C013-2E78-75FC559EB274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40">
                <a:extLst>
                  <a:ext uri="{FF2B5EF4-FFF2-40B4-BE49-F238E27FC236}">
                    <a16:creationId xmlns:a16="http://schemas.microsoft.com/office/drawing/2014/main" id="{34DAAB27-B1AD-3C3E-8916-991712908660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40">
                <a:extLst>
                  <a:ext uri="{FF2B5EF4-FFF2-40B4-BE49-F238E27FC236}">
                    <a16:creationId xmlns:a16="http://schemas.microsoft.com/office/drawing/2014/main" id="{02EAD6F0-2BB3-C24D-7BCA-7221F8438C22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40">
                <a:extLst>
                  <a:ext uri="{FF2B5EF4-FFF2-40B4-BE49-F238E27FC236}">
                    <a16:creationId xmlns:a16="http://schemas.microsoft.com/office/drawing/2014/main" id="{86AD4967-3EC9-2B5A-44EF-38C38509995B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40">
                <a:extLst>
                  <a:ext uri="{FF2B5EF4-FFF2-40B4-BE49-F238E27FC236}">
                    <a16:creationId xmlns:a16="http://schemas.microsoft.com/office/drawing/2014/main" id="{3F890C78-74CC-E55A-36B6-9AC7E106FFCE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40">
                <a:extLst>
                  <a:ext uri="{FF2B5EF4-FFF2-40B4-BE49-F238E27FC236}">
                    <a16:creationId xmlns:a16="http://schemas.microsoft.com/office/drawing/2014/main" id="{70AA6E80-8086-A764-74E5-50ECDDD06BC0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40">
                <a:extLst>
                  <a:ext uri="{FF2B5EF4-FFF2-40B4-BE49-F238E27FC236}">
                    <a16:creationId xmlns:a16="http://schemas.microsoft.com/office/drawing/2014/main" id="{6D1EB880-1DBC-15CA-B1C4-9300A7BD9776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40">
                <a:extLst>
                  <a:ext uri="{FF2B5EF4-FFF2-40B4-BE49-F238E27FC236}">
                    <a16:creationId xmlns:a16="http://schemas.microsoft.com/office/drawing/2014/main" id="{E2372911-582C-8660-5D2A-4D80BB56A89A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40">
                <a:extLst>
                  <a:ext uri="{FF2B5EF4-FFF2-40B4-BE49-F238E27FC236}">
                    <a16:creationId xmlns:a16="http://schemas.microsoft.com/office/drawing/2014/main" id="{CD084AE5-3B7B-F223-A919-401674715177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40">
                <a:extLst>
                  <a:ext uri="{FF2B5EF4-FFF2-40B4-BE49-F238E27FC236}">
                    <a16:creationId xmlns:a16="http://schemas.microsoft.com/office/drawing/2014/main" id="{CCF1A23F-918F-DA77-DD88-6F6F307F4397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40">
                <a:extLst>
                  <a:ext uri="{FF2B5EF4-FFF2-40B4-BE49-F238E27FC236}">
                    <a16:creationId xmlns:a16="http://schemas.microsoft.com/office/drawing/2014/main" id="{5E8DF454-2609-0793-6399-BFD09BB1A3A4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7" name="Google Shape;4257;p40">
              <a:extLst>
                <a:ext uri="{FF2B5EF4-FFF2-40B4-BE49-F238E27FC236}">
                  <a16:creationId xmlns:a16="http://schemas.microsoft.com/office/drawing/2014/main" id="{9CEE4AB6-A53E-B8A3-2B61-83595CC5271D}"/>
                </a:ext>
              </a:extLst>
            </p:cNvPr>
            <p:cNvGrpSpPr/>
            <p:nvPr/>
          </p:nvGrpSpPr>
          <p:grpSpPr>
            <a:xfrm>
              <a:off x="5954623" y="2724050"/>
              <a:ext cx="373850" cy="899213"/>
              <a:chOff x="10985382" y="-7411116"/>
              <a:chExt cx="815553" cy="1961633"/>
            </a:xfrm>
          </p:grpSpPr>
          <p:sp>
            <p:nvSpPr>
              <p:cNvPr id="4258" name="Google Shape;4258;p40">
                <a:extLst>
                  <a:ext uri="{FF2B5EF4-FFF2-40B4-BE49-F238E27FC236}">
                    <a16:creationId xmlns:a16="http://schemas.microsoft.com/office/drawing/2014/main" id="{70F15176-C737-EBCD-DD46-9C82557E8EE6}"/>
                  </a:ext>
                </a:extLst>
              </p:cNvPr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40">
                <a:extLst>
                  <a:ext uri="{FF2B5EF4-FFF2-40B4-BE49-F238E27FC236}">
                    <a16:creationId xmlns:a16="http://schemas.microsoft.com/office/drawing/2014/main" id="{B7B826F0-B209-E056-F14A-111BA9278153}"/>
                  </a:ext>
                </a:extLst>
              </p:cNvPr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40">
                <a:extLst>
                  <a:ext uri="{FF2B5EF4-FFF2-40B4-BE49-F238E27FC236}">
                    <a16:creationId xmlns:a16="http://schemas.microsoft.com/office/drawing/2014/main" id="{E6742B09-2AC0-25F3-365A-0D693127FB7B}"/>
                  </a:ext>
                </a:extLst>
              </p:cNvPr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40">
                <a:extLst>
                  <a:ext uri="{FF2B5EF4-FFF2-40B4-BE49-F238E27FC236}">
                    <a16:creationId xmlns:a16="http://schemas.microsoft.com/office/drawing/2014/main" id="{E290CDF5-AB66-A8A8-9B2D-8F954E1FEA6C}"/>
                  </a:ext>
                </a:extLst>
              </p:cNvPr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40">
                <a:extLst>
                  <a:ext uri="{FF2B5EF4-FFF2-40B4-BE49-F238E27FC236}">
                    <a16:creationId xmlns:a16="http://schemas.microsoft.com/office/drawing/2014/main" id="{F3A035D8-B914-D541-584E-495E33E33B19}"/>
                  </a:ext>
                </a:extLst>
              </p:cNvPr>
              <p:cNvSpPr/>
              <p:nvPr/>
            </p:nvSpPr>
            <p:spPr>
              <a:xfrm>
                <a:off x="11098342" y="-6411694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40">
                <a:extLst>
                  <a:ext uri="{FF2B5EF4-FFF2-40B4-BE49-F238E27FC236}">
                    <a16:creationId xmlns:a16="http://schemas.microsoft.com/office/drawing/2014/main" id="{831892F7-58EB-4721-AF67-ABF83EA4B9DE}"/>
                  </a:ext>
                </a:extLst>
              </p:cNvPr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40">
                <a:extLst>
                  <a:ext uri="{FF2B5EF4-FFF2-40B4-BE49-F238E27FC236}">
                    <a16:creationId xmlns:a16="http://schemas.microsoft.com/office/drawing/2014/main" id="{5A08ABFE-5F87-72A0-205E-7E51D06D2056}"/>
                  </a:ext>
                </a:extLst>
              </p:cNvPr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40">
                <a:extLst>
                  <a:ext uri="{FF2B5EF4-FFF2-40B4-BE49-F238E27FC236}">
                    <a16:creationId xmlns:a16="http://schemas.microsoft.com/office/drawing/2014/main" id="{8BF02634-E3A9-9DA4-B081-9F783935E638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40">
                <a:extLst>
                  <a:ext uri="{FF2B5EF4-FFF2-40B4-BE49-F238E27FC236}">
                    <a16:creationId xmlns:a16="http://schemas.microsoft.com/office/drawing/2014/main" id="{AB4F67E9-D398-3646-131A-146B6752257E}"/>
                  </a:ext>
                </a:extLst>
              </p:cNvPr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40">
                <a:extLst>
                  <a:ext uri="{FF2B5EF4-FFF2-40B4-BE49-F238E27FC236}">
                    <a16:creationId xmlns:a16="http://schemas.microsoft.com/office/drawing/2014/main" id="{C38E12B4-CF32-E0AC-1B64-4883FCE5ED00}"/>
                  </a:ext>
                </a:extLst>
              </p:cNvPr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40">
                <a:extLst>
                  <a:ext uri="{FF2B5EF4-FFF2-40B4-BE49-F238E27FC236}">
                    <a16:creationId xmlns:a16="http://schemas.microsoft.com/office/drawing/2014/main" id="{E58C7C6F-CA99-3DB2-CC42-3F3956118A1C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40">
                <a:extLst>
                  <a:ext uri="{FF2B5EF4-FFF2-40B4-BE49-F238E27FC236}">
                    <a16:creationId xmlns:a16="http://schemas.microsoft.com/office/drawing/2014/main" id="{691B9EC8-613D-ADA8-AB56-B98F36EDE630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40">
                <a:extLst>
                  <a:ext uri="{FF2B5EF4-FFF2-40B4-BE49-F238E27FC236}">
                    <a16:creationId xmlns:a16="http://schemas.microsoft.com/office/drawing/2014/main" id="{49911B7F-930D-D0DF-A6DD-193DAE85D604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40">
                <a:extLst>
                  <a:ext uri="{FF2B5EF4-FFF2-40B4-BE49-F238E27FC236}">
                    <a16:creationId xmlns:a16="http://schemas.microsoft.com/office/drawing/2014/main" id="{D73C853E-66F0-A08E-63DB-3AA81D7B13DE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40">
                <a:extLst>
                  <a:ext uri="{FF2B5EF4-FFF2-40B4-BE49-F238E27FC236}">
                    <a16:creationId xmlns:a16="http://schemas.microsoft.com/office/drawing/2014/main" id="{973696E5-1AE8-C780-4456-1F69A385A81C}"/>
                  </a:ext>
                </a:extLst>
              </p:cNvPr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40">
                <a:extLst>
                  <a:ext uri="{FF2B5EF4-FFF2-40B4-BE49-F238E27FC236}">
                    <a16:creationId xmlns:a16="http://schemas.microsoft.com/office/drawing/2014/main" id="{7A6ED0D8-461E-443B-EC71-EF39BCEF73D4}"/>
                  </a:ext>
                </a:extLst>
              </p:cNvPr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40">
                <a:extLst>
                  <a:ext uri="{FF2B5EF4-FFF2-40B4-BE49-F238E27FC236}">
                    <a16:creationId xmlns:a16="http://schemas.microsoft.com/office/drawing/2014/main" id="{910A4426-A8D5-DC18-1B70-893E4E51258E}"/>
                  </a:ext>
                </a:extLst>
              </p:cNvPr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5" name="Google Shape;4275;p40">
              <a:extLst>
                <a:ext uri="{FF2B5EF4-FFF2-40B4-BE49-F238E27FC236}">
                  <a16:creationId xmlns:a16="http://schemas.microsoft.com/office/drawing/2014/main" id="{45CF6CCD-B014-ABA6-8B20-3599D13E2FD6}"/>
                </a:ext>
              </a:extLst>
            </p:cNvPr>
            <p:cNvGrpSpPr/>
            <p:nvPr/>
          </p:nvGrpSpPr>
          <p:grpSpPr>
            <a:xfrm>
              <a:off x="7527910" y="2799450"/>
              <a:ext cx="301969" cy="562336"/>
              <a:chOff x="7686885" y="2546950"/>
              <a:chExt cx="301969" cy="562336"/>
            </a:xfrm>
          </p:grpSpPr>
          <p:sp>
            <p:nvSpPr>
              <p:cNvPr id="4276" name="Google Shape;4276;p40">
                <a:extLst>
                  <a:ext uri="{FF2B5EF4-FFF2-40B4-BE49-F238E27FC236}">
                    <a16:creationId xmlns:a16="http://schemas.microsoft.com/office/drawing/2014/main" id="{92E1EA1F-AC9A-B196-C8D1-89D98A4B58BD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40">
                <a:extLst>
                  <a:ext uri="{FF2B5EF4-FFF2-40B4-BE49-F238E27FC236}">
                    <a16:creationId xmlns:a16="http://schemas.microsoft.com/office/drawing/2014/main" id="{E560B8FA-2F17-8E05-0517-C6E50DA938A1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40">
                <a:extLst>
                  <a:ext uri="{FF2B5EF4-FFF2-40B4-BE49-F238E27FC236}">
                    <a16:creationId xmlns:a16="http://schemas.microsoft.com/office/drawing/2014/main" id="{9BE04F85-ACE5-C396-804F-C0F154255056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40">
                <a:extLst>
                  <a:ext uri="{FF2B5EF4-FFF2-40B4-BE49-F238E27FC236}">
                    <a16:creationId xmlns:a16="http://schemas.microsoft.com/office/drawing/2014/main" id="{891BF7F7-BC1F-95AF-62E3-33893AEBAE17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40">
                <a:extLst>
                  <a:ext uri="{FF2B5EF4-FFF2-40B4-BE49-F238E27FC236}">
                    <a16:creationId xmlns:a16="http://schemas.microsoft.com/office/drawing/2014/main" id="{EBD6E246-8867-3B9D-CC2B-7F7076F79BEB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40">
                <a:extLst>
                  <a:ext uri="{FF2B5EF4-FFF2-40B4-BE49-F238E27FC236}">
                    <a16:creationId xmlns:a16="http://schemas.microsoft.com/office/drawing/2014/main" id="{3E64A5F5-C99D-E16C-C328-D491D9277B7F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40">
                <a:extLst>
                  <a:ext uri="{FF2B5EF4-FFF2-40B4-BE49-F238E27FC236}">
                    <a16:creationId xmlns:a16="http://schemas.microsoft.com/office/drawing/2014/main" id="{B1A09DA3-EFA0-B508-CD2D-2B6FE0D261F5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40">
                <a:extLst>
                  <a:ext uri="{FF2B5EF4-FFF2-40B4-BE49-F238E27FC236}">
                    <a16:creationId xmlns:a16="http://schemas.microsoft.com/office/drawing/2014/main" id="{ED381E55-DFA3-8C4D-3342-9B32D68636CB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40">
                <a:extLst>
                  <a:ext uri="{FF2B5EF4-FFF2-40B4-BE49-F238E27FC236}">
                    <a16:creationId xmlns:a16="http://schemas.microsoft.com/office/drawing/2014/main" id="{F6516D85-E834-2CD0-652B-A86D407176AE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350842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67370937-7C8A-E4F4-D435-D0285099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64" y="1342954"/>
            <a:ext cx="2430091" cy="162884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434D71A-DFD9-D5AA-5BB4-FFE31E04F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677" y="653296"/>
            <a:ext cx="1970452" cy="13793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97BAC61-7D5E-E494-8E50-FC4172E2D9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16" r="9988"/>
          <a:stretch>
            <a:fillRect/>
          </a:stretch>
        </p:blipFill>
        <p:spPr>
          <a:xfrm>
            <a:off x="6378184" y="4021318"/>
            <a:ext cx="2045816" cy="591770"/>
          </a:xfrm>
          <a:prstGeom prst="rect">
            <a:avLst/>
          </a:prstGeom>
        </p:spPr>
      </p:pic>
      <p:pic>
        <p:nvPicPr>
          <p:cNvPr id="43" name="Immagine 42">
            <a:extLst>
              <a:ext uri="{FF2B5EF4-FFF2-40B4-BE49-F238E27FC236}">
                <a16:creationId xmlns:a16="http://schemas.microsoft.com/office/drawing/2014/main" id="{1CEA12A3-D7EB-67BB-0144-D5DE41A49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039" y="436545"/>
            <a:ext cx="2992084" cy="4176543"/>
          </a:xfrm>
          <a:prstGeom prst="rect">
            <a:avLst/>
          </a:prstGeom>
        </p:spPr>
      </p:pic>
      <p:cxnSp>
        <p:nvCxnSpPr>
          <p:cNvPr id="16" name="Connettore a gomito 15">
            <a:extLst>
              <a:ext uri="{FF2B5EF4-FFF2-40B4-BE49-F238E27FC236}">
                <a16:creationId xmlns:a16="http://schemas.microsoft.com/office/drawing/2014/main" id="{B224ADEC-61E1-5AED-94BD-B98927B3CBB3}"/>
              </a:ext>
            </a:extLst>
          </p:cNvPr>
          <p:cNvCxnSpPr>
            <a:cxnSpLocks/>
          </p:cNvCxnSpPr>
          <p:nvPr/>
        </p:nvCxnSpPr>
        <p:spPr>
          <a:xfrm flipV="1">
            <a:off x="5652655" y="1898073"/>
            <a:ext cx="1302327" cy="5373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a gomito 21">
            <a:extLst>
              <a:ext uri="{FF2B5EF4-FFF2-40B4-BE49-F238E27FC236}">
                <a16:creationId xmlns:a16="http://schemas.microsoft.com/office/drawing/2014/main" id="{4AADD0E8-C3C4-96CB-92F7-EAD73353DDC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50907" y="2426299"/>
            <a:ext cx="2123243" cy="106679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CC8854D8-02CC-8471-C575-5B3BAA30D61F}"/>
              </a:ext>
            </a:extLst>
          </p:cNvPr>
          <p:cNvCxnSpPr>
            <a:cxnSpLocks/>
          </p:cNvCxnSpPr>
          <p:nvPr/>
        </p:nvCxnSpPr>
        <p:spPr>
          <a:xfrm>
            <a:off x="5652655" y="4509655"/>
            <a:ext cx="5264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6AFBAE6D-D527-6CF4-EC0D-2E0C72CA00A9}"/>
              </a:ext>
            </a:extLst>
          </p:cNvPr>
          <p:cNvCxnSpPr/>
          <p:nvPr/>
        </p:nvCxnSpPr>
        <p:spPr>
          <a:xfrm>
            <a:off x="6179130" y="4021318"/>
            <a:ext cx="0" cy="488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ttore a gomito 53">
            <a:extLst>
              <a:ext uri="{FF2B5EF4-FFF2-40B4-BE49-F238E27FC236}">
                <a16:creationId xmlns:a16="http://schemas.microsoft.com/office/drawing/2014/main" id="{852092B5-6BA6-A229-616C-006EF792425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31435" y="2111262"/>
            <a:ext cx="648243" cy="17886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3EFAC7E3-B213-2872-0FB8-449944430CDE}"/>
              </a:ext>
            </a:extLst>
          </p:cNvPr>
          <p:cNvCxnSpPr>
            <a:cxnSpLocks/>
          </p:cNvCxnSpPr>
          <p:nvPr/>
        </p:nvCxnSpPr>
        <p:spPr>
          <a:xfrm flipH="1">
            <a:off x="6096004" y="2519621"/>
            <a:ext cx="87012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DED3777A-6129-2D7A-8936-076C3CD08A2F}"/>
              </a:ext>
            </a:extLst>
          </p:cNvPr>
          <p:cNvCxnSpPr/>
          <p:nvPr/>
        </p:nvCxnSpPr>
        <p:spPr>
          <a:xfrm>
            <a:off x="5531072" y="4287780"/>
            <a:ext cx="56493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2DB538B3-8869-2007-F028-DC44625261C9}"/>
              </a:ext>
            </a:extLst>
          </p:cNvPr>
          <p:cNvCxnSpPr/>
          <p:nvPr/>
        </p:nvCxnSpPr>
        <p:spPr>
          <a:xfrm>
            <a:off x="6096004" y="2524816"/>
            <a:ext cx="0" cy="176296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Connettore diritto 68">
            <a:extLst>
              <a:ext uri="{FF2B5EF4-FFF2-40B4-BE49-F238E27FC236}">
                <a16:creationId xmlns:a16="http://schemas.microsoft.com/office/drawing/2014/main" id="{D86B3DF4-9EE4-47B9-112A-E573DD6F2995}"/>
              </a:ext>
            </a:extLst>
          </p:cNvPr>
          <p:cNvCxnSpPr/>
          <p:nvPr/>
        </p:nvCxnSpPr>
        <p:spPr>
          <a:xfrm flipV="1">
            <a:off x="3525982" y="2105891"/>
            <a:ext cx="3529574" cy="5148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7" name="Connettore diritto 76">
            <a:extLst>
              <a:ext uri="{FF2B5EF4-FFF2-40B4-BE49-F238E27FC236}">
                <a16:creationId xmlns:a16="http://schemas.microsoft.com/office/drawing/2014/main" id="{4F60B5AA-9CDC-723F-A764-E1F537027D2B}"/>
              </a:ext>
            </a:extLst>
          </p:cNvPr>
          <p:cNvCxnSpPr/>
          <p:nvPr/>
        </p:nvCxnSpPr>
        <p:spPr>
          <a:xfrm>
            <a:off x="7055556" y="1898073"/>
            <a:ext cx="0" cy="20781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9" name="Connettore diritto 78">
            <a:extLst>
              <a:ext uri="{FF2B5EF4-FFF2-40B4-BE49-F238E27FC236}">
                <a16:creationId xmlns:a16="http://schemas.microsoft.com/office/drawing/2014/main" id="{81221AF9-2E22-100A-9E34-96570FF9D267}"/>
              </a:ext>
            </a:extLst>
          </p:cNvPr>
          <p:cNvCxnSpPr>
            <a:cxnSpLocks/>
          </p:cNvCxnSpPr>
          <p:nvPr/>
        </p:nvCxnSpPr>
        <p:spPr>
          <a:xfrm>
            <a:off x="1413164" y="2519621"/>
            <a:ext cx="0" cy="1990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Connettore diritto 80">
            <a:extLst>
              <a:ext uri="{FF2B5EF4-FFF2-40B4-BE49-F238E27FC236}">
                <a16:creationId xmlns:a16="http://schemas.microsoft.com/office/drawing/2014/main" id="{D742F967-D3C4-70B9-9E84-18F54DDF8F2A}"/>
              </a:ext>
            </a:extLst>
          </p:cNvPr>
          <p:cNvCxnSpPr>
            <a:cxnSpLocks/>
          </p:cNvCxnSpPr>
          <p:nvPr/>
        </p:nvCxnSpPr>
        <p:spPr>
          <a:xfrm flipH="1">
            <a:off x="1413164" y="4509655"/>
            <a:ext cx="19950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nettore diritto 84">
            <a:extLst>
              <a:ext uri="{FF2B5EF4-FFF2-40B4-BE49-F238E27FC236}">
                <a16:creationId xmlns:a16="http://schemas.microsoft.com/office/drawing/2014/main" id="{6DF06DFC-7D81-A89A-F915-A42E973B2052}"/>
              </a:ext>
            </a:extLst>
          </p:cNvPr>
          <p:cNvCxnSpPr/>
          <p:nvPr/>
        </p:nvCxnSpPr>
        <p:spPr>
          <a:xfrm flipH="1">
            <a:off x="2938855" y="1951810"/>
            <a:ext cx="4693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diritto 86">
            <a:extLst>
              <a:ext uri="{FF2B5EF4-FFF2-40B4-BE49-F238E27FC236}">
                <a16:creationId xmlns:a16="http://schemas.microsoft.com/office/drawing/2014/main" id="{BCF3FC83-A8A3-1FCB-E9E8-871B36A0F2CF}"/>
              </a:ext>
            </a:extLst>
          </p:cNvPr>
          <p:cNvCxnSpPr>
            <a:cxnSpLocks/>
          </p:cNvCxnSpPr>
          <p:nvPr/>
        </p:nvCxnSpPr>
        <p:spPr>
          <a:xfrm flipH="1">
            <a:off x="2935758" y="1951810"/>
            <a:ext cx="3097" cy="1239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diritto 89">
            <a:extLst>
              <a:ext uri="{FF2B5EF4-FFF2-40B4-BE49-F238E27FC236}">
                <a16:creationId xmlns:a16="http://schemas.microsoft.com/office/drawing/2014/main" id="{C79225D0-9023-5E62-3A14-9F6223C3925B}"/>
              </a:ext>
            </a:extLst>
          </p:cNvPr>
          <p:cNvCxnSpPr/>
          <p:nvPr/>
        </p:nvCxnSpPr>
        <p:spPr>
          <a:xfrm flipH="1">
            <a:off x="1413164" y="3200400"/>
            <a:ext cx="15256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F4A17837-69C4-434A-780B-844CB631CE5D}"/>
              </a:ext>
            </a:extLst>
          </p:cNvPr>
          <p:cNvCxnSpPr>
            <a:cxnSpLocks/>
          </p:cNvCxnSpPr>
          <p:nvPr/>
        </p:nvCxnSpPr>
        <p:spPr>
          <a:xfrm flipV="1">
            <a:off x="1413164" y="2757055"/>
            <a:ext cx="0" cy="434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ttore diritto 94">
            <a:extLst>
              <a:ext uri="{FF2B5EF4-FFF2-40B4-BE49-F238E27FC236}">
                <a16:creationId xmlns:a16="http://schemas.microsoft.com/office/drawing/2014/main" id="{6AFDC99B-DA3E-F526-EEFF-ECEDEB90AC7E}"/>
              </a:ext>
            </a:extLst>
          </p:cNvPr>
          <p:cNvCxnSpPr/>
          <p:nvPr/>
        </p:nvCxnSpPr>
        <p:spPr>
          <a:xfrm flipH="1">
            <a:off x="3061855" y="4197927"/>
            <a:ext cx="246921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7" name="Connettore diritto 96">
            <a:extLst>
              <a:ext uri="{FF2B5EF4-FFF2-40B4-BE49-F238E27FC236}">
                <a16:creationId xmlns:a16="http://schemas.microsoft.com/office/drawing/2014/main" id="{196FE0DA-C7DA-AC7B-A997-45666DFF5C5F}"/>
              </a:ext>
            </a:extLst>
          </p:cNvPr>
          <p:cNvCxnSpPr/>
          <p:nvPr/>
        </p:nvCxnSpPr>
        <p:spPr>
          <a:xfrm flipV="1">
            <a:off x="3061855" y="1537855"/>
            <a:ext cx="0" cy="267392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AFF3F74F-3B51-FB2B-21BF-4A9465299FCB}"/>
              </a:ext>
            </a:extLst>
          </p:cNvPr>
          <p:cNvCxnSpPr/>
          <p:nvPr/>
        </p:nvCxnSpPr>
        <p:spPr>
          <a:xfrm flipH="1">
            <a:off x="1413164" y="1530927"/>
            <a:ext cx="164869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1" name="Connettore diritto 100">
            <a:extLst>
              <a:ext uri="{FF2B5EF4-FFF2-40B4-BE49-F238E27FC236}">
                <a16:creationId xmlns:a16="http://schemas.microsoft.com/office/drawing/2014/main" id="{56C88360-5B88-7CE1-7A49-0142FB22E1AF}"/>
              </a:ext>
            </a:extLst>
          </p:cNvPr>
          <p:cNvCxnSpPr>
            <a:cxnSpLocks/>
          </p:cNvCxnSpPr>
          <p:nvPr/>
        </p:nvCxnSpPr>
        <p:spPr>
          <a:xfrm>
            <a:off x="1413164" y="1530927"/>
            <a:ext cx="0" cy="66976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9" name="Connettore a gomito 108">
            <a:extLst>
              <a:ext uri="{FF2B5EF4-FFF2-40B4-BE49-F238E27FC236}">
                <a16:creationId xmlns:a16="http://schemas.microsoft.com/office/drawing/2014/main" id="{BD8CF69A-9D23-D2BF-CDBE-1C3A52C3AF50}"/>
              </a:ext>
            </a:extLst>
          </p:cNvPr>
          <p:cNvCxnSpPr/>
          <p:nvPr/>
        </p:nvCxnSpPr>
        <p:spPr>
          <a:xfrm rot="16200000" flipV="1">
            <a:off x="4831773" y="3390900"/>
            <a:ext cx="1371600" cy="270164"/>
          </a:xfrm>
          <a:prstGeom prst="bentConnector3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Connettore diritto 110">
            <a:extLst>
              <a:ext uri="{FF2B5EF4-FFF2-40B4-BE49-F238E27FC236}">
                <a16:creationId xmlns:a16="http://schemas.microsoft.com/office/drawing/2014/main" id="{51EE1115-918C-2A7D-1B9D-B244ABD1578C}"/>
              </a:ext>
            </a:extLst>
          </p:cNvPr>
          <p:cNvCxnSpPr/>
          <p:nvPr/>
        </p:nvCxnSpPr>
        <p:spPr>
          <a:xfrm flipH="1">
            <a:off x="3207327" y="2840181"/>
            <a:ext cx="21751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E6C427F1-92B4-9FEA-D584-2F9C7E274940}"/>
              </a:ext>
            </a:extLst>
          </p:cNvPr>
          <p:cNvCxnSpPr/>
          <p:nvPr/>
        </p:nvCxnSpPr>
        <p:spPr>
          <a:xfrm flipV="1">
            <a:off x="3207327" y="1018309"/>
            <a:ext cx="0" cy="182187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5" name="Connettore diritto 114">
            <a:extLst>
              <a:ext uri="{FF2B5EF4-FFF2-40B4-BE49-F238E27FC236}">
                <a16:creationId xmlns:a16="http://schemas.microsoft.com/office/drawing/2014/main" id="{E35A77CC-A441-0B0D-9A89-FB5266AE7561}"/>
              </a:ext>
            </a:extLst>
          </p:cNvPr>
          <p:cNvCxnSpPr/>
          <p:nvPr/>
        </p:nvCxnSpPr>
        <p:spPr>
          <a:xfrm flipH="1">
            <a:off x="935182" y="2306782"/>
            <a:ext cx="47798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" name="Connettore diritto 116">
            <a:extLst>
              <a:ext uri="{FF2B5EF4-FFF2-40B4-BE49-F238E27FC236}">
                <a16:creationId xmlns:a16="http://schemas.microsoft.com/office/drawing/2014/main" id="{D4596E89-13D2-3109-E682-7D9B77F8A31B}"/>
              </a:ext>
            </a:extLst>
          </p:cNvPr>
          <p:cNvCxnSpPr/>
          <p:nvPr/>
        </p:nvCxnSpPr>
        <p:spPr>
          <a:xfrm flipV="1">
            <a:off x="935182" y="1018309"/>
            <a:ext cx="0" cy="128847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Connettore diritto 118">
            <a:extLst>
              <a:ext uri="{FF2B5EF4-FFF2-40B4-BE49-F238E27FC236}">
                <a16:creationId xmlns:a16="http://schemas.microsoft.com/office/drawing/2014/main" id="{148A7974-42F9-6C78-D35D-0944483B56C9}"/>
              </a:ext>
            </a:extLst>
          </p:cNvPr>
          <p:cNvCxnSpPr/>
          <p:nvPr/>
        </p:nvCxnSpPr>
        <p:spPr>
          <a:xfrm>
            <a:off x="935182" y="1018309"/>
            <a:ext cx="227214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4148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1">
          <a:extLst>
            <a:ext uri="{FF2B5EF4-FFF2-40B4-BE49-F238E27FC236}">
              <a16:creationId xmlns:a16="http://schemas.microsoft.com/office/drawing/2014/main" id="{AC302EAE-9E8A-B15F-70A7-CB994A30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40">
            <a:extLst>
              <a:ext uri="{FF2B5EF4-FFF2-40B4-BE49-F238E27FC236}">
                <a16:creationId xmlns:a16="http://schemas.microsoft.com/office/drawing/2014/main" id="{04EB5C26-2062-20B3-7BFE-B58210705F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031775"/>
            <a:ext cx="3712200" cy="15426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/>
              <a:t>Configurazione</a:t>
            </a:r>
            <a:endParaRPr sz="3200" dirty="0"/>
          </a:p>
        </p:txBody>
      </p:sp>
      <p:sp>
        <p:nvSpPr>
          <p:cNvPr id="3813" name="Google Shape;3813;p40">
            <a:extLst>
              <a:ext uri="{FF2B5EF4-FFF2-40B4-BE49-F238E27FC236}">
                <a16:creationId xmlns:a16="http://schemas.microsoft.com/office/drawing/2014/main" id="{796F23AC-81D1-1F5E-3CC8-966A12ECAF5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76475" y="1216350"/>
            <a:ext cx="1233300" cy="80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815" name="Google Shape;3815;p40">
            <a:extLst>
              <a:ext uri="{FF2B5EF4-FFF2-40B4-BE49-F238E27FC236}">
                <a16:creationId xmlns:a16="http://schemas.microsoft.com/office/drawing/2014/main" id="{73434F57-3949-F26E-2E76-254A340BBD05}"/>
              </a:ext>
            </a:extLst>
          </p:cNvPr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3816" name="Google Shape;3816;p40">
              <a:extLst>
                <a:ext uri="{FF2B5EF4-FFF2-40B4-BE49-F238E27FC236}">
                  <a16:creationId xmlns:a16="http://schemas.microsoft.com/office/drawing/2014/main" id="{5813233B-2CB2-1F20-69D3-A6C2EAE06822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3817" name="Google Shape;3817;p40">
                <a:extLst>
                  <a:ext uri="{FF2B5EF4-FFF2-40B4-BE49-F238E27FC236}">
                    <a16:creationId xmlns:a16="http://schemas.microsoft.com/office/drawing/2014/main" id="{E11509EB-C689-BABB-8DA9-92339C347951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18" name="Google Shape;3818;p40">
                <a:extLst>
                  <a:ext uri="{FF2B5EF4-FFF2-40B4-BE49-F238E27FC236}">
                    <a16:creationId xmlns:a16="http://schemas.microsoft.com/office/drawing/2014/main" id="{991B70B5-2634-D7F4-1038-C176BC2040BE}"/>
                  </a:ext>
                </a:extLst>
              </p:cNvPr>
              <p:cNvGrpSpPr/>
              <p:nvPr/>
            </p:nvGrpSpPr>
            <p:grpSpPr>
              <a:xfrm rot="10800000" flipH="1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3819" name="Google Shape;3819;p40">
                  <a:extLst>
                    <a:ext uri="{FF2B5EF4-FFF2-40B4-BE49-F238E27FC236}">
                      <a16:creationId xmlns:a16="http://schemas.microsoft.com/office/drawing/2014/main" id="{10F3EE4E-E412-D039-2928-A7FA25318340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0" name="Google Shape;3820;p40">
                  <a:extLst>
                    <a:ext uri="{FF2B5EF4-FFF2-40B4-BE49-F238E27FC236}">
                      <a16:creationId xmlns:a16="http://schemas.microsoft.com/office/drawing/2014/main" id="{764B9221-2D1F-45BE-0745-95C4FA8223A7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1" name="Google Shape;3821;p40">
                  <a:extLst>
                    <a:ext uri="{FF2B5EF4-FFF2-40B4-BE49-F238E27FC236}">
                      <a16:creationId xmlns:a16="http://schemas.microsoft.com/office/drawing/2014/main" id="{3618397C-7BBD-6427-00F3-C6ACCC71D1DB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2" name="Google Shape;3822;p40">
                  <a:extLst>
                    <a:ext uri="{FF2B5EF4-FFF2-40B4-BE49-F238E27FC236}">
                      <a16:creationId xmlns:a16="http://schemas.microsoft.com/office/drawing/2014/main" id="{8172D84F-4AFD-442D-BDCD-D453EC4A2287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3" name="Google Shape;3823;p40">
                  <a:extLst>
                    <a:ext uri="{FF2B5EF4-FFF2-40B4-BE49-F238E27FC236}">
                      <a16:creationId xmlns:a16="http://schemas.microsoft.com/office/drawing/2014/main" id="{12463B24-B1C6-71E5-0849-137B14B01057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4" name="Google Shape;3824;p40">
                  <a:extLst>
                    <a:ext uri="{FF2B5EF4-FFF2-40B4-BE49-F238E27FC236}">
                      <a16:creationId xmlns:a16="http://schemas.microsoft.com/office/drawing/2014/main" id="{08AD024A-64D7-EBC1-7D49-D1670B2F87F4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5" name="Google Shape;3825;p40">
                  <a:extLst>
                    <a:ext uri="{FF2B5EF4-FFF2-40B4-BE49-F238E27FC236}">
                      <a16:creationId xmlns:a16="http://schemas.microsoft.com/office/drawing/2014/main" id="{8B6CBD6F-BF17-F9C1-B630-7A23C11B94A4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6" name="Google Shape;3826;p40">
                  <a:extLst>
                    <a:ext uri="{FF2B5EF4-FFF2-40B4-BE49-F238E27FC236}">
                      <a16:creationId xmlns:a16="http://schemas.microsoft.com/office/drawing/2014/main" id="{CB15ABCA-F0F1-74DB-2F01-9A023E3AC1C1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7" name="Google Shape;3827;p40">
                  <a:extLst>
                    <a:ext uri="{FF2B5EF4-FFF2-40B4-BE49-F238E27FC236}">
                      <a16:creationId xmlns:a16="http://schemas.microsoft.com/office/drawing/2014/main" id="{23E32A81-AF77-22CF-A25A-FBAA65C4F5B8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8" name="Google Shape;3828;p40">
                  <a:extLst>
                    <a:ext uri="{FF2B5EF4-FFF2-40B4-BE49-F238E27FC236}">
                      <a16:creationId xmlns:a16="http://schemas.microsoft.com/office/drawing/2014/main" id="{9AA6482B-DAB5-7420-E0E3-AA27B7A0CED8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9" name="Google Shape;3829;p40">
                  <a:extLst>
                    <a:ext uri="{FF2B5EF4-FFF2-40B4-BE49-F238E27FC236}">
                      <a16:creationId xmlns:a16="http://schemas.microsoft.com/office/drawing/2014/main" id="{FBB67651-942C-9694-E989-A0815C2C6EC6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0" name="Google Shape;3830;p40">
                  <a:extLst>
                    <a:ext uri="{FF2B5EF4-FFF2-40B4-BE49-F238E27FC236}">
                      <a16:creationId xmlns:a16="http://schemas.microsoft.com/office/drawing/2014/main" id="{C2E5E1E7-2EAC-5928-1D96-05AB1E4776A7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1" name="Google Shape;3831;p40">
                  <a:extLst>
                    <a:ext uri="{FF2B5EF4-FFF2-40B4-BE49-F238E27FC236}">
                      <a16:creationId xmlns:a16="http://schemas.microsoft.com/office/drawing/2014/main" id="{5EB40640-A8DF-A58E-1B2D-B88862BAA9AF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2" name="Google Shape;3832;p40">
                  <a:extLst>
                    <a:ext uri="{FF2B5EF4-FFF2-40B4-BE49-F238E27FC236}">
                      <a16:creationId xmlns:a16="http://schemas.microsoft.com/office/drawing/2014/main" id="{F2784614-CA11-D235-CEBA-76C9E87632A8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3" name="Google Shape;3833;p40">
                  <a:extLst>
                    <a:ext uri="{FF2B5EF4-FFF2-40B4-BE49-F238E27FC236}">
                      <a16:creationId xmlns:a16="http://schemas.microsoft.com/office/drawing/2014/main" id="{E8A30595-6882-D7A9-D869-8B4BBC9482E9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4" name="Google Shape;3834;p40">
                  <a:extLst>
                    <a:ext uri="{FF2B5EF4-FFF2-40B4-BE49-F238E27FC236}">
                      <a16:creationId xmlns:a16="http://schemas.microsoft.com/office/drawing/2014/main" id="{33C0B4B9-D4FC-8B52-B8A7-AD5A6F98D7A6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5" name="Google Shape;3835;p40">
                  <a:extLst>
                    <a:ext uri="{FF2B5EF4-FFF2-40B4-BE49-F238E27FC236}">
                      <a16:creationId xmlns:a16="http://schemas.microsoft.com/office/drawing/2014/main" id="{C3C14880-83D2-D09F-3860-6CB42F48D3DE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6" name="Google Shape;3836;p40">
                  <a:extLst>
                    <a:ext uri="{FF2B5EF4-FFF2-40B4-BE49-F238E27FC236}">
                      <a16:creationId xmlns:a16="http://schemas.microsoft.com/office/drawing/2014/main" id="{883D695B-E106-9DE7-B8AC-B218DB01447E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7" name="Google Shape;3837;p40">
                  <a:extLst>
                    <a:ext uri="{FF2B5EF4-FFF2-40B4-BE49-F238E27FC236}">
                      <a16:creationId xmlns:a16="http://schemas.microsoft.com/office/drawing/2014/main" id="{4BF3B264-0D6E-3AFE-E993-C82F7EE5228E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8" name="Google Shape;3838;p40">
                  <a:extLst>
                    <a:ext uri="{FF2B5EF4-FFF2-40B4-BE49-F238E27FC236}">
                      <a16:creationId xmlns:a16="http://schemas.microsoft.com/office/drawing/2014/main" id="{9328681D-7920-048F-B992-6EC7F95BD3CC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9" name="Google Shape;3839;p40">
                  <a:extLst>
                    <a:ext uri="{FF2B5EF4-FFF2-40B4-BE49-F238E27FC236}">
                      <a16:creationId xmlns:a16="http://schemas.microsoft.com/office/drawing/2014/main" id="{AD737C11-8A52-A9F9-3DE4-CBD733F1799F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0" name="Google Shape;3840;p40">
                  <a:extLst>
                    <a:ext uri="{FF2B5EF4-FFF2-40B4-BE49-F238E27FC236}">
                      <a16:creationId xmlns:a16="http://schemas.microsoft.com/office/drawing/2014/main" id="{D071FE97-D526-238B-41E9-0A1C4431FA12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1" name="Google Shape;3841;p40">
                  <a:extLst>
                    <a:ext uri="{FF2B5EF4-FFF2-40B4-BE49-F238E27FC236}">
                      <a16:creationId xmlns:a16="http://schemas.microsoft.com/office/drawing/2014/main" id="{56B8B6BC-95A6-DE8B-11BC-5225030BD6B9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2" name="Google Shape;3842;p40">
                  <a:extLst>
                    <a:ext uri="{FF2B5EF4-FFF2-40B4-BE49-F238E27FC236}">
                      <a16:creationId xmlns:a16="http://schemas.microsoft.com/office/drawing/2014/main" id="{6156F300-A151-410D-E612-8C3B3868ED2D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3" name="Google Shape;3843;p40">
                  <a:extLst>
                    <a:ext uri="{FF2B5EF4-FFF2-40B4-BE49-F238E27FC236}">
                      <a16:creationId xmlns:a16="http://schemas.microsoft.com/office/drawing/2014/main" id="{388F438D-3547-0EC2-5EA8-DC2B70C32C8A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4" name="Google Shape;3844;p40">
                  <a:extLst>
                    <a:ext uri="{FF2B5EF4-FFF2-40B4-BE49-F238E27FC236}">
                      <a16:creationId xmlns:a16="http://schemas.microsoft.com/office/drawing/2014/main" id="{0777889D-155C-417F-24AD-C6BE09C42437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5" name="Google Shape;3845;p40">
                  <a:extLst>
                    <a:ext uri="{FF2B5EF4-FFF2-40B4-BE49-F238E27FC236}">
                      <a16:creationId xmlns:a16="http://schemas.microsoft.com/office/drawing/2014/main" id="{B0621856-AB1D-1B35-3625-F9B4A5B52C4D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6" name="Google Shape;3846;p40">
                  <a:extLst>
                    <a:ext uri="{FF2B5EF4-FFF2-40B4-BE49-F238E27FC236}">
                      <a16:creationId xmlns:a16="http://schemas.microsoft.com/office/drawing/2014/main" id="{11D20497-227F-C8B7-DBA8-4DC6870DED30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7" name="Google Shape;3847;p40">
                  <a:extLst>
                    <a:ext uri="{FF2B5EF4-FFF2-40B4-BE49-F238E27FC236}">
                      <a16:creationId xmlns:a16="http://schemas.microsoft.com/office/drawing/2014/main" id="{283B115F-2A90-E09A-ABD0-F0FEE682B281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8" name="Google Shape;3848;p40">
                  <a:extLst>
                    <a:ext uri="{FF2B5EF4-FFF2-40B4-BE49-F238E27FC236}">
                      <a16:creationId xmlns:a16="http://schemas.microsoft.com/office/drawing/2014/main" id="{8D7C48FD-A0ED-3FA3-F54B-C7DC9635D9E1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9" name="Google Shape;3849;p40">
                  <a:extLst>
                    <a:ext uri="{FF2B5EF4-FFF2-40B4-BE49-F238E27FC236}">
                      <a16:creationId xmlns:a16="http://schemas.microsoft.com/office/drawing/2014/main" id="{9463DD76-A2D7-28B0-C161-28B843B26EC6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0" name="Google Shape;3850;p40">
                  <a:extLst>
                    <a:ext uri="{FF2B5EF4-FFF2-40B4-BE49-F238E27FC236}">
                      <a16:creationId xmlns:a16="http://schemas.microsoft.com/office/drawing/2014/main" id="{6865111F-99B0-5243-1158-33ECF9BD93AA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1" name="Google Shape;3851;p40">
                  <a:extLst>
                    <a:ext uri="{FF2B5EF4-FFF2-40B4-BE49-F238E27FC236}">
                      <a16:creationId xmlns:a16="http://schemas.microsoft.com/office/drawing/2014/main" id="{14E11982-BA99-49D4-8901-6F27540385A2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2" name="Google Shape;3852;p40">
                  <a:extLst>
                    <a:ext uri="{FF2B5EF4-FFF2-40B4-BE49-F238E27FC236}">
                      <a16:creationId xmlns:a16="http://schemas.microsoft.com/office/drawing/2014/main" id="{25054104-F21D-9F0D-7B76-E3247900A7D2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3" name="Google Shape;3853;p40">
                  <a:extLst>
                    <a:ext uri="{FF2B5EF4-FFF2-40B4-BE49-F238E27FC236}">
                      <a16:creationId xmlns:a16="http://schemas.microsoft.com/office/drawing/2014/main" id="{B2B7D17F-AE86-D735-82DF-1D96E049F48A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4" name="Google Shape;3854;p40">
                  <a:extLst>
                    <a:ext uri="{FF2B5EF4-FFF2-40B4-BE49-F238E27FC236}">
                      <a16:creationId xmlns:a16="http://schemas.microsoft.com/office/drawing/2014/main" id="{F432E75A-0E2C-79DE-F402-7798664D4BAB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5" name="Google Shape;3855;p40">
                  <a:extLst>
                    <a:ext uri="{FF2B5EF4-FFF2-40B4-BE49-F238E27FC236}">
                      <a16:creationId xmlns:a16="http://schemas.microsoft.com/office/drawing/2014/main" id="{F5673441-47FB-4685-48F1-29CFF5A2E672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6" name="Google Shape;3856;p40">
                  <a:extLst>
                    <a:ext uri="{FF2B5EF4-FFF2-40B4-BE49-F238E27FC236}">
                      <a16:creationId xmlns:a16="http://schemas.microsoft.com/office/drawing/2014/main" id="{9CF225D6-8F65-2E1D-8E94-1D50DA983F25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7" name="Google Shape;3857;p40">
                  <a:extLst>
                    <a:ext uri="{FF2B5EF4-FFF2-40B4-BE49-F238E27FC236}">
                      <a16:creationId xmlns:a16="http://schemas.microsoft.com/office/drawing/2014/main" id="{BE1F3864-005D-F3FF-1816-4DC789559ACF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8" name="Google Shape;3858;p40">
                  <a:extLst>
                    <a:ext uri="{FF2B5EF4-FFF2-40B4-BE49-F238E27FC236}">
                      <a16:creationId xmlns:a16="http://schemas.microsoft.com/office/drawing/2014/main" id="{C3D78578-F1AD-8F58-19F5-8B0D5DC4964A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9" name="Google Shape;3859;p40">
                  <a:extLst>
                    <a:ext uri="{FF2B5EF4-FFF2-40B4-BE49-F238E27FC236}">
                      <a16:creationId xmlns:a16="http://schemas.microsoft.com/office/drawing/2014/main" id="{467CA5E4-DEB8-190F-BC86-A7C940EBBE55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0" name="Google Shape;3860;p40">
                  <a:extLst>
                    <a:ext uri="{FF2B5EF4-FFF2-40B4-BE49-F238E27FC236}">
                      <a16:creationId xmlns:a16="http://schemas.microsoft.com/office/drawing/2014/main" id="{D4FA5AC4-4C03-D177-85A0-F38B63F45C0B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1" name="Google Shape;3861;p40">
                  <a:extLst>
                    <a:ext uri="{FF2B5EF4-FFF2-40B4-BE49-F238E27FC236}">
                      <a16:creationId xmlns:a16="http://schemas.microsoft.com/office/drawing/2014/main" id="{87BCCF36-355B-6531-1429-9FAA9E8EEB75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2" name="Google Shape;3862;p40">
                  <a:extLst>
                    <a:ext uri="{FF2B5EF4-FFF2-40B4-BE49-F238E27FC236}">
                      <a16:creationId xmlns:a16="http://schemas.microsoft.com/office/drawing/2014/main" id="{7491C923-467F-C857-C147-B9B6F3522136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3" name="Google Shape;3863;p40">
                  <a:extLst>
                    <a:ext uri="{FF2B5EF4-FFF2-40B4-BE49-F238E27FC236}">
                      <a16:creationId xmlns:a16="http://schemas.microsoft.com/office/drawing/2014/main" id="{9D7256F6-FB87-8F41-B8CF-644AFF9AC662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4" name="Google Shape;3864;p40">
                  <a:extLst>
                    <a:ext uri="{FF2B5EF4-FFF2-40B4-BE49-F238E27FC236}">
                      <a16:creationId xmlns:a16="http://schemas.microsoft.com/office/drawing/2014/main" id="{7714961A-26D8-0E9B-1A60-5BE0DFA39F0B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5" name="Google Shape;3865;p40">
                  <a:extLst>
                    <a:ext uri="{FF2B5EF4-FFF2-40B4-BE49-F238E27FC236}">
                      <a16:creationId xmlns:a16="http://schemas.microsoft.com/office/drawing/2014/main" id="{FCEFE8A9-AEE0-6097-4461-50030B8EC3E9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6" name="Google Shape;3866;p40">
                  <a:extLst>
                    <a:ext uri="{FF2B5EF4-FFF2-40B4-BE49-F238E27FC236}">
                      <a16:creationId xmlns:a16="http://schemas.microsoft.com/office/drawing/2014/main" id="{9193E9D2-2BBC-DE6B-8E28-7C19B88ABB46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7" name="Google Shape;3867;p40">
                  <a:extLst>
                    <a:ext uri="{FF2B5EF4-FFF2-40B4-BE49-F238E27FC236}">
                      <a16:creationId xmlns:a16="http://schemas.microsoft.com/office/drawing/2014/main" id="{CEDB8000-E6C3-68BA-2675-D8DEEAC3EF0F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8" name="Google Shape;3868;p40">
                  <a:extLst>
                    <a:ext uri="{FF2B5EF4-FFF2-40B4-BE49-F238E27FC236}">
                      <a16:creationId xmlns:a16="http://schemas.microsoft.com/office/drawing/2014/main" id="{E2CC3E4B-DEBD-CFE6-99B9-097840539E8D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9" name="Google Shape;3869;p40">
                  <a:extLst>
                    <a:ext uri="{FF2B5EF4-FFF2-40B4-BE49-F238E27FC236}">
                      <a16:creationId xmlns:a16="http://schemas.microsoft.com/office/drawing/2014/main" id="{D55310A3-91D1-A855-CC74-F36D9385C903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0" name="Google Shape;3870;p40">
                  <a:extLst>
                    <a:ext uri="{FF2B5EF4-FFF2-40B4-BE49-F238E27FC236}">
                      <a16:creationId xmlns:a16="http://schemas.microsoft.com/office/drawing/2014/main" id="{D3D73EA8-5C39-783A-F91A-513E3DDCA58E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1" name="Google Shape;3871;p40">
                  <a:extLst>
                    <a:ext uri="{FF2B5EF4-FFF2-40B4-BE49-F238E27FC236}">
                      <a16:creationId xmlns:a16="http://schemas.microsoft.com/office/drawing/2014/main" id="{9C3CFBD8-0A10-3C4F-AC2E-6EBDD031B80E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2" name="Google Shape;3872;p40">
                  <a:extLst>
                    <a:ext uri="{FF2B5EF4-FFF2-40B4-BE49-F238E27FC236}">
                      <a16:creationId xmlns:a16="http://schemas.microsoft.com/office/drawing/2014/main" id="{2B56113C-B7D2-7572-6E56-527EC8E91ED4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3" name="Google Shape;3873;p40">
                  <a:extLst>
                    <a:ext uri="{FF2B5EF4-FFF2-40B4-BE49-F238E27FC236}">
                      <a16:creationId xmlns:a16="http://schemas.microsoft.com/office/drawing/2014/main" id="{70CB0F28-CBD6-A0B1-ECD5-5128A203641D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4" name="Google Shape;3874;p40">
                  <a:extLst>
                    <a:ext uri="{FF2B5EF4-FFF2-40B4-BE49-F238E27FC236}">
                      <a16:creationId xmlns:a16="http://schemas.microsoft.com/office/drawing/2014/main" id="{D8C3E582-DD77-B774-5124-A326A5B1A35F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5" name="Google Shape;3875;p40">
                  <a:extLst>
                    <a:ext uri="{FF2B5EF4-FFF2-40B4-BE49-F238E27FC236}">
                      <a16:creationId xmlns:a16="http://schemas.microsoft.com/office/drawing/2014/main" id="{A599D799-445E-1840-EE0B-CEBA5255B6FE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6" name="Google Shape;3876;p40">
                  <a:extLst>
                    <a:ext uri="{FF2B5EF4-FFF2-40B4-BE49-F238E27FC236}">
                      <a16:creationId xmlns:a16="http://schemas.microsoft.com/office/drawing/2014/main" id="{CDB2E1E6-CCD7-297A-CD94-0C6394C0C59E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7" name="Google Shape;3877;p40">
                  <a:extLst>
                    <a:ext uri="{FF2B5EF4-FFF2-40B4-BE49-F238E27FC236}">
                      <a16:creationId xmlns:a16="http://schemas.microsoft.com/office/drawing/2014/main" id="{48BDEC28-26B6-95B9-7BB8-3517008A549F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8" name="Google Shape;3878;p40">
                  <a:extLst>
                    <a:ext uri="{FF2B5EF4-FFF2-40B4-BE49-F238E27FC236}">
                      <a16:creationId xmlns:a16="http://schemas.microsoft.com/office/drawing/2014/main" id="{E7EC8DA7-8258-F30E-EF85-00626EA06E53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9" name="Google Shape;3879;p40">
                  <a:extLst>
                    <a:ext uri="{FF2B5EF4-FFF2-40B4-BE49-F238E27FC236}">
                      <a16:creationId xmlns:a16="http://schemas.microsoft.com/office/drawing/2014/main" id="{F3E9C7D4-14D7-A759-2102-CDB45BA3125B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0" name="Google Shape;3880;p40">
                  <a:extLst>
                    <a:ext uri="{FF2B5EF4-FFF2-40B4-BE49-F238E27FC236}">
                      <a16:creationId xmlns:a16="http://schemas.microsoft.com/office/drawing/2014/main" id="{8B8E1AC3-AF50-A946-4A13-9987B24E8F12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1" name="Google Shape;3881;p40">
                  <a:extLst>
                    <a:ext uri="{FF2B5EF4-FFF2-40B4-BE49-F238E27FC236}">
                      <a16:creationId xmlns:a16="http://schemas.microsoft.com/office/drawing/2014/main" id="{D37D594D-9FB2-2A43-3637-975EBF7D9753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2" name="Google Shape;3882;p40">
                  <a:extLst>
                    <a:ext uri="{FF2B5EF4-FFF2-40B4-BE49-F238E27FC236}">
                      <a16:creationId xmlns:a16="http://schemas.microsoft.com/office/drawing/2014/main" id="{C59BDB49-80F5-670F-ACD7-57BD346C17C7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3" name="Google Shape;3883;p40">
                  <a:extLst>
                    <a:ext uri="{FF2B5EF4-FFF2-40B4-BE49-F238E27FC236}">
                      <a16:creationId xmlns:a16="http://schemas.microsoft.com/office/drawing/2014/main" id="{30E3BF1D-F07E-D014-A86C-1AFEC7C6D2F8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4" name="Google Shape;3884;p40">
                  <a:extLst>
                    <a:ext uri="{FF2B5EF4-FFF2-40B4-BE49-F238E27FC236}">
                      <a16:creationId xmlns:a16="http://schemas.microsoft.com/office/drawing/2014/main" id="{6C300CF4-A7B0-CB4D-E3E3-EE675A2824A4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5" name="Google Shape;3885;p40">
                  <a:extLst>
                    <a:ext uri="{FF2B5EF4-FFF2-40B4-BE49-F238E27FC236}">
                      <a16:creationId xmlns:a16="http://schemas.microsoft.com/office/drawing/2014/main" id="{718CBCE5-C715-2828-8247-BA6AF98F83E4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6" name="Google Shape;3886;p40">
                  <a:extLst>
                    <a:ext uri="{FF2B5EF4-FFF2-40B4-BE49-F238E27FC236}">
                      <a16:creationId xmlns:a16="http://schemas.microsoft.com/office/drawing/2014/main" id="{F525038B-94F9-AE25-40BF-54B006D00579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7" name="Google Shape;3887;p40">
                  <a:extLst>
                    <a:ext uri="{FF2B5EF4-FFF2-40B4-BE49-F238E27FC236}">
                      <a16:creationId xmlns:a16="http://schemas.microsoft.com/office/drawing/2014/main" id="{53D9876E-7209-F5E3-C2F8-AC7E39641012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8" name="Google Shape;3888;p40">
                  <a:extLst>
                    <a:ext uri="{FF2B5EF4-FFF2-40B4-BE49-F238E27FC236}">
                      <a16:creationId xmlns:a16="http://schemas.microsoft.com/office/drawing/2014/main" id="{CB2E380A-5E01-4EA3-BBBD-CC4D03D2554D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9" name="Google Shape;3889;p40">
                  <a:extLst>
                    <a:ext uri="{FF2B5EF4-FFF2-40B4-BE49-F238E27FC236}">
                      <a16:creationId xmlns:a16="http://schemas.microsoft.com/office/drawing/2014/main" id="{36C95FA8-082F-611B-458C-33310115AF4A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0" name="Google Shape;3890;p40">
                  <a:extLst>
                    <a:ext uri="{FF2B5EF4-FFF2-40B4-BE49-F238E27FC236}">
                      <a16:creationId xmlns:a16="http://schemas.microsoft.com/office/drawing/2014/main" id="{6F7DBA8E-E223-3F6C-B723-480DA214977E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1" name="Google Shape;3891;p40">
                  <a:extLst>
                    <a:ext uri="{FF2B5EF4-FFF2-40B4-BE49-F238E27FC236}">
                      <a16:creationId xmlns:a16="http://schemas.microsoft.com/office/drawing/2014/main" id="{56B53029-EF8D-57D2-28E9-5EE5F61D67F9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2" name="Google Shape;3892;p40">
                  <a:extLst>
                    <a:ext uri="{FF2B5EF4-FFF2-40B4-BE49-F238E27FC236}">
                      <a16:creationId xmlns:a16="http://schemas.microsoft.com/office/drawing/2014/main" id="{BDCD140E-93AF-FCA1-4AEE-0116EEA0361B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3" name="Google Shape;3893;p40">
                  <a:extLst>
                    <a:ext uri="{FF2B5EF4-FFF2-40B4-BE49-F238E27FC236}">
                      <a16:creationId xmlns:a16="http://schemas.microsoft.com/office/drawing/2014/main" id="{B17F60F6-C226-956C-340B-274BD68FCEDC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4" name="Google Shape;3894;p40">
                  <a:extLst>
                    <a:ext uri="{FF2B5EF4-FFF2-40B4-BE49-F238E27FC236}">
                      <a16:creationId xmlns:a16="http://schemas.microsoft.com/office/drawing/2014/main" id="{6AA56BA6-AB1F-92EC-9E7A-6BC0AE327B35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5" name="Google Shape;3895;p40">
                  <a:extLst>
                    <a:ext uri="{FF2B5EF4-FFF2-40B4-BE49-F238E27FC236}">
                      <a16:creationId xmlns:a16="http://schemas.microsoft.com/office/drawing/2014/main" id="{99F4F550-8ACB-E8A8-738B-8B97BC1772FA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6" name="Google Shape;3896;p40">
                  <a:extLst>
                    <a:ext uri="{FF2B5EF4-FFF2-40B4-BE49-F238E27FC236}">
                      <a16:creationId xmlns:a16="http://schemas.microsoft.com/office/drawing/2014/main" id="{9AC8BD3A-A3FC-BFA8-4C36-D00C9FE965DE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7" name="Google Shape;3897;p40">
                  <a:extLst>
                    <a:ext uri="{FF2B5EF4-FFF2-40B4-BE49-F238E27FC236}">
                      <a16:creationId xmlns:a16="http://schemas.microsoft.com/office/drawing/2014/main" id="{B92BD37A-79CE-34E9-7BED-ABACA8541084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8" name="Google Shape;3898;p40">
                  <a:extLst>
                    <a:ext uri="{FF2B5EF4-FFF2-40B4-BE49-F238E27FC236}">
                      <a16:creationId xmlns:a16="http://schemas.microsoft.com/office/drawing/2014/main" id="{74E27F02-6E46-4967-7BB8-9EE5859D77F3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9" name="Google Shape;3899;p40">
                  <a:extLst>
                    <a:ext uri="{FF2B5EF4-FFF2-40B4-BE49-F238E27FC236}">
                      <a16:creationId xmlns:a16="http://schemas.microsoft.com/office/drawing/2014/main" id="{D2576EC6-E679-F86C-235C-288268709632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0" name="Google Shape;3900;p40">
                  <a:extLst>
                    <a:ext uri="{FF2B5EF4-FFF2-40B4-BE49-F238E27FC236}">
                      <a16:creationId xmlns:a16="http://schemas.microsoft.com/office/drawing/2014/main" id="{D503AF14-1CE3-9200-F56D-A3C565BEBCE4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1" name="Google Shape;3901;p40">
                  <a:extLst>
                    <a:ext uri="{FF2B5EF4-FFF2-40B4-BE49-F238E27FC236}">
                      <a16:creationId xmlns:a16="http://schemas.microsoft.com/office/drawing/2014/main" id="{E1B07D9E-B5D7-17C4-4389-9B9A5AB56C31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2" name="Google Shape;3902;p40">
                  <a:extLst>
                    <a:ext uri="{FF2B5EF4-FFF2-40B4-BE49-F238E27FC236}">
                      <a16:creationId xmlns:a16="http://schemas.microsoft.com/office/drawing/2014/main" id="{7A5D663E-29C5-8387-2793-1DF857DA3966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3" name="Google Shape;3903;p40">
                  <a:extLst>
                    <a:ext uri="{FF2B5EF4-FFF2-40B4-BE49-F238E27FC236}">
                      <a16:creationId xmlns:a16="http://schemas.microsoft.com/office/drawing/2014/main" id="{33B8789D-47C0-E9C8-91D0-931592605D19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4" name="Google Shape;3904;p40">
                  <a:extLst>
                    <a:ext uri="{FF2B5EF4-FFF2-40B4-BE49-F238E27FC236}">
                      <a16:creationId xmlns:a16="http://schemas.microsoft.com/office/drawing/2014/main" id="{FF3C175A-36BD-878E-C025-69A525005CB8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5" name="Google Shape;3905;p40">
                  <a:extLst>
                    <a:ext uri="{FF2B5EF4-FFF2-40B4-BE49-F238E27FC236}">
                      <a16:creationId xmlns:a16="http://schemas.microsoft.com/office/drawing/2014/main" id="{8B95C630-5558-B211-AC7D-D1B14DB434C7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6" name="Google Shape;3906;p40">
                  <a:extLst>
                    <a:ext uri="{FF2B5EF4-FFF2-40B4-BE49-F238E27FC236}">
                      <a16:creationId xmlns:a16="http://schemas.microsoft.com/office/drawing/2014/main" id="{D3C1FEA3-6C64-3CD3-7987-C57509B7B327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7" name="Google Shape;3907;p40">
                  <a:extLst>
                    <a:ext uri="{FF2B5EF4-FFF2-40B4-BE49-F238E27FC236}">
                      <a16:creationId xmlns:a16="http://schemas.microsoft.com/office/drawing/2014/main" id="{EBE0B7EE-FBEB-BD10-B78C-FEABA2350E23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8" name="Google Shape;3908;p40">
                  <a:extLst>
                    <a:ext uri="{FF2B5EF4-FFF2-40B4-BE49-F238E27FC236}">
                      <a16:creationId xmlns:a16="http://schemas.microsoft.com/office/drawing/2014/main" id="{8C2B6638-14A2-A15B-81B4-31690EE9D092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9" name="Google Shape;3909;p40">
                  <a:extLst>
                    <a:ext uri="{FF2B5EF4-FFF2-40B4-BE49-F238E27FC236}">
                      <a16:creationId xmlns:a16="http://schemas.microsoft.com/office/drawing/2014/main" id="{66A4AD84-E926-3D5E-7A1A-AEAAEDC84D65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0" name="Google Shape;3910;p40">
                  <a:extLst>
                    <a:ext uri="{FF2B5EF4-FFF2-40B4-BE49-F238E27FC236}">
                      <a16:creationId xmlns:a16="http://schemas.microsoft.com/office/drawing/2014/main" id="{3195E456-80D1-65B9-086F-5489B513B1C5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1" name="Google Shape;3911;p40">
                  <a:extLst>
                    <a:ext uri="{FF2B5EF4-FFF2-40B4-BE49-F238E27FC236}">
                      <a16:creationId xmlns:a16="http://schemas.microsoft.com/office/drawing/2014/main" id="{E000EA40-482E-3EB9-1B64-A0F2AB878049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2" name="Google Shape;3912;p40">
                  <a:extLst>
                    <a:ext uri="{FF2B5EF4-FFF2-40B4-BE49-F238E27FC236}">
                      <a16:creationId xmlns:a16="http://schemas.microsoft.com/office/drawing/2014/main" id="{2F843493-0374-E5DD-C7B8-3AC29D0C3969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3" name="Google Shape;3913;p40">
                  <a:extLst>
                    <a:ext uri="{FF2B5EF4-FFF2-40B4-BE49-F238E27FC236}">
                      <a16:creationId xmlns:a16="http://schemas.microsoft.com/office/drawing/2014/main" id="{A9FFD323-54FD-2D04-4083-81A65A2932B8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4" name="Google Shape;3914;p40">
                  <a:extLst>
                    <a:ext uri="{FF2B5EF4-FFF2-40B4-BE49-F238E27FC236}">
                      <a16:creationId xmlns:a16="http://schemas.microsoft.com/office/drawing/2014/main" id="{D18D8E12-86C5-F40E-7329-8D98EDC9964B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5" name="Google Shape;3915;p40">
                  <a:extLst>
                    <a:ext uri="{FF2B5EF4-FFF2-40B4-BE49-F238E27FC236}">
                      <a16:creationId xmlns:a16="http://schemas.microsoft.com/office/drawing/2014/main" id="{768E2538-CED7-85AD-B2C5-E18AAD19348A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6" name="Google Shape;3916;p40">
                  <a:extLst>
                    <a:ext uri="{FF2B5EF4-FFF2-40B4-BE49-F238E27FC236}">
                      <a16:creationId xmlns:a16="http://schemas.microsoft.com/office/drawing/2014/main" id="{D59E4388-8AB8-5AA5-7659-552A1B4689F9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7" name="Google Shape;3917;p40">
                  <a:extLst>
                    <a:ext uri="{FF2B5EF4-FFF2-40B4-BE49-F238E27FC236}">
                      <a16:creationId xmlns:a16="http://schemas.microsoft.com/office/drawing/2014/main" id="{8AB5F723-CBD3-3EFA-533F-2DBC7653439A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8" name="Google Shape;3918;p40">
                  <a:extLst>
                    <a:ext uri="{FF2B5EF4-FFF2-40B4-BE49-F238E27FC236}">
                      <a16:creationId xmlns:a16="http://schemas.microsoft.com/office/drawing/2014/main" id="{22272CBD-4B20-BE53-8D3C-FDAB13DF9118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9" name="Google Shape;3919;p40">
                  <a:extLst>
                    <a:ext uri="{FF2B5EF4-FFF2-40B4-BE49-F238E27FC236}">
                      <a16:creationId xmlns:a16="http://schemas.microsoft.com/office/drawing/2014/main" id="{B1C02B5B-46CA-5644-779D-6F276D8A6676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0" name="Google Shape;3920;p40">
                  <a:extLst>
                    <a:ext uri="{FF2B5EF4-FFF2-40B4-BE49-F238E27FC236}">
                      <a16:creationId xmlns:a16="http://schemas.microsoft.com/office/drawing/2014/main" id="{54674A5A-E11E-0CC9-FC1E-2E9FBEDB5E4C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1" name="Google Shape;3921;p40">
                  <a:extLst>
                    <a:ext uri="{FF2B5EF4-FFF2-40B4-BE49-F238E27FC236}">
                      <a16:creationId xmlns:a16="http://schemas.microsoft.com/office/drawing/2014/main" id="{D02FA485-A2F5-53E4-7F7F-364AF4D81DC9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2" name="Google Shape;3922;p40">
                  <a:extLst>
                    <a:ext uri="{FF2B5EF4-FFF2-40B4-BE49-F238E27FC236}">
                      <a16:creationId xmlns:a16="http://schemas.microsoft.com/office/drawing/2014/main" id="{0CA69E28-161F-7876-3729-C8711061DE4E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3" name="Google Shape;3923;p40">
                  <a:extLst>
                    <a:ext uri="{FF2B5EF4-FFF2-40B4-BE49-F238E27FC236}">
                      <a16:creationId xmlns:a16="http://schemas.microsoft.com/office/drawing/2014/main" id="{E5D68B27-C601-2D23-71D9-133BB004F05C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4" name="Google Shape;3924;p40">
                  <a:extLst>
                    <a:ext uri="{FF2B5EF4-FFF2-40B4-BE49-F238E27FC236}">
                      <a16:creationId xmlns:a16="http://schemas.microsoft.com/office/drawing/2014/main" id="{7C8F89FE-CDA5-3A2F-D52E-22BA779571D2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5" name="Google Shape;3925;p40">
                  <a:extLst>
                    <a:ext uri="{FF2B5EF4-FFF2-40B4-BE49-F238E27FC236}">
                      <a16:creationId xmlns:a16="http://schemas.microsoft.com/office/drawing/2014/main" id="{C0F6BDBF-AC1C-C75D-E9F1-31255801A9D4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6" name="Google Shape;3926;p40">
                  <a:extLst>
                    <a:ext uri="{FF2B5EF4-FFF2-40B4-BE49-F238E27FC236}">
                      <a16:creationId xmlns:a16="http://schemas.microsoft.com/office/drawing/2014/main" id="{F1187B73-F7E4-934E-10DA-D222419236EE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7" name="Google Shape;3927;p40">
                  <a:extLst>
                    <a:ext uri="{FF2B5EF4-FFF2-40B4-BE49-F238E27FC236}">
                      <a16:creationId xmlns:a16="http://schemas.microsoft.com/office/drawing/2014/main" id="{CF977095-7F71-90AE-07C0-B9F31BED2E59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8" name="Google Shape;3928;p40">
                  <a:extLst>
                    <a:ext uri="{FF2B5EF4-FFF2-40B4-BE49-F238E27FC236}">
                      <a16:creationId xmlns:a16="http://schemas.microsoft.com/office/drawing/2014/main" id="{CBEF82DA-60DD-9FEF-068A-F796483CBEAE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9" name="Google Shape;3929;p40">
                  <a:extLst>
                    <a:ext uri="{FF2B5EF4-FFF2-40B4-BE49-F238E27FC236}">
                      <a16:creationId xmlns:a16="http://schemas.microsoft.com/office/drawing/2014/main" id="{3A62B365-6356-98B0-A19B-4A0E7F9B24F9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0" name="Google Shape;3930;p40">
                  <a:extLst>
                    <a:ext uri="{FF2B5EF4-FFF2-40B4-BE49-F238E27FC236}">
                      <a16:creationId xmlns:a16="http://schemas.microsoft.com/office/drawing/2014/main" id="{227A4295-A2F3-0FA8-420B-69267A09BBBD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40">
                  <a:extLst>
                    <a:ext uri="{FF2B5EF4-FFF2-40B4-BE49-F238E27FC236}">
                      <a16:creationId xmlns:a16="http://schemas.microsoft.com/office/drawing/2014/main" id="{0CF68D83-5479-93C8-54DB-EB14C5861B71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2" name="Google Shape;3932;p40">
                  <a:extLst>
                    <a:ext uri="{FF2B5EF4-FFF2-40B4-BE49-F238E27FC236}">
                      <a16:creationId xmlns:a16="http://schemas.microsoft.com/office/drawing/2014/main" id="{E98CE353-3F67-79B9-4255-E47C437F9DB6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3" name="Google Shape;3933;p40">
                  <a:extLst>
                    <a:ext uri="{FF2B5EF4-FFF2-40B4-BE49-F238E27FC236}">
                      <a16:creationId xmlns:a16="http://schemas.microsoft.com/office/drawing/2014/main" id="{53B08729-5638-CCDE-C980-13CD7D88ED32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4" name="Google Shape;3934;p40">
                  <a:extLst>
                    <a:ext uri="{FF2B5EF4-FFF2-40B4-BE49-F238E27FC236}">
                      <a16:creationId xmlns:a16="http://schemas.microsoft.com/office/drawing/2014/main" id="{DCFB0CE2-C761-DD2B-4752-799B9092BB37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5" name="Google Shape;3935;p40">
                  <a:extLst>
                    <a:ext uri="{FF2B5EF4-FFF2-40B4-BE49-F238E27FC236}">
                      <a16:creationId xmlns:a16="http://schemas.microsoft.com/office/drawing/2014/main" id="{5B0182C1-99FA-AFDB-F541-8CAA9F8D9BB1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6" name="Google Shape;3936;p40">
                  <a:extLst>
                    <a:ext uri="{FF2B5EF4-FFF2-40B4-BE49-F238E27FC236}">
                      <a16:creationId xmlns:a16="http://schemas.microsoft.com/office/drawing/2014/main" id="{B63A6EA6-43D1-A409-88F0-EB7FDF775212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7" name="Google Shape;3937;p40">
                  <a:extLst>
                    <a:ext uri="{FF2B5EF4-FFF2-40B4-BE49-F238E27FC236}">
                      <a16:creationId xmlns:a16="http://schemas.microsoft.com/office/drawing/2014/main" id="{A652E7B2-3305-296D-F874-6920A9209C58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8" name="Google Shape;3938;p40">
                  <a:extLst>
                    <a:ext uri="{FF2B5EF4-FFF2-40B4-BE49-F238E27FC236}">
                      <a16:creationId xmlns:a16="http://schemas.microsoft.com/office/drawing/2014/main" id="{D5A7DE7A-3630-B327-0A65-00D60B9B2BF8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9" name="Google Shape;3939;p40">
                  <a:extLst>
                    <a:ext uri="{FF2B5EF4-FFF2-40B4-BE49-F238E27FC236}">
                      <a16:creationId xmlns:a16="http://schemas.microsoft.com/office/drawing/2014/main" id="{26172A84-78BF-DF8C-D474-2D3F26139C7C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0" name="Google Shape;3940;p40">
                  <a:extLst>
                    <a:ext uri="{FF2B5EF4-FFF2-40B4-BE49-F238E27FC236}">
                      <a16:creationId xmlns:a16="http://schemas.microsoft.com/office/drawing/2014/main" id="{49747714-3BFA-7D80-7426-489776D0B63A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1" name="Google Shape;3941;p40">
                  <a:extLst>
                    <a:ext uri="{FF2B5EF4-FFF2-40B4-BE49-F238E27FC236}">
                      <a16:creationId xmlns:a16="http://schemas.microsoft.com/office/drawing/2014/main" id="{13BD1DE1-DD3F-6708-CAD8-DA3E7C866811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2" name="Google Shape;3942;p40">
                  <a:extLst>
                    <a:ext uri="{FF2B5EF4-FFF2-40B4-BE49-F238E27FC236}">
                      <a16:creationId xmlns:a16="http://schemas.microsoft.com/office/drawing/2014/main" id="{2476FF8A-C93D-CAF9-42F8-DA4A38BCC3C9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3" name="Google Shape;3943;p40">
                  <a:extLst>
                    <a:ext uri="{FF2B5EF4-FFF2-40B4-BE49-F238E27FC236}">
                      <a16:creationId xmlns:a16="http://schemas.microsoft.com/office/drawing/2014/main" id="{BFA9F330-FD2E-05BE-5795-AD57624B6B2C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4" name="Google Shape;3944;p40">
                  <a:extLst>
                    <a:ext uri="{FF2B5EF4-FFF2-40B4-BE49-F238E27FC236}">
                      <a16:creationId xmlns:a16="http://schemas.microsoft.com/office/drawing/2014/main" id="{9138CF8E-DBF7-816A-EE58-C90B7713E893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5" name="Google Shape;3945;p40">
                  <a:extLst>
                    <a:ext uri="{FF2B5EF4-FFF2-40B4-BE49-F238E27FC236}">
                      <a16:creationId xmlns:a16="http://schemas.microsoft.com/office/drawing/2014/main" id="{C252D0CE-A225-70FF-74D2-CF571DFCAB0D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6" name="Google Shape;3946;p40">
                  <a:extLst>
                    <a:ext uri="{FF2B5EF4-FFF2-40B4-BE49-F238E27FC236}">
                      <a16:creationId xmlns:a16="http://schemas.microsoft.com/office/drawing/2014/main" id="{E1C13209-72ED-E1DD-2744-40791078CAB6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7" name="Google Shape;3947;p40">
                  <a:extLst>
                    <a:ext uri="{FF2B5EF4-FFF2-40B4-BE49-F238E27FC236}">
                      <a16:creationId xmlns:a16="http://schemas.microsoft.com/office/drawing/2014/main" id="{6BE01D7A-1EF9-AA6D-6243-47C3B6D49AD5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8" name="Google Shape;3948;p40">
                  <a:extLst>
                    <a:ext uri="{FF2B5EF4-FFF2-40B4-BE49-F238E27FC236}">
                      <a16:creationId xmlns:a16="http://schemas.microsoft.com/office/drawing/2014/main" id="{F9485ED8-0E45-EAD4-4F92-7610ABA9183E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9" name="Google Shape;3949;p40">
                  <a:extLst>
                    <a:ext uri="{FF2B5EF4-FFF2-40B4-BE49-F238E27FC236}">
                      <a16:creationId xmlns:a16="http://schemas.microsoft.com/office/drawing/2014/main" id="{9D6418FD-8034-B5E9-3B7F-6542CAFAD806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0" name="Google Shape;3950;p40">
                  <a:extLst>
                    <a:ext uri="{FF2B5EF4-FFF2-40B4-BE49-F238E27FC236}">
                      <a16:creationId xmlns:a16="http://schemas.microsoft.com/office/drawing/2014/main" id="{E544DD73-0DC3-AA08-878E-34A0A12681C4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1" name="Google Shape;3951;p40">
                  <a:extLst>
                    <a:ext uri="{FF2B5EF4-FFF2-40B4-BE49-F238E27FC236}">
                      <a16:creationId xmlns:a16="http://schemas.microsoft.com/office/drawing/2014/main" id="{A217CA69-DC46-B297-0F86-247ED157DA54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2" name="Google Shape;3952;p40">
                  <a:extLst>
                    <a:ext uri="{FF2B5EF4-FFF2-40B4-BE49-F238E27FC236}">
                      <a16:creationId xmlns:a16="http://schemas.microsoft.com/office/drawing/2014/main" id="{B79B9951-5039-546B-15D7-122416077670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3" name="Google Shape;3953;p40">
                  <a:extLst>
                    <a:ext uri="{FF2B5EF4-FFF2-40B4-BE49-F238E27FC236}">
                      <a16:creationId xmlns:a16="http://schemas.microsoft.com/office/drawing/2014/main" id="{36F18103-4E4E-4D9F-C3F4-FE36DAE41641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4" name="Google Shape;3954;p40">
                  <a:extLst>
                    <a:ext uri="{FF2B5EF4-FFF2-40B4-BE49-F238E27FC236}">
                      <a16:creationId xmlns:a16="http://schemas.microsoft.com/office/drawing/2014/main" id="{2FDEEFDA-A729-403A-D9EB-73F673461EEF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5" name="Google Shape;3955;p40">
                  <a:extLst>
                    <a:ext uri="{FF2B5EF4-FFF2-40B4-BE49-F238E27FC236}">
                      <a16:creationId xmlns:a16="http://schemas.microsoft.com/office/drawing/2014/main" id="{ADBBDE7F-0B16-8E21-5F44-B3698C1BFFF5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6" name="Google Shape;3956;p40">
                  <a:extLst>
                    <a:ext uri="{FF2B5EF4-FFF2-40B4-BE49-F238E27FC236}">
                      <a16:creationId xmlns:a16="http://schemas.microsoft.com/office/drawing/2014/main" id="{82C2E59E-BE0A-872A-C6D7-AC75108BF25E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7" name="Google Shape;3957;p40">
                  <a:extLst>
                    <a:ext uri="{FF2B5EF4-FFF2-40B4-BE49-F238E27FC236}">
                      <a16:creationId xmlns:a16="http://schemas.microsoft.com/office/drawing/2014/main" id="{D1013F53-86BE-8851-26AF-72AAB88435AD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8" name="Google Shape;3958;p40">
                  <a:extLst>
                    <a:ext uri="{FF2B5EF4-FFF2-40B4-BE49-F238E27FC236}">
                      <a16:creationId xmlns:a16="http://schemas.microsoft.com/office/drawing/2014/main" id="{0C7469CE-F0BB-9C1B-620F-32B7FC9DD04A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9" name="Google Shape;3959;p40">
                  <a:extLst>
                    <a:ext uri="{FF2B5EF4-FFF2-40B4-BE49-F238E27FC236}">
                      <a16:creationId xmlns:a16="http://schemas.microsoft.com/office/drawing/2014/main" id="{6AC5267D-122D-C9D0-CCBF-65803E51DF9D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0" name="Google Shape;3960;p40">
                  <a:extLst>
                    <a:ext uri="{FF2B5EF4-FFF2-40B4-BE49-F238E27FC236}">
                      <a16:creationId xmlns:a16="http://schemas.microsoft.com/office/drawing/2014/main" id="{66197C81-2A8E-E983-8677-BDE91B30A306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1" name="Google Shape;3961;p40">
                  <a:extLst>
                    <a:ext uri="{FF2B5EF4-FFF2-40B4-BE49-F238E27FC236}">
                      <a16:creationId xmlns:a16="http://schemas.microsoft.com/office/drawing/2014/main" id="{26DE9960-A6E4-01DD-EC75-17CC2AB05942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2" name="Google Shape;3962;p40">
                  <a:extLst>
                    <a:ext uri="{FF2B5EF4-FFF2-40B4-BE49-F238E27FC236}">
                      <a16:creationId xmlns:a16="http://schemas.microsoft.com/office/drawing/2014/main" id="{2F17FCE1-0B33-8ADF-A637-8CC5FF92292B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3" name="Google Shape;3963;p40">
                  <a:extLst>
                    <a:ext uri="{FF2B5EF4-FFF2-40B4-BE49-F238E27FC236}">
                      <a16:creationId xmlns:a16="http://schemas.microsoft.com/office/drawing/2014/main" id="{ECB5641F-8A86-33E0-80FE-616108D83A37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4" name="Google Shape;3964;p40">
                  <a:extLst>
                    <a:ext uri="{FF2B5EF4-FFF2-40B4-BE49-F238E27FC236}">
                      <a16:creationId xmlns:a16="http://schemas.microsoft.com/office/drawing/2014/main" id="{D6102E4D-ED83-1A0B-7DBC-A1FE11D87A3F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5" name="Google Shape;3965;p40">
                  <a:extLst>
                    <a:ext uri="{FF2B5EF4-FFF2-40B4-BE49-F238E27FC236}">
                      <a16:creationId xmlns:a16="http://schemas.microsoft.com/office/drawing/2014/main" id="{0BED3677-04C0-165C-3D87-055FA7505880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6" name="Google Shape;3966;p40">
                  <a:extLst>
                    <a:ext uri="{FF2B5EF4-FFF2-40B4-BE49-F238E27FC236}">
                      <a16:creationId xmlns:a16="http://schemas.microsoft.com/office/drawing/2014/main" id="{C04C07E5-1875-C809-155C-0A5421F77978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40">
                  <a:extLst>
                    <a:ext uri="{FF2B5EF4-FFF2-40B4-BE49-F238E27FC236}">
                      <a16:creationId xmlns:a16="http://schemas.microsoft.com/office/drawing/2014/main" id="{C122656B-706F-1999-5ACA-9861262A1DC1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8" name="Google Shape;3968;p40">
                  <a:extLst>
                    <a:ext uri="{FF2B5EF4-FFF2-40B4-BE49-F238E27FC236}">
                      <a16:creationId xmlns:a16="http://schemas.microsoft.com/office/drawing/2014/main" id="{6F4A528D-0F99-3238-BA86-924DA215555F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9" name="Google Shape;3969;p40">
                  <a:extLst>
                    <a:ext uri="{FF2B5EF4-FFF2-40B4-BE49-F238E27FC236}">
                      <a16:creationId xmlns:a16="http://schemas.microsoft.com/office/drawing/2014/main" id="{5C631C72-1D58-A50A-6D0A-33E973D3CF97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40">
                  <a:extLst>
                    <a:ext uri="{FF2B5EF4-FFF2-40B4-BE49-F238E27FC236}">
                      <a16:creationId xmlns:a16="http://schemas.microsoft.com/office/drawing/2014/main" id="{0C8741B9-8F0F-DC62-D8FE-354AD843BA2E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1" name="Google Shape;3971;p40">
                  <a:extLst>
                    <a:ext uri="{FF2B5EF4-FFF2-40B4-BE49-F238E27FC236}">
                      <a16:creationId xmlns:a16="http://schemas.microsoft.com/office/drawing/2014/main" id="{28BFF5F3-059B-3290-629A-C10EC02F1FDC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2" name="Google Shape;3972;p40">
                  <a:extLst>
                    <a:ext uri="{FF2B5EF4-FFF2-40B4-BE49-F238E27FC236}">
                      <a16:creationId xmlns:a16="http://schemas.microsoft.com/office/drawing/2014/main" id="{C91B3082-FB68-EA19-4CC3-1287EF53BB58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3" name="Google Shape;3973;p40">
                  <a:extLst>
                    <a:ext uri="{FF2B5EF4-FFF2-40B4-BE49-F238E27FC236}">
                      <a16:creationId xmlns:a16="http://schemas.microsoft.com/office/drawing/2014/main" id="{BEE4E815-91D4-5AA2-87BC-363473388C38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4" name="Google Shape;3974;p40">
                  <a:extLst>
                    <a:ext uri="{FF2B5EF4-FFF2-40B4-BE49-F238E27FC236}">
                      <a16:creationId xmlns:a16="http://schemas.microsoft.com/office/drawing/2014/main" id="{BE63F3FA-7328-9211-DF2F-B91C37420FB2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5" name="Google Shape;3975;p40">
                  <a:extLst>
                    <a:ext uri="{FF2B5EF4-FFF2-40B4-BE49-F238E27FC236}">
                      <a16:creationId xmlns:a16="http://schemas.microsoft.com/office/drawing/2014/main" id="{981AD27E-F074-D0A2-A693-D6108C484014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6" name="Google Shape;3976;p40">
                  <a:extLst>
                    <a:ext uri="{FF2B5EF4-FFF2-40B4-BE49-F238E27FC236}">
                      <a16:creationId xmlns:a16="http://schemas.microsoft.com/office/drawing/2014/main" id="{44BBE922-CA81-D060-DE58-DB1D51AFF2AF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7" name="Google Shape;3977;p40">
                  <a:extLst>
                    <a:ext uri="{FF2B5EF4-FFF2-40B4-BE49-F238E27FC236}">
                      <a16:creationId xmlns:a16="http://schemas.microsoft.com/office/drawing/2014/main" id="{64D8A68B-F0E7-B0F0-BCDC-2AED45AF0209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8" name="Google Shape;3978;p40">
                  <a:extLst>
                    <a:ext uri="{FF2B5EF4-FFF2-40B4-BE49-F238E27FC236}">
                      <a16:creationId xmlns:a16="http://schemas.microsoft.com/office/drawing/2014/main" id="{20FEDC90-233D-703C-906A-4DCFAEE7D5C5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9" name="Google Shape;3979;p40">
                  <a:extLst>
                    <a:ext uri="{FF2B5EF4-FFF2-40B4-BE49-F238E27FC236}">
                      <a16:creationId xmlns:a16="http://schemas.microsoft.com/office/drawing/2014/main" id="{95C20374-1066-3942-C1CE-9D2017A8E09E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0" name="Google Shape;3980;p40">
                  <a:extLst>
                    <a:ext uri="{FF2B5EF4-FFF2-40B4-BE49-F238E27FC236}">
                      <a16:creationId xmlns:a16="http://schemas.microsoft.com/office/drawing/2014/main" id="{DFCDAB4B-0A52-59DE-3C0C-0189AB7D9E4E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1" name="Google Shape;3981;p40">
                  <a:extLst>
                    <a:ext uri="{FF2B5EF4-FFF2-40B4-BE49-F238E27FC236}">
                      <a16:creationId xmlns:a16="http://schemas.microsoft.com/office/drawing/2014/main" id="{C6DD02C2-4A15-11E5-EB4E-77106D517EF9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2" name="Google Shape;3982;p40">
                  <a:extLst>
                    <a:ext uri="{FF2B5EF4-FFF2-40B4-BE49-F238E27FC236}">
                      <a16:creationId xmlns:a16="http://schemas.microsoft.com/office/drawing/2014/main" id="{B0BF67E5-B6D5-079A-CF5D-5EC416E9D930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3" name="Google Shape;3983;p40">
                  <a:extLst>
                    <a:ext uri="{FF2B5EF4-FFF2-40B4-BE49-F238E27FC236}">
                      <a16:creationId xmlns:a16="http://schemas.microsoft.com/office/drawing/2014/main" id="{EEF0C43B-5DB5-336A-D6D7-BC43F2CF1234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4" name="Google Shape;3984;p40">
                  <a:extLst>
                    <a:ext uri="{FF2B5EF4-FFF2-40B4-BE49-F238E27FC236}">
                      <a16:creationId xmlns:a16="http://schemas.microsoft.com/office/drawing/2014/main" id="{89C26F2F-9FE4-4126-F32E-12FBCCD880AB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5" name="Google Shape;3985;p40">
                  <a:extLst>
                    <a:ext uri="{FF2B5EF4-FFF2-40B4-BE49-F238E27FC236}">
                      <a16:creationId xmlns:a16="http://schemas.microsoft.com/office/drawing/2014/main" id="{26B1E63D-6FD0-15E6-7DA4-D174A4A71086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6" name="Google Shape;3986;p40">
                  <a:extLst>
                    <a:ext uri="{FF2B5EF4-FFF2-40B4-BE49-F238E27FC236}">
                      <a16:creationId xmlns:a16="http://schemas.microsoft.com/office/drawing/2014/main" id="{9D14226E-95E6-F7B9-762B-F5D9D9DFA320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7" name="Google Shape;3987;p40">
                  <a:extLst>
                    <a:ext uri="{FF2B5EF4-FFF2-40B4-BE49-F238E27FC236}">
                      <a16:creationId xmlns:a16="http://schemas.microsoft.com/office/drawing/2014/main" id="{C0A14347-19CD-9A0B-EC6C-58D6BC3E3A26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8" name="Google Shape;3988;p40">
                  <a:extLst>
                    <a:ext uri="{FF2B5EF4-FFF2-40B4-BE49-F238E27FC236}">
                      <a16:creationId xmlns:a16="http://schemas.microsoft.com/office/drawing/2014/main" id="{B6A644E7-E374-11AB-AC17-0F343CB3798D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9" name="Google Shape;3989;p40">
                  <a:extLst>
                    <a:ext uri="{FF2B5EF4-FFF2-40B4-BE49-F238E27FC236}">
                      <a16:creationId xmlns:a16="http://schemas.microsoft.com/office/drawing/2014/main" id="{77C7BC90-FB2C-028F-3AC5-B20D720A3851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0" name="Google Shape;3990;p40">
                  <a:extLst>
                    <a:ext uri="{FF2B5EF4-FFF2-40B4-BE49-F238E27FC236}">
                      <a16:creationId xmlns:a16="http://schemas.microsoft.com/office/drawing/2014/main" id="{9A6413AF-6058-7272-740C-7E6FFFABA96B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1" name="Google Shape;3991;p40">
                  <a:extLst>
                    <a:ext uri="{FF2B5EF4-FFF2-40B4-BE49-F238E27FC236}">
                      <a16:creationId xmlns:a16="http://schemas.microsoft.com/office/drawing/2014/main" id="{22D6E379-B9C7-159B-7DE4-D491AECFAFBE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2" name="Google Shape;3992;p40">
                  <a:extLst>
                    <a:ext uri="{FF2B5EF4-FFF2-40B4-BE49-F238E27FC236}">
                      <a16:creationId xmlns:a16="http://schemas.microsoft.com/office/drawing/2014/main" id="{8DE7DB8C-C763-5857-00EF-9067C0E35710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3" name="Google Shape;3993;p40">
                  <a:extLst>
                    <a:ext uri="{FF2B5EF4-FFF2-40B4-BE49-F238E27FC236}">
                      <a16:creationId xmlns:a16="http://schemas.microsoft.com/office/drawing/2014/main" id="{850936B8-F0B8-DD80-815E-0278800BEDC1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4" name="Google Shape;3994;p40">
                  <a:extLst>
                    <a:ext uri="{FF2B5EF4-FFF2-40B4-BE49-F238E27FC236}">
                      <a16:creationId xmlns:a16="http://schemas.microsoft.com/office/drawing/2014/main" id="{614C1619-443E-6299-7166-A32FE82EE037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5" name="Google Shape;3995;p40">
                  <a:extLst>
                    <a:ext uri="{FF2B5EF4-FFF2-40B4-BE49-F238E27FC236}">
                      <a16:creationId xmlns:a16="http://schemas.microsoft.com/office/drawing/2014/main" id="{5FA1AF84-583A-7CFD-71D1-DD5EF3ED9B82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6" name="Google Shape;3996;p40">
                  <a:extLst>
                    <a:ext uri="{FF2B5EF4-FFF2-40B4-BE49-F238E27FC236}">
                      <a16:creationId xmlns:a16="http://schemas.microsoft.com/office/drawing/2014/main" id="{CFDA74C8-43DA-5414-667B-E832E8458766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7" name="Google Shape;3997;p40">
                  <a:extLst>
                    <a:ext uri="{FF2B5EF4-FFF2-40B4-BE49-F238E27FC236}">
                      <a16:creationId xmlns:a16="http://schemas.microsoft.com/office/drawing/2014/main" id="{535A9E68-B166-8D14-56BF-BA9EFA03717E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40">
                  <a:extLst>
                    <a:ext uri="{FF2B5EF4-FFF2-40B4-BE49-F238E27FC236}">
                      <a16:creationId xmlns:a16="http://schemas.microsoft.com/office/drawing/2014/main" id="{AA4808A1-E453-F3A7-F132-656DFEE617F4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9" name="Google Shape;3999;p40">
                  <a:extLst>
                    <a:ext uri="{FF2B5EF4-FFF2-40B4-BE49-F238E27FC236}">
                      <a16:creationId xmlns:a16="http://schemas.microsoft.com/office/drawing/2014/main" id="{881CF712-3F3D-8405-D14C-0152F036BF93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0" name="Google Shape;4000;p40">
                  <a:extLst>
                    <a:ext uri="{FF2B5EF4-FFF2-40B4-BE49-F238E27FC236}">
                      <a16:creationId xmlns:a16="http://schemas.microsoft.com/office/drawing/2014/main" id="{A1D71D13-2E10-9A5E-AFAC-6216035B5015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1" name="Google Shape;4001;p40">
                  <a:extLst>
                    <a:ext uri="{FF2B5EF4-FFF2-40B4-BE49-F238E27FC236}">
                      <a16:creationId xmlns:a16="http://schemas.microsoft.com/office/drawing/2014/main" id="{D0171F6D-94C9-991B-3D76-B7F753DA9CE2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2" name="Google Shape;4002;p40">
                  <a:extLst>
                    <a:ext uri="{FF2B5EF4-FFF2-40B4-BE49-F238E27FC236}">
                      <a16:creationId xmlns:a16="http://schemas.microsoft.com/office/drawing/2014/main" id="{F9AF3DBA-FCAD-1373-C902-E715914B43C7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3" name="Google Shape;4003;p40">
                  <a:extLst>
                    <a:ext uri="{FF2B5EF4-FFF2-40B4-BE49-F238E27FC236}">
                      <a16:creationId xmlns:a16="http://schemas.microsoft.com/office/drawing/2014/main" id="{66C93399-E85D-EDC5-4A70-2F38580C12D2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4" name="Google Shape;4004;p40">
                  <a:extLst>
                    <a:ext uri="{FF2B5EF4-FFF2-40B4-BE49-F238E27FC236}">
                      <a16:creationId xmlns:a16="http://schemas.microsoft.com/office/drawing/2014/main" id="{6B526D7F-37D2-F849-0215-CFCFD3F90B80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5" name="Google Shape;4005;p40">
                  <a:extLst>
                    <a:ext uri="{FF2B5EF4-FFF2-40B4-BE49-F238E27FC236}">
                      <a16:creationId xmlns:a16="http://schemas.microsoft.com/office/drawing/2014/main" id="{E11E681B-1C94-A0D2-3A9C-CBA7398F0BFE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6" name="Google Shape;4006;p40">
                  <a:extLst>
                    <a:ext uri="{FF2B5EF4-FFF2-40B4-BE49-F238E27FC236}">
                      <a16:creationId xmlns:a16="http://schemas.microsoft.com/office/drawing/2014/main" id="{96C4E015-A5F2-744E-D669-B06260925F15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7" name="Google Shape;4007;p40">
                  <a:extLst>
                    <a:ext uri="{FF2B5EF4-FFF2-40B4-BE49-F238E27FC236}">
                      <a16:creationId xmlns:a16="http://schemas.microsoft.com/office/drawing/2014/main" id="{527F64A9-E82F-6401-754D-8B560FAC1D1C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8" name="Google Shape;4008;p40">
                  <a:extLst>
                    <a:ext uri="{FF2B5EF4-FFF2-40B4-BE49-F238E27FC236}">
                      <a16:creationId xmlns:a16="http://schemas.microsoft.com/office/drawing/2014/main" id="{081353AA-FA0E-61D0-A406-E5A0F564E3BF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9" name="Google Shape;4009;p40">
                  <a:extLst>
                    <a:ext uri="{FF2B5EF4-FFF2-40B4-BE49-F238E27FC236}">
                      <a16:creationId xmlns:a16="http://schemas.microsoft.com/office/drawing/2014/main" id="{9DEBB941-FEC1-E6F9-1BB9-E02876445701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0" name="Google Shape;4010;p40">
                  <a:extLst>
                    <a:ext uri="{FF2B5EF4-FFF2-40B4-BE49-F238E27FC236}">
                      <a16:creationId xmlns:a16="http://schemas.microsoft.com/office/drawing/2014/main" id="{5EE62C81-950A-F459-6A9C-E5F5E3CBB124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1" name="Google Shape;4011;p40">
                  <a:extLst>
                    <a:ext uri="{FF2B5EF4-FFF2-40B4-BE49-F238E27FC236}">
                      <a16:creationId xmlns:a16="http://schemas.microsoft.com/office/drawing/2014/main" id="{A7755915-A0F9-933C-DFCC-695A9968584B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2" name="Google Shape;4012;p40">
                  <a:extLst>
                    <a:ext uri="{FF2B5EF4-FFF2-40B4-BE49-F238E27FC236}">
                      <a16:creationId xmlns:a16="http://schemas.microsoft.com/office/drawing/2014/main" id="{C2F0D484-AEB6-88FB-248A-416652C8F405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3" name="Google Shape;4013;p40">
                  <a:extLst>
                    <a:ext uri="{FF2B5EF4-FFF2-40B4-BE49-F238E27FC236}">
                      <a16:creationId xmlns:a16="http://schemas.microsoft.com/office/drawing/2014/main" id="{52E6DB3D-A402-119E-9801-132BEB22AC86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4" name="Google Shape;4014;p40">
                  <a:extLst>
                    <a:ext uri="{FF2B5EF4-FFF2-40B4-BE49-F238E27FC236}">
                      <a16:creationId xmlns:a16="http://schemas.microsoft.com/office/drawing/2014/main" id="{AF9509A4-22FD-E1FD-DC41-AE0D92A3A814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5" name="Google Shape;4015;p40">
                  <a:extLst>
                    <a:ext uri="{FF2B5EF4-FFF2-40B4-BE49-F238E27FC236}">
                      <a16:creationId xmlns:a16="http://schemas.microsoft.com/office/drawing/2014/main" id="{CD4AD2DD-C1B7-56E1-08AE-E6B94600FFFE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6" name="Google Shape;4016;p40">
                  <a:extLst>
                    <a:ext uri="{FF2B5EF4-FFF2-40B4-BE49-F238E27FC236}">
                      <a16:creationId xmlns:a16="http://schemas.microsoft.com/office/drawing/2014/main" id="{C855C107-4779-455E-548C-6C4800E6664E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7" name="Google Shape;4017;p40">
                  <a:extLst>
                    <a:ext uri="{FF2B5EF4-FFF2-40B4-BE49-F238E27FC236}">
                      <a16:creationId xmlns:a16="http://schemas.microsoft.com/office/drawing/2014/main" id="{38E3D647-E95C-B1DC-E75B-CF9E630E22E5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8" name="Google Shape;4018;p40">
                  <a:extLst>
                    <a:ext uri="{FF2B5EF4-FFF2-40B4-BE49-F238E27FC236}">
                      <a16:creationId xmlns:a16="http://schemas.microsoft.com/office/drawing/2014/main" id="{9017B206-5C35-34E1-96AA-A80B93BD8E62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9" name="Google Shape;4019;p40">
                  <a:extLst>
                    <a:ext uri="{FF2B5EF4-FFF2-40B4-BE49-F238E27FC236}">
                      <a16:creationId xmlns:a16="http://schemas.microsoft.com/office/drawing/2014/main" id="{9F773557-3CC7-7BB6-ACCA-E87768D47AD7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0" name="Google Shape;4020;p40">
                  <a:extLst>
                    <a:ext uri="{FF2B5EF4-FFF2-40B4-BE49-F238E27FC236}">
                      <a16:creationId xmlns:a16="http://schemas.microsoft.com/office/drawing/2014/main" id="{6EAA56DE-EB27-7B42-8BFA-F94302F01668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1" name="Google Shape;4021;p40">
                  <a:extLst>
                    <a:ext uri="{FF2B5EF4-FFF2-40B4-BE49-F238E27FC236}">
                      <a16:creationId xmlns:a16="http://schemas.microsoft.com/office/drawing/2014/main" id="{DC041077-A57C-5EF9-7CF8-855327EFA809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2" name="Google Shape;4022;p40">
                  <a:extLst>
                    <a:ext uri="{FF2B5EF4-FFF2-40B4-BE49-F238E27FC236}">
                      <a16:creationId xmlns:a16="http://schemas.microsoft.com/office/drawing/2014/main" id="{EE70CC61-C7AE-BEA4-189D-B24B1727ECED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3" name="Google Shape;4023;p40">
                  <a:extLst>
                    <a:ext uri="{FF2B5EF4-FFF2-40B4-BE49-F238E27FC236}">
                      <a16:creationId xmlns:a16="http://schemas.microsoft.com/office/drawing/2014/main" id="{F5AF9004-C4B8-1962-8686-BF0900F59151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4" name="Google Shape;4024;p40">
                  <a:extLst>
                    <a:ext uri="{FF2B5EF4-FFF2-40B4-BE49-F238E27FC236}">
                      <a16:creationId xmlns:a16="http://schemas.microsoft.com/office/drawing/2014/main" id="{0854AE76-824B-E5D0-84D9-637B06CE7865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5" name="Google Shape;4025;p40">
                  <a:extLst>
                    <a:ext uri="{FF2B5EF4-FFF2-40B4-BE49-F238E27FC236}">
                      <a16:creationId xmlns:a16="http://schemas.microsoft.com/office/drawing/2014/main" id="{093B2FCA-0A0C-93DF-8770-AEF5D0A684F2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6" name="Google Shape;4026;p40">
                  <a:extLst>
                    <a:ext uri="{FF2B5EF4-FFF2-40B4-BE49-F238E27FC236}">
                      <a16:creationId xmlns:a16="http://schemas.microsoft.com/office/drawing/2014/main" id="{6828BFFB-3DD1-308E-D5C9-B15489F0BFC0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7" name="Google Shape;4027;p40">
                  <a:extLst>
                    <a:ext uri="{FF2B5EF4-FFF2-40B4-BE49-F238E27FC236}">
                      <a16:creationId xmlns:a16="http://schemas.microsoft.com/office/drawing/2014/main" id="{74583165-5BD0-CD82-3A06-765631FCDC77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8" name="Google Shape;4028;p40">
                  <a:extLst>
                    <a:ext uri="{FF2B5EF4-FFF2-40B4-BE49-F238E27FC236}">
                      <a16:creationId xmlns:a16="http://schemas.microsoft.com/office/drawing/2014/main" id="{6B4084DF-9074-BCDC-6C89-37658E54E35E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9" name="Google Shape;4029;p40">
                  <a:extLst>
                    <a:ext uri="{FF2B5EF4-FFF2-40B4-BE49-F238E27FC236}">
                      <a16:creationId xmlns:a16="http://schemas.microsoft.com/office/drawing/2014/main" id="{2FFD02FA-B3AA-C54D-859D-1A38A5462E9D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0" name="Google Shape;4030;p40">
                  <a:extLst>
                    <a:ext uri="{FF2B5EF4-FFF2-40B4-BE49-F238E27FC236}">
                      <a16:creationId xmlns:a16="http://schemas.microsoft.com/office/drawing/2014/main" id="{6EE2A771-3429-2D63-E0B4-C4B40FC2C683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1" name="Google Shape;4031;p40">
                  <a:extLst>
                    <a:ext uri="{FF2B5EF4-FFF2-40B4-BE49-F238E27FC236}">
                      <a16:creationId xmlns:a16="http://schemas.microsoft.com/office/drawing/2014/main" id="{5677486D-C2D6-7C9F-92FF-77ADE557AC34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2" name="Google Shape;4032;p40">
                  <a:extLst>
                    <a:ext uri="{FF2B5EF4-FFF2-40B4-BE49-F238E27FC236}">
                      <a16:creationId xmlns:a16="http://schemas.microsoft.com/office/drawing/2014/main" id="{B24C51C2-98E1-BACA-65FC-851940AB63BA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3" name="Google Shape;4033;p40">
                  <a:extLst>
                    <a:ext uri="{FF2B5EF4-FFF2-40B4-BE49-F238E27FC236}">
                      <a16:creationId xmlns:a16="http://schemas.microsoft.com/office/drawing/2014/main" id="{2628FD45-A8C7-294D-334B-46A73128A9B3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4" name="Google Shape;4034;p40">
                  <a:extLst>
                    <a:ext uri="{FF2B5EF4-FFF2-40B4-BE49-F238E27FC236}">
                      <a16:creationId xmlns:a16="http://schemas.microsoft.com/office/drawing/2014/main" id="{1603A044-2422-9650-6CF1-CA3E40732652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5" name="Google Shape;4035;p40">
                  <a:extLst>
                    <a:ext uri="{FF2B5EF4-FFF2-40B4-BE49-F238E27FC236}">
                      <a16:creationId xmlns:a16="http://schemas.microsoft.com/office/drawing/2014/main" id="{85248F0C-B07F-6858-203F-531980FD9913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6" name="Google Shape;4036;p40">
                  <a:extLst>
                    <a:ext uri="{FF2B5EF4-FFF2-40B4-BE49-F238E27FC236}">
                      <a16:creationId xmlns:a16="http://schemas.microsoft.com/office/drawing/2014/main" id="{9F084734-6814-B33B-FCE9-78DAA57DD517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7" name="Google Shape;4037;p40">
                  <a:extLst>
                    <a:ext uri="{FF2B5EF4-FFF2-40B4-BE49-F238E27FC236}">
                      <a16:creationId xmlns:a16="http://schemas.microsoft.com/office/drawing/2014/main" id="{F275DEC0-ABDC-FF76-8F27-6E82F1D67139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8" name="Google Shape;4038;p40">
                  <a:extLst>
                    <a:ext uri="{FF2B5EF4-FFF2-40B4-BE49-F238E27FC236}">
                      <a16:creationId xmlns:a16="http://schemas.microsoft.com/office/drawing/2014/main" id="{9735C55E-5C5B-AD47-669C-CD3841C06806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9" name="Google Shape;4039;p40">
                  <a:extLst>
                    <a:ext uri="{FF2B5EF4-FFF2-40B4-BE49-F238E27FC236}">
                      <a16:creationId xmlns:a16="http://schemas.microsoft.com/office/drawing/2014/main" id="{F298BA29-A84B-C6E4-74C8-8B349E675E19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0" name="Google Shape;4040;p40">
                  <a:extLst>
                    <a:ext uri="{FF2B5EF4-FFF2-40B4-BE49-F238E27FC236}">
                      <a16:creationId xmlns:a16="http://schemas.microsoft.com/office/drawing/2014/main" id="{750E2A10-4642-2E7C-BEBE-01919D0659BF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1" name="Google Shape;4041;p40">
                  <a:extLst>
                    <a:ext uri="{FF2B5EF4-FFF2-40B4-BE49-F238E27FC236}">
                      <a16:creationId xmlns:a16="http://schemas.microsoft.com/office/drawing/2014/main" id="{AC4D5513-92FF-4DAB-386F-D4409CE116C8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2" name="Google Shape;4042;p40">
                  <a:extLst>
                    <a:ext uri="{FF2B5EF4-FFF2-40B4-BE49-F238E27FC236}">
                      <a16:creationId xmlns:a16="http://schemas.microsoft.com/office/drawing/2014/main" id="{F4FBA161-0A46-8626-79F7-130CE5DB2F59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3" name="Google Shape;4043;p40">
                  <a:extLst>
                    <a:ext uri="{FF2B5EF4-FFF2-40B4-BE49-F238E27FC236}">
                      <a16:creationId xmlns:a16="http://schemas.microsoft.com/office/drawing/2014/main" id="{1BD350DB-5D58-FEC3-B159-B2219B0545D0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4" name="Google Shape;4044;p40">
                  <a:extLst>
                    <a:ext uri="{FF2B5EF4-FFF2-40B4-BE49-F238E27FC236}">
                      <a16:creationId xmlns:a16="http://schemas.microsoft.com/office/drawing/2014/main" id="{8DAA55BD-ADBA-6C78-9DA1-47A809E1CEB3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5" name="Google Shape;4045;p40">
                  <a:extLst>
                    <a:ext uri="{FF2B5EF4-FFF2-40B4-BE49-F238E27FC236}">
                      <a16:creationId xmlns:a16="http://schemas.microsoft.com/office/drawing/2014/main" id="{236DB3F6-7868-F812-8D2C-B3CFAA07BEF7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6" name="Google Shape;4046;p40">
                  <a:extLst>
                    <a:ext uri="{FF2B5EF4-FFF2-40B4-BE49-F238E27FC236}">
                      <a16:creationId xmlns:a16="http://schemas.microsoft.com/office/drawing/2014/main" id="{CFF168B6-150A-6F6A-679B-46711B2A1B14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7" name="Google Shape;4047;p40">
                  <a:extLst>
                    <a:ext uri="{FF2B5EF4-FFF2-40B4-BE49-F238E27FC236}">
                      <a16:creationId xmlns:a16="http://schemas.microsoft.com/office/drawing/2014/main" id="{ADD5BD57-5D66-D948-D0FC-33AFC391B094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8" name="Google Shape;4048;p40">
                  <a:extLst>
                    <a:ext uri="{FF2B5EF4-FFF2-40B4-BE49-F238E27FC236}">
                      <a16:creationId xmlns:a16="http://schemas.microsoft.com/office/drawing/2014/main" id="{EE6C4EE5-5CC1-961F-BD3B-1BACDDAE91D1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9" name="Google Shape;4049;p40">
                  <a:extLst>
                    <a:ext uri="{FF2B5EF4-FFF2-40B4-BE49-F238E27FC236}">
                      <a16:creationId xmlns:a16="http://schemas.microsoft.com/office/drawing/2014/main" id="{7342BDD4-0D71-DE99-A859-508EB871F99D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0" name="Google Shape;4050;p40">
                  <a:extLst>
                    <a:ext uri="{FF2B5EF4-FFF2-40B4-BE49-F238E27FC236}">
                      <a16:creationId xmlns:a16="http://schemas.microsoft.com/office/drawing/2014/main" id="{924BE92D-724C-DCAD-CD9A-09E61E8C2642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1" name="Google Shape;4051;p40">
                  <a:extLst>
                    <a:ext uri="{FF2B5EF4-FFF2-40B4-BE49-F238E27FC236}">
                      <a16:creationId xmlns:a16="http://schemas.microsoft.com/office/drawing/2014/main" id="{8F6E59D6-FE59-C86C-54D0-D0FF66854848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2" name="Google Shape;4052;p40">
                  <a:extLst>
                    <a:ext uri="{FF2B5EF4-FFF2-40B4-BE49-F238E27FC236}">
                      <a16:creationId xmlns:a16="http://schemas.microsoft.com/office/drawing/2014/main" id="{DC724CF6-42F6-834F-7D9A-B2C57A1F2B27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3" name="Google Shape;4053;p40">
                  <a:extLst>
                    <a:ext uri="{FF2B5EF4-FFF2-40B4-BE49-F238E27FC236}">
                      <a16:creationId xmlns:a16="http://schemas.microsoft.com/office/drawing/2014/main" id="{F19BC0FD-49D2-BCA1-7C57-5B2BCFE39354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4" name="Google Shape;4054;p40">
                  <a:extLst>
                    <a:ext uri="{FF2B5EF4-FFF2-40B4-BE49-F238E27FC236}">
                      <a16:creationId xmlns:a16="http://schemas.microsoft.com/office/drawing/2014/main" id="{E9A2EE7A-2DF2-7488-06E4-8055FC4F9FC7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5" name="Google Shape;4055;p40">
                  <a:extLst>
                    <a:ext uri="{FF2B5EF4-FFF2-40B4-BE49-F238E27FC236}">
                      <a16:creationId xmlns:a16="http://schemas.microsoft.com/office/drawing/2014/main" id="{5493824E-9532-9596-0CBB-D8FBCDB35AB0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6" name="Google Shape;4056;p40">
                  <a:extLst>
                    <a:ext uri="{FF2B5EF4-FFF2-40B4-BE49-F238E27FC236}">
                      <a16:creationId xmlns:a16="http://schemas.microsoft.com/office/drawing/2014/main" id="{C8EC1367-62C1-CD8F-580D-77A4CDB2FACF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7" name="Google Shape;4057;p40">
                  <a:extLst>
                    <a:ext uri="{FF2B5EF4-FFF2-40B4-BE49-F238E27FC236}">
                      <a16:creationId xmlns:a16="http://schemas.microsoft.com/office/drawing/2014/main" id="{132D3EB5-94FF-1755-1FFE-90B9C41F2638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8" name="Google Shape;4058;p40">
                  <a:extLst>
                    <a:ext uri="{FF2B5EF4-FFF2-40B4-BE49-F238E27FC236}">
                      <a16:creationId xmlns:a16="http://schemas.microsoft.com/office/drawing/2014/main" id="{6816A69B-118B-F61E-6EB7-6A2BD1B2C2C3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9" name="Google Shape;4059;p40">
                  <a:extLst>
                    <a:ext uri="{FF2B5EF4-FFF2-40B4-BE49-F238E27FC236}">
                      <a16:creationId xmlns:a16="http://schemas.microsoft.com/office/drawing/2014/main" id="{5677B6BC-F79E-EF48-7ED6-172A353CA1AC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0" name="Google Shape;4060;p40">
                  <a:extLst>
                    <a:ext uri="{FF2B5EF4-FFF2-40B4-BE49-F238E27FC236}">
                      <a16:creationId xmlns:a16="http://schemas.microsoft.com/office/drawing/2014/main" id="{5BB7ADFA-E43F-6611-59B5-BBF59E0A5AAA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1" name="Google Shape;4061;p40">
                  <a:extLst>
                    <a:ext uri="{FF2B5EF4-FFF2-40B4-BE49-F238E27FC236}">
                      <a16:creationId xmlns:a16="http://schemas.microsoft.com/office/drawing/2014/main" id="{CAA3E841-8B98-2D85-4D51-2F1B7A5C7393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2" name="Google Shape;4062;p40">
                  <a:extLst>
                    <a:ext uri="{FF2B5EF4-FFF2-40B4-BE49-F238E27FC236}">
                      <a16:creationId xmlns:a16="http://schemas.microsoft.com/office/drawing/2014/main" id="{5CB2D2F0-3FE7-D522-162C-7EAF64A99AA3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3" name="Google Shape;4063;p40">
                  <a:extLst>
                    <a:ext uri="{FF2B5EF4-FFF2-40B4-BE49-F238E27FC236}">
                      <a16:creationId xmlns:a16="http://schemas.microsoft.com/office/drawing/2014/main" id="{9307CF75-6F88-60F6-71A5-191EC2F49E66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4" name="Google Shape;4064;p40">
                  <a:extLst>
                    <a:ext uri="{FF2B5EF4-FFF2-40B4-BE49-F238E27FC236}">
                      <a16:creationId xmlns:a16="http://schemas.microsoft.com/office/drawing/2014/main" id="{1BA96D38-4987-D0E3-28AF-4008D3B0273D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5" name="Google Shape;4065;p40">
                  <a:extLst>
                    <a:ext uri="{FF2B5EF4-FFF2-40B4-BE49-F238E27FC236}">
                      <a16:creationId xmlns:a16="http://schemas.microsoft.com/office/drawing/2014/main" id="{88519281-6A49-C485-81AF-75196F7F2E02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6" name="Google Shape;4066;p40">
                  <a:extLst>
                    <a:ext uri="{FF2B5EF4-FFF2-40B4-BE49-F238E27FC236}">
                      <a16:creationId xmlns:a16="http://schemas.microsoft.com/office/drawing/2014/main" id="{4589AAFE-53BB-7523-AEA0-12C05EB206D3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7" name="Google Shape;4067;p40">
                  <a:extLst>
                    <a:ext uri="{FF2B5EF4-FFF2-40B4-BE49-F238E27FC236}">
                      <a16:creationId xmlns:a16="http://schemas.microsoft.com/office/drawing/2014/main" id="{C240860E-22E9-77B9-51E7-0941B4A51CD6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8" name="Google Shape;4068;p40">
                  <a:extLst>
                    <a:ext uri="{FF2B5EF4-FFF2-40B4-BE49-F238E27FC236}">
                      <a16:creationId xmlns:a16="http://schemas.microsoft.com/office/drawing/2014/main" id="{7DB743DB-099C-9607-56DC-876B69E7B60F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9" name="Google Shape;4069;p40">
                  <a:extLst>
                    <a:ext uri="{FF2B5EF4-FFF2-40B4-BE49-F238E27FC236}">
                      <a16:creationId xmlns:a16="http://schemas.microsoft.com/office/drawing/2014/main" id="{292E1D0F-1A31-44B3-49F9-189A60F9AA03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0" name="Google Shape;4070;p40">
                  <a:extLst>
                    <a:ext uri="{FF2B5EF4-FFF2-40B4-BE49-F238E27FC236}">
                      <a16:creationId xmlns:a16="http://schemas.microsoft.com/office/drawing/2014/main" id="{169F766C-0B76-59F3-718C-47C62F042B81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1" name="Google Shape;4071;p40">
                  <a:extLst>
                    <a:ext uri="{FF2B5EF4-FFF2-40B4-BE49-F238E27FC236}">
                      <a16:creationId xmlns:a16="http://schemas.microsoft.com/office/drawing/2014/main" id="{3839296E-84FA-5ED7-17F2-EE6D1B2D54E1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2" name="Google Shape;4072;p40">
                  <a:extLst>
                    <a:ext uri="{FF2B5EF4-FFF2-40B4-BE49-F238E27FC236}">
                      <a16:creationId xmlns:a16="http://schemas.microsoft.com/office/drawing/2014/main" id="{0DD2E855-D812-D5C1-3CA9-14A0C49715D7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3" name="Google Shape;4073;p40">
                  <a:extLst>
                    <a:ext uri="{FF2B5EF4-FFF2-40B4-BE49-F238E27FC236}">
                      <a16:creationId xmlns:a16="http://schemas.microsoft.com/office/drawing/2014/main" id="{C01F0014-C195-6A36-097D-FE2D88709EC3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4" name="Google Shape;4074;p40">
                  <a:extLst>
                    <a:ext uri="{FF2B5EF4-FFF2-40B4-BE49-F238E27FC236}">
                      <a16:creationId xmlns:a16="http://schemas.microsoft.com/office/drawing/2014/main" id="{D2F212D6-BBD1-D3D4-956D-D6BF46D321EF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5" name="Google Shape;4075;p40">
                  <a:extLst>
                    <a:ext uri="{FF2B5EF4-FFF2-40B4-BE49-F238E27FC236}">
                      <a16:creationId xmlns:a16="http://schemas.microsoft.com/office/drawing/2014/main" id="{A1A4B086-00D9-A99F-FC32-D782E19D4150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6" name="Google Shape;4076;p40">
                  <a:extLst>
                    <a:ext uri="{FF2B5EF4-FFF2-40B4-BE49-F238E27FC236}">
                      <a16:creationId xmlns:a16="http://schemas.microsoft.com/office/drawing/2014/main" id="{E746D89F-A2F3-D2E9-09A3-BAB262B57D0D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7" name="Google Shape;4077;p40">
                  <a:extLst>
                    <a:ext uri="{FF2B5EF4-FFF2-40B4-BE49-F238E27FC236}">
                      <a16:creationId xmlns:a16="http://schemas.microsoft.com/office/drawing/2014/main" id="{0F43C49C-AD9C-44C6-7E55-97C1F03D8190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8" name="Google Shape;4078;p40">
                  <a:extLst>
                    <a:ext uri="{FF2B5EF4-FFF2-40B4-BE49-F238E27FC236}">
                      <a16:creationId xmlns:a16="http://schemas.microsoft.com/office/drawing/2014/main" id="{2CAB131F-DA95-48D0-0F4A-F2696923A405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9" name="Google Shape;4079;p40">
                  <a:extLst>
                    <a:ext uri="{FF2B5EF4-FFF2-40B4-BE49-F238E27FC236}">
                      <a16:creationId xmlns:a16="http://schemas.microsoft.com/office/drawing/2014/main" id="{BB044DD3-9569-1E45-D5E4-FDCF687A2FD7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0" name="Google Shape;4080;p40">
                  <a:extLst>
                    <a:ext uri="{FF2B5EF4-FFF2-40B4-BE49-F238E27FC236}">
                      <a16:creationId xmlns:a16="http://schemas.microsoft.com/office/drawing/2014/main" id="{F11F2248-26C3-6953-9D48-AD701CE2FD7A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1" name="Google Shape;4081;p40">
                  <a:extLst>
                    <a:ext uri="{FF2B5EF4-FFF2-40B4-BE49-F238E27FC236}">
                      <a16:creationId xmlns:a16="http://schemas.microsoft.com/office/drawing/2014/main" id="{ECCA8D56-663F-8464-D251-CB64C9BE5EE2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2" name="Google Shape;4082;p40">
                  <a:extLst>
                    <a:ext uri="{FF2B5EF4-FFF2-40B4-BE49-F238E27FC236}">
                      <a16:creationId xmlns:a16="http://schemas.microsoft.com/office/drawing/2014/main" id="{C966E722-F64E-7FA3-70CB-3B51BB5FAA9A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3" name="Google Shape;4083;p40">
                  <a:extLst>
                    <a:ext uri="{FF2B5EF4-FFF2-40B4-BE49-F238E27FC236}">
                      <a16:creationId xmlns:a16="http://schemas.microsoft.com/office/drawing/2014/main" id="{F3536E7D-321E-AAFB-7931-4363A0E9522C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4" name="Google Shape;4084;p40">
                  <a:extLst>
                    <a:ext uri="{FF2B5EF4-FFF2-40B4-BE49-F238E27FC236}">
                      <a16:creationId xmlns:a16="http://schemas.microsoft.com/office/drawing/2014/main" id="{8D41A1C9-B917-D861-E5FF-BCE891B8496A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5" name="Google Shape;4085;p40">
                  <a:extLst>
                    <a:ext uri="{FF2B5EF4-FFF2-40B4-BE49-F238E27FC236}">
                      <a16:creationId xmlns:a16="http://schemas.microsoft.com/office/drawing/2014/main" id="{EA15F537-996F-B5E2-9437-900B8E763E20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6" name="Google Shape;4086;p40">
                  <a:extLst>
                    <a:ext uri="{FF2B5EF4-FFF2-40B4-BE49-F238E27FC236}">
                      <a16:creationId xmlns:a16="http://schemas.microsoft.com/office/drawing/2014/main" id="{338B17D8-7F10-DA11-D918-9D56AD17562E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7" name="Google Shape;4087;p40">
                  <a:extLst>
                    <a:ext uri="{FF2B5EF4-FFF2-40B4-BE49-F238E27FC236}">
                      <a16:creationId xmlns:a16="http://schemas.microsoft.com/office/drawing/2014/main" id="{075ADA22-B35E-7B44-09D0-50E3246B4A06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8" name="Google Shape;4088;p40">
                  <a:extLst>
                    <a:ext uri="{FF2B5EF4-FFF2-40B4-BE49-F238E27FC236}">
                      <a16:creationId xmlns:a16="http://schemas.microsoft.com/office/drawing/2014/main" id="{E595A707-E286-9D8A-98E2-DDC65EE82349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9" name="Google Shape;4089;p40">
                  <a:extLst>
                    <a:ext uri="{FF2B5EF4-FFF2-40B4-BE49-F238E27FC236}">
                      <a16:creationId xmlns:a16="http://schemas.microsoft.com/office/drawing/2014/main" id="{C65C2B17-A148-7A67-2DE7-A1C0393E5B96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0" name="Google Shape;4090;p40">
                  <a:extLst>
                    <a:ext uri="{FF2B5EF4-FFF2-40B4-BE49-F238E27FC236}">
                      <a16:creationId xmlns:a16="http://schemas.microsoft.com/office/drawing/2014/main" id="{DE39B112-F688-7F80-B283-6F17F21783E4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1" name="Google Shape;4091;p40">
                  <a:extLst>
                    <a:ext uri="{FF2B5EF4-FFF2-40B4-BE49-F238E27FC236}">
                      <a16:creationId xmlns:a16="http://schemas.microsoft.com/office/drawing/2014/main" id="{4DAEBD47-48F0-87BA-CB6D-F8BF10248DA5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2" name="Google Shape;4092;p40">
                  <a:extLst>
                    <a:ext uri="{FF2B5EF4-FFF2-40B4-BE49-F238E27FC236}">
                      <a16:creationId xmlns:a16="http://schemas.microsoft.com/office/drawing/2014/main" id="{D8EFE2F8-D995-8BDF-6643-60A3038401DC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3" name="Google Shape;4093;p40">
                  <a:extLst>
                    <a:ext uri="{FF2B5EF4-FFF2-40B4-BE49-F238E27FC236}">
                      <a16:creationId xmlns:a16="http://schemas.microsoft.com/office/drawing/2014/main" id="{3E5E0826-CDC0-BD8E-2BCE-44A1CE62A933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4" name="Google Shape;4094;p40">
                  <a:extLst>
                    <a:ext uri="{FF2B5EF4-FFF2-40B4-BE49-F238E27FC236}">
                      <a16:creationId xmlns:a16="http://schemas.microsoft.com/office/drawing/2014/main" id="{E425AEDD-103C-6595-84D9-73C39FA1C5CF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5" name="Google Shape;4095;p40">
                  <a:extLst>
                    <a:ext uri="{FF2B5EF4-FFF2-40B4-BE49-F238E27FC236}">
                      <a16:creationId xmlns:a16="http://schemas.microsoft.com/office/drawing/2014/main" id="{839F7CE3-3753-2FC2-5857-D0327A8E29E6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6" name="Google Shape;4096;p40">
                  <a:extLst>
                    <a:ext uri="{FF2B5EF4-FFF2-40B4-BE49-F238E27FC236}">
                      <a16:creationId xmlns:a16="http://schemas.microsoft.com/office/drawing/2014/main" id="{659DECEC-6395-FD29-FEBE-50DC0F8C1B5C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7" name="Google Shape;4097;p40">
                  <a:extLst>
                    <a:ext uri="{FF2B5EF4-FFF2-40B4-BE49-F238E27FC236}">
                      <a16:creationId xmlns:a16="http://schemas.microsoft.com/office/drawing/2014/main" id="{0C7744E4-A040-83BB-EF07-F363ED0412F6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8" name="Google Shape;4098;p40">
                  <a:extLst>
                    <a:ext uri="{FF2B5EF4-FFF2-40B4-BE49-F238E27FC236}">
                      <a16:creationId xmlns:a16="http://schemas.microsoft.com/office/drawing/2014/main" id="{FB6487C0-3D83-E6B9-CAC2-3D8E4976ABBF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9" name="Google Shape;4099;p40">
                  <a:extLst>
                    <a:ext uri="{FF2B5EF4-FFF2-40B4-BE49-F238E27FC236}">
                      <a16:creationId xmlns:a16="http://schemas.microsoft.com/office/drawing/2014/main" id="{387C76F4-D504-C5CD-B2D9-4EF4099F660B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0" name="Google Shape;4100;p40">
                  <a:extLst>
                    <a:ext uri="{FF2B5EF4-FFF2-40B4-BE49-F238E27FC236}">
                      <a16:creationId xmlns:a16="http://schemas.microsoft.com/office/drawing/2014/main" id="{2612B866-A388-C7DE-F09A-B39AB46B2C21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1" name="Google Shape;4101;p40">
                  <a:extLst>
                    <a:ext uri="{FF2B5EF4-FFF2-40B4-BE49-F238E27FC236}">
                      <a16:creationId xmlns:a16="http://schemas.microsoft.com/office/drawing/2014/main" id="{9F69DDC0-4823-BD69-9E86-4FAC67FC628A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2" name="Google Shape;4102;p40">
                  <a:extLst>
                    <a:ext uri="{FF2B5EF4-FFF2-40B4-BE49-F238E27FC236}">
                      <a16:creationId xmlns:a16="http://schemas.microsoft.com/office/drawing/2014/main" id="{8B11EF15-1F07-4456-BFAA-91CDC3D9FDD4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03" name="Google Shape;4103;p40">
              <a:extLst>
                <a:ext uri="{FF2B5EF4-FFF2-40B4-BE49-F238E27FC236}">
                  <a16:creationId xmlns:a16="http://schemas.microsoft.com/office/drawing/2014/main" id="{FC2731F3-7E59-7FAF-8B23-2A26C7E46D1F}"/>
                </a:ext>
              </a:extLst>
            </p:cNvPr>
            <p:cNvGrpSpPr/>
            <p:nvPr/>
          </p:nvGrpSpPr>
          <p:grpSpPr>
            <a:xfrm>
              <a:off x="6722850" y="1544650"/>
              <a:ext cx="762741" cy="1311760"/>
              <a:chOff x="5309625" y="6138225"/>
              <a:chExt cx="762741" cy="1311760"/>
            </a:xfrm>
          </p:grpSpPr>
          <p:sp>
            <p:nvSpPr>
              <p:cNvPr id="4104" name="Google Shape;4104;p40">
                <a:extLst>
                  <a:ext uri="{FF2B5EF4-FFF2-40B4-BE49-F238E27FC236}">
                    <a16:creationId xmlns:a16="http://schemas.microsoft.com/office/drawing/2014/main" id="{1638B572-0B10-52C0-FE08-27737903DD57}"/>
                  </a:ext>
                </a:extLst>
              </p:cNvPr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40">
                <a:extLst>
                  <a:ext uri="{FF2B5EF4-FFF2-40B4-BE49-F238E27FC236}">
                    <a16:creationId xmlns:a16="http://schemas.microsoft.com/office/drawing/2014/main" id="{28F574B0-A495-76B6-3CAB-74504CDC027E}"/>
                  </a:ext>
                </a:extLst>
              </p:cNvPr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40">
                <a:extLst>
                  <a:ext uri="{FF2B5EF4-FFF2-40B4-BE49-F238E27FC236}">
                    <a16:creationId xmlns:a16="http://schemas.microsoft.com/office/drawing/2014/main" id="{854C2F7A-CBB1-AA2F-85A0-8879CF5578C4}"/>
                  </a:ext>
                </a:extLst>
              </p:cNvPr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40">
                <a:extLst>
                  <a:ext uri="{FF2B5EF4-FFF2-40B4-BE49-F238E27FC236}">
                    <a16:creationId xmlns:a16="http://schemas.microsoft.com/office/drawing/2014/main" id="{8340489A-80FD-1655-C29B-3C95E979CC4A}"/>
                  </a:ext>
                </a:extLst>
              </p:cNvPr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40">
                <a:extLst>
                  <a:ext uri="{FF2B5EF4-FFF2-40B4-BE49-F238E27FC236}">
                    <a16:creationId xmlns:a16="http://schemas.microsoft.com/office/drawing/2014/main" id="{E944F4E5-2A39-8F42-CA72-0C985F2A88CA}"/>
                  </a:ext>
                </a:extLst>
              </p:cNvPr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40">
                <a:extLst>
                  <a:ext uri="{FF2B5EF4-FFF2-40B4-BE49-F238E27FC236}">
                    <a16:creationId xmlns:a16="http://schemas.microsoft.com/office/drawing/2014/main" id="{022F2A98-A544-915E-443C-888E07E105D6}"/>
                  </a:ext>
                </a:extLst>
              </p:cNvPr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40">
                <a:extLst>
                  <a:ext uri="{FF2B5EF4-FFF2-40B4-BE49-F238E27FC236}">
                    <a16:creationId xmlns:a16="http://schemas.microsoft.com/office/drawing/2014/main" id="{BC15142B-C82E-E5F1-A18F-3436A1439C02}"/>
                  </a:ext>
                </a:extLst>
              </p:cNvPr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40">
                <a:extLst>
                  <a:ext uri="{FF2B5EF4-FFF2-40B4-BE49-F238E27FC236}">
                    <a16:creationId xmlns:a16="http://schemas.microsoft.com/office/drawing/2014/main" id="{05617A1D-9465-8088-D1E4-1A039FCF18B9}"/>
                  </a:ext>
                </a:extLst>
              </p:cNvPr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40">
                <a:extLst>
                  <a:ext uri="{FF2B5EF4-FFF2-40B4-BE49-F238E27FC236}">
                    <a16:creationId xmlns:a16="http://schemas.microsoft.com/office/drawing/2014/main" id="{C88E1BA7-E12E-BC51-2FA6-A3C717E3A548}"/>
                  </a:ext>
                </a:extLst>
              </p:cNvPr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40">
                <a:extLst>
                  <a:ext uri="{FF2B5EF4-FFF2-40B4-BE49-F238E27FC236}">
                    <a16:creationId xmlns:a16="http://schemas.microsoft.com/office/drawing/2014/main" id="{A21F6D73-D77C-C293-ED4A-CD4E629BC4A6}"/>
                  </a:ext>
                </a:extLst>
              </p:cNvPr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40">
                <a:extLst>
                  <a:ext uri="{FF2B5EF4-FFF2-40B4-BE49-F238E27FC236}">
                    <a16:creationId xmlns:a16="http://schemas.microsoft.com/office/drawing/2014/main" id="{4803A64F-80E1-90CE-1357-F06925D56B1E}"/>
                  </a:ext>
                </a:extLst>
              </p:cNvPr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40">
                <a:extLst>
                  <a:ext uri="{FF2B5EF4-FFF2-40B4-BE49-F238E27FC236}">
                    <a16:creationId xmlns:a16="http://schemas.microsoft.com/office/drawing/2014/main" id="{B2F492EE-50AC-9BDE-B923-5CCCD74DC873}"/>
                  </a:ext>
                </a:extLst>
              </p:cNvPr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40">
                <a:extLst>
                  <a:ext uri="{FF2B5EF4-FFF2-40B4-BE49-F238E27FC236}">
                    <a16:creationId xmlns:a16="http://schemas.microsoft.com/office/drawing/2014/main" id="{FCE5669A-DDE4-477E-1D51-2AD8E931E03F}"/>
                  </a:ext>
                </a:extLst>
              </p:cNvPr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40">
                <a:extLst>
                  <a:ext uri="{FF2B5EF4-FFF2-40B4-BE49-F238E27FC236}">
                    <a16:creationId xmlns:a16="http://schemas.microsoft.com/office/drawing/2014/main" id="{9FAE7468-2B56-0FD9-69A4-B61B82E674EA}"/>
                  </a:ext>
                </a:extLst>
              </p:cNvPr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40">
                <a:extLst>
                  <a:ext uri="{FF2B5EF4-FFF2-40B4-BE49-F238E27FC236}">
                    <a16:creationId xmlns:a16="http://schemas.microsoft.com/office/drawing/2014/main" id="{4FFC8456-4F7F-1FEE-66A5-9AA2C6737C7E}"/>
                  </a:ext>
                </a:extLst>
              </p:cNvPr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40">
                <a:extLst>
                  <a:ext uri="{FF2B5EF4-FFF2-40B4-BE49-F238E27FC236}">
                    <a16:creationId xmlns:a16="http://schemas.microsoft.com/office/drawing/2014/main" id="{7441D161-977A-B09F-9CBA-5835C9CFFBC4}"/>
                  </a:ext>
                </a:extLst>
              </p:cNvPr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40">
                <a:extLst>
                  <a:ext uri="{FF2B5EF4-FFF2-40B4-BE49-F238E27FC236}">
                    <a16:creationId xmlns:a16="http://schemas.microsoft.com/office/drawing/2014/main" id="{C5E8FCE7-4094-220F-257A-88EB4074B437}"/>
                  </a:ext>
                </a:extLst>
              </p:cNvPr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40">
                <a:extLst>
                  <a:ext uri="{FF2B5EF4-FFF2-40B4-BE49-F238E27FC236}">
                    <a16:creationId xmlns:a16="http://schemas.microsoft.com/office/drawing/2014/main" id="{639EB241-6E2E-8276-6064-C1E570544F82}"/>
                  </a:ext>
                </a:extLst>
              </p:cNvPr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40">
                <a:extLst>
                  <a:ext uri="{FF2B5EF4-FFF2-40B4-BE49-F238E27FC236}">
                    <a16:creationId xmlns:a16="http://schemas.microsoft.com/office/drawing/2014/main" id="{5768CA02-C1E2-414B-4B48-4C731139677F}"/>
                  </a:ext>
                </a:extLst>
              </p:cNvPr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40">
                <a:extLst>
                  <a:ext uri="{FF2B5EF4-FFF2-40B4-BE49-F238E27FC236}">
                    <a16:creationId xmlns:a16="http://schemas.microsoft.com/office/drawing/2014/main" id="{CA52BB5A-A7A3-2241-8633-FE8FBAFCC74B}"/>
                  </a:ext>
                </a:extLst>
              </p:cNvPr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40">
                <a:extLst>
                  <a:ext uri="{FF2B5EF4-FFF2-40B4-BE49-F238E27FC236}">
                    <a16:creationId xmlns:a16="http://schemas.microsoft.com/office/drawing/2014/main" id="{CA961A5F-3D84-426D-C3F3-18DAA6C2CC1F}"/>
                  </a:ext>
                </a:extLst>
              </p:cNvPr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40">
                <a:extLst>
                  <a:ext uri="{FF2B5EF4-FFF2-40B4-BE49-F238E27FC236}">
                    <a16:creationId xmlns:a16="http://schemas.microsoft.com/office/drawing/2014/main" id="{A033CF10-CA14-6347-83D5-8B780B2447C0}"/>
                  </a:ext>
                </a:extLst>
              </p:cNvPr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40">
                <a:extLst>
                  <a:ext uri="{FF2B5EF4-FFF2-40B4-BE49-F238E27FC236}">
                    <a16:creationId xmlns:a16="http://schemas.microsoft.com/office/drawing/2014/main" id="{FC0AD082-222C-94B2-1E50-349BD7F2D8D3}"/>
                  </a:ext>
                </a:extLst>
              </p:cNvPr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40">
                <a:extLst>
                  <a:ext uri="{FF2B5EF4-FFF2-40B4-BE49-F238E27FC236}">
                    <a16:creationId xmlns:a16="http://schemas.microsoft.com/office/drawing/2014/main" id="{1069D147-AFBF-C075-F414-FA409C7CB9A0}"/>
                  </a:ext>
                </a:extLst>
              </p:cNvPr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40">
                <a:extLst>
                  <a:ext uri="{FF2B5EF4-FFF2-40B4-BE49-F238E27FC236}">
                    <a16:creationId xmlns:a16="http://schemas.microsoft.com/office/drawing/2014/main" id="{6408ACBE-7633-792D-8DB1-7216F2C665B9}"/>
                  </a:ext>
                </a:extLst>
              </p:cNvPr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40">
                <a:extLst>
                  <a:ext uri="{FF2B5EF4-FFF2-40B4-BE49-F238E27FC236}">
                    <a16:creationId xmlns:a16="http://schemas.microsoft.com/office/drawing/2014/main" id="{1D1F443E-DE1A-CC9D-D2F9-13E947986759}"/>
                  </a:ext>
                </a:extLst>
              </p:cNvPr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40">
                <a:extLst>
                  <a:ext uri="{FF2B5EF4-FFF2-40B4-BE49-F238E27FC236}">
                    <a16:creationId xmlns:a16="http://schemas.microsoft.com/office/drawing/2014/main" id="{43DEABFE-8F03-6D2A-2283-47EDD08CD301}"/>
                  </a:ext>
                </a:extLst>
              </p:cNvPr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40">
                <a:extLst>
                  <a:ext uri="{FF2B5EF4-FFF2-40B4-BE49-F238E27FC236}">
                    <a16:creationId xmlns:a16="http://schemas.microsoft.com/office/drawing/2014/main" id="{E4218E92-C14D-E3D4-793D-097EC3B9C645}"/>
                  </a:ext>
                </a:extLst>
              </p:cNvPr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40">
                <a:extLst>
                  <a:ext uri="{FF2B5EF4-FFF2-40B4-BE49-F238E27FC236}">
                    <a16:creationId xmlns:a16="http://schemas.microsoft.com/office/drawing/2014/main" id="{EE547ADC-A0E5-6F92-6A72-FE8DFC66DCF7}"/>
                  </a:ext>
                </a:extLst>
              </p:cNvPr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40">
                <a:extLst>
                  <a:ext uri="{FF2B5EF4-FFF2-40B4-BE49-F238E27FC236}">
                    <a16:creationId xmlns:a16="http://schemas.microsoft.com/office/drawing/2014/main" id="{11A54EBB-AF8C-DE46-E07F-C70331546F8D}"/>
                  </a:ext>
                </a:extLst>
              </p:cNvPr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40">
                <a:extLst>
                  <a:ext uri="{FF2B5EF4-FFF2-40B4-BE49-F238E27FC236}">
                    <a16:creationId xmlns:a16="http://schemas.microsoft.com/office/drawing/2014/main" id="{62914534-6E7F-82D6-6C28-CA12E9F33234}"/>
                  </a:ext>
                </a:extLst>
              </p:cNvPr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40">
                <a:extLst>
                  <a:ext uri="{FF2B5EF4-FFF2-40B4-BE49-F238E27FC236}">
                    <a16:creationId xmlns:a16="http://schemas.microsoft.com/office/drawing/2014/main" id="{A9634D65-556F-6DD1-ECD7-53AA4CBA2AD8}"/>
                  </a:ext>
                </a:extLst>
              </p:cNvPr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40">
                <a:extLst>
                  <a:ext uri="{FF2B5EF4-FFF2-40B4-BE49-F238E27FC236}">
                    <a16:creationId xmlns:a16="http://schemas.microsoft.com/office/drawing/2014/main" id="{52565BFC-AC50-73B6-ECEA-28CBE5D61BF8}"/>
                  </a:ext>
                </a:extLst>
              </p:cNvPr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40">
                <a:extLst>
                  <a:ext uri="{FF2B5EF4-FFF2-40B4-BE49-F238E27FC236}">
                    <a16:creationId xmlns:a16="http://schemas.microsoft.com/office/drawing/2014/main" id="{1F66E95A-ED4D-1C75-139E-8B7051FB4DCD}"/>
                  </a:ext>
                </a:extLst>
              </p:cNvPr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40">
                <a:extLst>
                  <a:ext uri="{FF2B5EF4-FFF2-40B4-BE49-F238E27FC236}">
                    <a16:creationId xmlns:a16="http://schemas.microsoft.com/office/drawing/2014/main" id="{E3F2B664-9ABA-4D66-F936-053BDC2ED1CF}"/>
                  </a:ext>
                </a:extLst>
              </p:cNvPr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9" name="Google Shape;4139;p40">
              <a:extLst>
                <a:ext uri="{FF2B5EF4-FFF2-40B4-BE49-F238E27FC236}">
                  <a16:creationId xmlns:a16="http://schemas.microsoft.com/office/drawing/2014/main" id="{00B6D4AC-FF57-0888-210E-202CB97CA467}"/>
                </a:ext>
              </a:extLst>
            </p:cNvPr>
            <p:cNvGrpSpPr/>
            <p:nvPr/>
          </p:nvGrpSpPr>
          <p:grpSpPr>
            <a:xfrm>
              <a:off x="7236625" y="3453800"/>
              <a:ext cx="1314274" cy="809400"/>
              <a:chOff x="5522300" y="5335650"/>
              <a:chExt cx="1314274" cy="809400"/>
            </a:xfrm>
          </p:grpSpPr>
          <p:sp>
            <p:nvSpPr>
              <p:cNvPr id="4140" name="Google Shape;4140;p40">
                <a:extLst>
                  <a:ext uri="{FF2B5EF4-FFF2-40B4-BE49-F238E27FC236}">
                    <a16:creationId xmlns:a16="http://schemas.microsoft.com/office/drawing/2014/main" id="{0D4F0391-0108-3043-E613-86C2F4B02FE2}"/>
                  </a:ext>
                </a:extLst>
              </p:cNvPr>
              <p:cNvSpPr/>
              <p:nvPr/>
            </p:nvSpPr>
            <p:spPr>
              <a:xfrm>
                <a:off x="5522300" y="5959482"/>
                <a:ext cx="311312" cy="185568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3226" extrusionOk="0">
                    <a:moveTo>
                      <a:pt x="2730" y="0"/>
                    </a:moveTo>
                    <a:lnTo>
                      <a:pt x="1" y="1512"/>
                    </a:lnTo>
                    <a:lnTo>
                      <a:pt x="3108" y="3225"/>
                    </a:lnTo>
                    <a:lnTo>
                      <a:pt x="5033" y="3048"/>
                    </a:lnTo>
                    <a:lnTo>
                      <a:pt x="5411" y="1855"/>
                    </a:lnTo>
                    <a:lnTo>
                      <a:pt x="273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40">
                <a:extLst>
                  <a:ext uri="{FF2B5EF4-FFF2-40B4-BE49-F238E27FC236}">
                    <a16:creationId xmlns:a16="http://schemas.microsoft.com/office/drawing/2014/main" id="{BD6F7053-50AE-8804-F28A-05259BB7A179}"/>
                  </a:ext>
                </a:extLst>
              </p:cNvPr>
              <p:cNvSpPr/>
              <p:nvPr/>
            </p:nvSpPr>
            <p:spPr>
              <a:xfrm>
                <a:off x="6728491" y="5355380"/>
                <a:ext cx="8858" cy="72076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253" extrusionOk="0">
                    <a:moveTo>
                      <a:pt x="154" y="0"/>
                    </a:moveTo>
                    <a:lnTo>
                      <a:pt x="0" y="83"/>
                    </a:lnTo>
                    <a:lnTo>
                      <a:pt x="0" y="1253"/>
                    </a:lnTo>
                    <a:lnTo>
                      <a:pt x="154" y="117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40">
                <a:extLst>
                  <a:ext uri="{FF2B5EF4-FFF2-40B4-BE49-F238E27FC236}">
                    <a16:creationId xmlns:a16="http://schemas.microsoft.com/office/drawing/2014/main" id="{2E13A539-152C-6029-8B8E-EBB5374202BC}"/>
                  </a:ext>
                </a:extLst>
              </p:cNvPr>
              <p:cNvSpPr/>
              <p:nvPr/>
            </p:nvSpPr>
            <p:spPr>
              <a:xfrm>
                <a:off x="5720753" y="5941133"/>
                <a:ext cx="66611" cy="169231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294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1158" y="2942"/>
                    </a:lnTo>
                    <a:lnTo>
                      <a:pt x="1158" y="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40">
                <a:extLst>
                  <a:ext uri="{FF2B5EF4-FFF2-40B4-BE49-F238E27FC236}">
                    <a16:creationId xmlns:a16="http://schemas.microsoft.com/office/drawing/2014/main" id="{A9CA453F-8889-634C-7DD3-BB9408D81744}"/>
                  </a:ext>
                </a:extLst>
              </p:cNvPr>
              <p:cNvSpPr/>
              <p:nvPr/>
            </p:nvSpPr>
            <p:spPr>
              <a:xfrm>
                <a:off x="5679279" y="5926867"/>
                <a:ext cx="33363" cy="150191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611" extrusionOk="0">
                    <a:moveTo>
                      <a:pt x="1" y="0"/>
                    </a:moveTo>
                    <a:lnTo>
                      <a:pt x="1" y="2280"/>
                    </a:lnTo>
                    <a:lnTo>
                      <a:pt x="579" y="2611"/>
                    </a:lnTo>
                    <a:lnTo>
                      <a:pt x="579" y="3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40">
                <a:extLst>
                  <a:ext uri="{FF2B5EF4-FFF2-40B4-BE49-F238E27FC236}">
                    <a16:creationId xmlns:a16="http://schemas.microsoft.com/office/drawing/2014/main" id="{0CBD2A8D-E2EC-A6CD-63AF-CDB8105D96CF}"/>
                  </a:ext>
                </a:extLst>
              </p:cNvPr>
              <p:cNvSpPr/>
              <p:nvPr/>
            </p:nvSpPr>
            <p:spPr>
              <a:xfrm>
                <a:off x="5712585" y="5941133"/>
                <a:ext cx="8226" cy="13592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63" extrusionOk="0">
                    <a:moveTo>
                      <a:pt x="142" y="0"/>
                    </a:moveTo>
                    <a:lnTo>
                      <a:pt x="0" y="95"/>
                    </a:lnTo>
                    <a:lnTo>
                      <a:pt x="0" y="2363"/>
                    </a:lnTo>
                    <a:lnTo>
                      <a:pt x="142" y="2280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40">
                <a:extLst>
                  <a:ext uri="{FF2B5EF4-FFF2-40B4-BE49-F238E27FC236}">
                    <a16:creationId xmlns:a16="http://schemas.microsoft.com/office/drawing/2014/main" id="{85D57579-4D28-BAE9-30C5-607770F4C303}"/>
                  </a:ext>
                </a:extLst>
              </p:cNvPr>
              <p:cNvSpPr/>
              <p:nvPr/>
            </p:nvSpPr>
            <p:spPr>
              <a:xfrm>
                <a:off x="5811811" y="5413133"/>
                <a:ext cx="1024763" cy="721735"/>
              </a:xfrm>
              <a:custGeom>
                <a:avLst/>
                <a:gdLst/>
                <a:ahLst/>
                <a:cxnLst/>
                <a:rect l="l" t="t" r="r" b="b"/>
                <a:pathLst>
                  <a:path w="17815" h="12547" extrusionOk="0">
                    <a:moveTo>
                      <a:pt x="17815" y="0"/>
                    </a:moveTo>
                    <a:lnTo>
                      <a:pt x="0" y="10278"/>
                    </a:lnTo>
                    <a:lnTo>
                      <a:pt x="0" y="12546"/>
                    </a:lnTo>
                    <a:lnTo>
                      <a:pt x="17815" y="2257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40">
                <a:extLst>
                  <a:ext uri="{FF2B5EF4-FFF2-40B4-BE49-F238E27FC236}">
                    <a16:creationId xmlns:a16="http://schemas.microsoft.com/office/drawing/2014/main" id="{FCFBD9BB-334F-E3F1-258F-BE6066C079F8}"/>
                  </a:ext>
                </a:extLst>
              </p:cNvPr>
              <p:cNvSpPr/>
              <p:nvPr/>
            </p:nvSpPr>
            <p:spPr>
              <a:xfrm>
                <a:off x="5679279" y="5335650"/>
                <a:ext cx="1157295" cy="668699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11625" extrusionOk="0">
                    <a:moveTo>
                      <a:pt x="17815" y="1"/>
                    </a:moveTo>
                    <a:lnTo>
                      <a:pt x="1" y="10278"/>
                    </a:lnTo>
                    <a:lnTo>
                      <a:pt x="579" y="10621"/>
                    </a:lnTo>
                    <a:lnTo>
                      <a:pt x="721" y="10526"/>
                    </a:lnTo>
                    <a:lnTo>
                      <a:pt x="1879" y="11200"/>
                    </a:lnTo>
                    <a:lnTo>
                      <a:pt x="1737" y="11282"/>
                    </a:lnTo>
                    <a:lnTo>
                      <a:pt x="2304" y="11625"/>
                    </a:lnTo>
                    <a:lnTo>
                      <a:pt x="20119" y="1347"/>
                    </a:lnTo>
                    <a:lnTo>
                      <a:pt x="19540" y="1005"/>
                    </a:lnTo>
                    <a:lnTo>
                      <a:pt x="19398" y="1099"/>
                    </a:lnTo>
                    <a:lnTo>
                      <a:pt x="18240" y="426"/>
                    </a:lnTo>
                    <a:lnTo>
                      <a:pt x="18394" y="343"/>
                    </a:lnTo>
                    <a:lnTo>
                      <a:pt x="17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40">
                <a:extLst>
                  <a:ext uri="{FF2B5EF4-FFF2-40B4-BE49-F238E27FC236}">
                    <a16:creationId xmlns:a16="http://schemas.microsoft.com/office/drawing/2014/main" id="{EDB150AD-B9BE-7158-05B3-DEFF51DA16FF}"/>
                  </a:ext>
                </a:extLst>
              </p:cNvPr>
              <p:cNvSpPr/>
              <p:nvPr/>
            </p:nvSpPr>
            <p:spPr>
              <a:xfrm>
                <a:off x="5747213" y="5525244"/>
                <a:ext cx="762518" cy="439012"/>
              </a:xfrm>
              <a:custGeom>
                <a:avLst/>
                <a:gdLst/>
                <a:ahLst/>
                <a:cxnLst/>
                <a:rect l="l" t="t" r="r" b="b"/>
                <a:pathLst>
                  <a:path w="13256" h="7632" extrusionOk="0">
                    <a:moveTo>
                      <a:pt x="12688" y="1"/>
                    </a:moveTo>
                    <a:lnTo>
                      <a:pt x="1" y="7313"/>
                    </a:lnTo>
                    <a:lnTo>
                      <a:pt x="568" y="7632"/>
                    </a:lnTo>
                    <a:lnTo>
                      <a:pt x="12688" y="639"/>
                    </a:lnTo>
                    <a:lnTo>
                      <a:pt x="13255" y="308"/>
                    </a:lnTo>
                    <a:lnTo>
                      <a:pt x="12688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40">
                <a:extLst>
                  <a:ext uri="{FF2B5EF4-FFF2-40B4-BE49-F238E27FC236}">
                    <a16:creationId xmlns:a16="http://schemas.microsoft.com/office/drawing/2014/main" id="{DAF345E7-534A-EAC2-21ED-82551E919668}"/>
                  </a:ext>
                </a:extLst>
              </p:cNvPr>
              <p:cNvSpPr/>
              <p:nvPr/>
            </p:nvSpPr>
            <p:spPr>
              <a:xfrm>
                <a:off x="6519166" y="5373730"/>
                <a:ext cx="250798" cy="145474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29" extrusionOk="0">
                    <a:moveTo>
                      <a:pt x="3816" y="0"/>
                    </a:moveTo>
                    <a:lnTo>
                      <a:pt x="1" y="2209"/>
                    </a:lnTo>
                    <a:lnTo>
                      <a:pt x="556" y="2528"/>
                    </a:lnTo>
                    <a:lnTo>
                      <a:pt x="3816" y="650"/>
                    </a:lnTo>
                    <a:lnTo>
                      <a:pt x="4360" y="331"/>
                    </a:lnTo>
                    <a:lnTo>
                      <a:pt x="381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40">
                <a:extLst>
                  <a:ext uri="{FF2B5EF4-FFF2-40B4-BE49-F238E27FC236}">
                    <a16:creationId xmlns:a16="http://schemas.microsoft.com/office/drawing/2014/main" id="{EA2F2430-5340-7DE7-0CA3-C96A0CDB1F6A}"/>
                  </a:ext>
                </a:extLst>
              </p:cNvPr>
              <p:cNvSpPr/>
              <p:nvPr/>
            </p:nvSpPr>
            <p:spPr>
              <a:xfrm>
                <a:off x="5707810" y="5916685"/>
                <a:ext cx="38137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40">
                <a:extLst>
                  <a:ext uri="{FF2B5EF4-FFF2-40B4-BE49-F238E27FC236}">
                    <a16:creationId xmlns:a16="http://schemas.microsoft.com/office/drawing/2014/main" id="{BC8A4832-F945-9D9A-268D-D9A54EE7A72A}"/>
                  </a:ext>
                </a:extLst>
              </p:cNvPr>
              <p:cNvSpPr/>
              <p:nvPr/>
            </p:nvSpPr>
            <p:spPr>
              <a:xfrm>
                <a:off x="5732948" y="590173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40">
                <a:extLst>
                  <a:ext uri="{FF2B5EF4-FFF2-40B4-BE49-F238E27FC236}">
                    <a16:creationId xmlns:a16="http://schemas.microsoft.com/office/drawing/2014/main" id="{AF62FECA-4BEB-1F9A-7DEE-AAB558566DAD}"/>
                  </a:ext>
                </a:extLst>
              </p:cNvPr>
              <p:cNvSpPr/>
              <p:nvPr/>
            </p:nvSpPr>
            <p:spPr>
              <a:xfrm>
                <a:off x="5759466" y="5886774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40">
                <a:extLst>
                  <a:ext uri="{FF2B5EF4-FFF2-40B4-BE49-F238E27FC236}">
                    <a16:creationId xmlns:a16="http://schemas.microsoft.com/office/drawing/2014/main" id="{FE6DC0EC-0761-57B6-90CF-4DFEDCD10695}"/>
                  </a:ext>
                </a:extLst>
              </p:cNvPr>
              <p:cNvSpPr/>
              <p:nvPr/>
            </p:nvSpPr>
            <p:spPr>
              <a:xfrm>
                <a:off x="5784603" y="587181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201" y="0"/>
                    </a:moveTo>
                    <a:lnTo>
                      <a:pt x="1" y="107"/>
                    </a:lnTo>
                    <a:lnTo>
                      <a:pt x="497" y="378"/>
                    </a:lnTo>
                    <a:lnTo>
                      <a:pt x="662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40">
                <a:extLst>
                  <a:ext uri="{FF2B5EF4-FFF2-40B4-BE49-F238E27FC236}">
                    <a16:creationId xmlns:a16="http://schemas.microsoft.com/office/drawing/2014/main" id="{D485C656-3466-CCC4-5D12-22D75F2D5249}"/>
                  </a:ext>
                </a:extLst>
              </p:cNvPr>
              <p:cNvSpPr/>
              <p:nvPr/>
            </p:nvSpPr>
            <p:spPr>
              <a:xfrm>
                <a:off x="5810431" y="5857552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40">
                <a:extLst>
                  <a:ext uri="{FF2B5EF4-FFF2-40B4-BE49-F238E27FC236}">
                    <a16:creationId xmlns:a16="http://schemas.microsoft.com/office/drawing/2014/main" id="{BBF1D70D-9303-CF92-10CE-84F069B0CA5A}"/>
                  </a:ext>
                </a:extLst>
              </p:cNvPr>
              <p:cNvSpPr/>
              <p:nvPr/>
            </p:nvSpPr>
            <p:spPr>
              <a:xfrm>
                <a:off x="5836948" y="5841906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40">
                <a:extLst>
                  <a:ext uri="{FF2B5EF4-FFF2-40B4-BE49-F238E27FC236}">
                    <a16:creationId xmlns:a16="http://schemas.microsoft.com/office/drawing/2014/main" id="{6DAB0233-75D4-9D89-2984-0B9AABDD4CD3}"/>
                  </a:ext>
                </a:extLst>
              </p:cNvPr>
              <p:cNvSpPr/>
              <p:nvPr/>
            </p:nvSpPr>
            <p:spPr>
              <a:xfrm>
                <a:off x="5862086" y="5827640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40">
                <a:extLst>
                  <a:ext uri="{FF2B5EF4-FFF2-40B4-BE49-F238E27FC236}">
                    <a16:creationId xmlns:a16="http://schemas.microsoft.com/office/drawing/2014/main" id="{92649F14-8D8D-D7AB-919E-95DAF0992A08}"/>
                  </a:ext>
                </a:extLst>
              </p:cNvPr>
              <p:cNvSpPr/>
              <p:nvPr/>
            </p:nvSpPr>
            <p:spPr>
              <a:xfrm>
                <a:off x="5887913" y="5811994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40">
                <a:extLst>
                  <a:ext uri="{FF2B5EF4-FFF2-40B4-BE49-F238E27FC236}">
                    <a16:creationId xmlns:a16="http://schemas.microsoft.com/office/drawing/2014/main" id="{D688A5A9-95BC-61AE-6F2F-AB0354BADD94}"/>
                  </a:ext>
                </a:extLst>
              </p:cNvPr>
              <p:cNvSpPr/>
              <p:nvPr/>
            </p:nvSpPr>
            <p:spPr>
              <a:xfrm>
                <a:off x="5913741" y="5797038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84" y="403"/>
                    </a:lnTo>
                    <a:lnTo>
                      <a:pt x="674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40">
                <a:extLst>
                  <a:ext uri="{FF2B5EF4-FFF2-40B4-BE49-F238E27FC236}">
                    <a16:creationId xmlns:a16="http://schemas.microsoft.com/office/drawing/2014/main" id="{A95D60E8-C43D-9080-0116-04B57E7E157A}"/>
                  </a:ext>
                </a:extLst>
              </p:cNvPr>
              <p:cNvSpPr/>
              <p:nvPr/>
            </p:nvSpPr>
            <p:spPr>
              <a:xfrm>
                <a:off x="5939569" y="5782773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4" y="379"/>
                    </a:lnTo>
                    <a:lnTo>
                      <a:pt x="673" y="2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40">
                <a:extLst>
                  <a:ext uri="{FF2B5EF4-FFF2-40B4-BE49-F238E27FC236}">
                    <a16:creationId xmlns:a16="http://schemas.microsoft.com/office/drawing/2014/main" id="{1DF787E5-99AB-608D-4A8E-E4FEC4DDE176}"/>
                  </a:ext>
                </a:extLst>
              </p:cNvPr>
              <p:cNvSpPr/>
              <p:nvPr/>
            </p:nvSpPr>
            <p:spPr>
              <a:xfrm>
                <a:off x="5964706" y="5767184"/>
                <a:ext cx="3946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85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40">
                <a:extLst>
                  <a:ext uri="{FF2B5EF4-FFF2-40B4-BE49-F238E27FC236}">
                    <a16:creationId xmlns:a16="http://schemas.microsoft.com/office/drawing/2014/main" id="{571EA65F-2B35-769A-C65B-935A2367BAFC}"/>
                  </a:ext>
                </a:extLst>
              </p:cNvPr>
              <p:cNvSpPr/>
              <p:nvPr/>
            </p:nvSpPr>
            <p:spPr>
              <a:xfrm>
                <a:off x="5991166" y="5752919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40">
                <a:extLst>
                  <a:ext uri="{FF2B5EF4-FFF2-40B4-BE49-F238E27FC236}">
                    <a16:creationId xmlns:a16="http://schemas.microsoft.com/office/drawing/2014/main" id="{3D7001F3-B469-D375-1D9F-E7FB15981834}"/>
                  </a:ext>
                </a:extLst>
              </p:cNvPr>
              <p:cNvSpPr/>
              <p:nvPr/>
            </p:nvSpPr>
            <p:spPr>
              <a:xfrm>
                <a:off x="6016994" y="5737273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190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40">
                <a:extLst>
                  <a:ext uri="{FF2B5EF4-FFF2-40B4-BE49-F238E27FC236}">
                    <a16:creationId xmlns:a16="http://schemas.microsoft.com/office/drawing/2014/main" id="{8A85577A-29D0-A025-19A9-8AB0477ADCCA}"/>
                  </a:ext>
                </a:extLst>
              </p:cNvPr>
              <p:cNvSpPr/>
              <p:nvPr/>
            </p:nvSpPr>
            <p:spPr>
              <a:xfrm>
                <a:off x="6042131" y="5723007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40">
                <a:extLst>
                  <a:ext uri="{FF2B5EF4-FFF2-40B4-BE49-F238E27FC236}">
                    <a16:creationId xmlns:a16="http://schemas.microsoft.com/office/drawing/2014/main" id="{748F59EB-E8CF-1264-5D67-4BE730EC42D2}"/>
                  </a:ext>
                </a:extLst>
              </p:cNvPr>
              <p:cNvSpPr/>
              <p:nvPr/>
            </p:nvSpPr>
            <p:spPr>
              <a:xfrm>
                <a:off x="6068649" y="5708051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40">
                <a:extLst>
                  <a:ext uri="{FF2B5EF4-FFF2-40B4-BE49-F238E27FC236}">
                    <a16:creationId xmlns:a16="http://schemas.microsoft.com/office/drawing/2014/main" id="{1DC26AB5-2E7F-18B6-F2FE-4733700BF8E2}"/>
                  </a:ext>
                </a:extLst>
              </p:cNvPr>
              <p:cNvSpPr/>
              <p:nvPr/>
            </p:nvSpPr>
            <p:spPr>
              <a:xfrm>
                <a:off x="6093787" y="5693095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40">
                <a:extLst>
                  <a:ext uri="{FF2B5EF4-FFF2-40B4-BE49-F238E27FC236}">
                    <a16:creationId xmlns:a16="http://schemas.microsoft.com/office/drawing/2014/main" id="{D9F7A671-D298-37BC-9E77-1812B7EF9064}"/>
                  </a:ext>
                </a:extLst>
              </p:cNvPr>
              <p:cNvSpPr/>
              <p:nvPr/>
            </p:nvSpPr>
            <p:spPr>
              <a:xfrm>
                <a:off x="6120305" y="5678139"/>
                <a:ext cx="3808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3" extrusionOk="0">
                    <a:moveTo>
                      <a:pt x="178" y="1"/>
                    </a:moveTo>
                    <a:lnTo>
                      <a:pt x="0" y="119"/>
                    </a:lnTo>
                    <a:lnTo>
                      <a:pt x="473" y="402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40">
                <a:extLst>
                  <a:ext uri="{FF2B5EF4-FFF2-40B4-BE49-F238E27FC236}">
                    <a16:creationId xmlns:a16="http://schemas.microsoft.com/office/drawing/2014/main" id="{00BBE5F7-9101-88EB-B0C1-F7C28FE023C4}"/>
                  </a:ext>
                </a:extLst>
              </p:cNvPr>
              <p:cNvSpPr/>
              <p:nvPr/>
            </p:nvSpPr>
            <p:spPr>
              <a:xfrm>
                <a:off x="6145442" y="5663874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7" y="379"/>
                    </a:lnTo>
                    <a:lnTo>
                      <a:pt x="674" y="272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40">
                <a:extLst>
                  <a:ext uri="{FF2B5EF4-FFF2-40B4-BE49-F238E27FC236}">
                    <a16:creationId xmlns:a16="http://schemas.microsoft.com/office/drawing/2014/main" id="{046C8DA2-6B82-1A92-1065-98C37F798279}"/>
                  </a:ext>
                </a:extLst>
              </p:cNvPr>
              <p:cNvSpPr/>
              <p:nvPr/>
            </p:nvSpPr>
            <p:spPr>
              <a:xfrm>
                <a:off x="6171270" y="5648228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40">
                <a:extLst>
                  <a:ext uri="{FF2B5EF4-FFF2-40B4-BE49-F238E27FC236}">
                    <a16:creationId xmlns:a16="http://schemas.microsoft.com/office/drawing/2014/main" id="{C26678C5-0C17-6A11-42D2-1501957B384B}"/>
                  </a:ext>
                </a:extLst>
              </p:cNvPr>
              <p:cNvSpPr/>
              <p:nvPr/>
            </p:nvSpPr>
            <p:spPr>
              <a:xfrm>
                <a:off x="6197787" y="5633962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40">
                <a:extLst>
                  <a:ext uri="{FF2B5EF4-FFF2-40B4-BE49-F238E27FC236}">
                    <a16:creationId xmlns:a16="http://schemas.microsoft.com/office/drawing/2014/main" id="{7EA265DC-324F-075C-9780-223D8D949B01}"/>
                  </a:ext>
                </a:extLst>
              </p:cNvPr>
              <p:cNvSpPr/>
              <p:nvPr/>
            </p:nvSpPr>
            <p:spPr>
              <a:xfrm>
                <a:off x="6222925" y="5618373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90"/>
                    </a:lnTo>
                    <a:lnTo>
                      <a:pt x="674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40">
                <a:extLst>
                  <a:ext uri="{FF2B5EF4-FFF2-40B4-BE49-F238E27FC236}">
                    <a16:creationId xmlns:a16="http://schemas.microsoft.com/office/drawing/2014/main" id="{EB48082D-55AF-6DF0-4E66-931F9BFF5840}"/>
                  </a:ext>
                </a:extLst>
              </p:cNvPr>
              <p:cNvSpPr/>
              <p:nvPr/>
            </p:nvSpPr>
            <p:spPr>
              <a:xfrm>
                <a:off x="6248752" y="5604050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4" y="391"/>
                    </a:lnTo>
                    <a:lnTo>
                      <a:pt x="673" y="285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40">
                <a:extLst>
                  <a:ext uri="{FF2B5EF4-FFF2-40B4-BE49-F238E27FC236}">
                    <a16:creationId xmlns:a16="http://schemas.microsoft.com/office/drawing/2014/main" id="{AF2E2738-6AAD-F30E-111F-4D311F3FB62F}"/>
                  </a:ext>
                </a:extLst>
              </p:cNvPr>
              <p:cNvSpPr/>
              <p:nvPr/>
            </p:nvSpPr>
            <p:spPr>
              <a:xfrm>
                <a:off x="6275213" y="5589152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40">
                <a:extLst>
                  <a:ext uri="{FF2B5EF4-FFF2-40B4-BE49-F238E27FC236}">
                    <a16:creationId xmlns:a16="http://schemas.microsoft.com/office/drawing/2014/main" id="{DB2846C9-BEC8-C843-C889-DAFA4E14CB2C}"/>
                  </a:ext>
                </a:extLst>
              </p:cNvPr>
              <p:cNvSpPr/>
              <p:nvPr/>
            </p:nvSpPr>
            <p:spPr>
              <a:xfrm>
                <a:off x="6300350" y="5574196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40">
                <a:extLst>
                  <a:ext uri="{FF2B5EF4-FFF2-40B4-BE49-F238E27FC236}">
                    <a16:creationId xmlns:a16="http://schemas.microsoft.com/office/drawing/2014/main" id="{0F75619E-D28B-78E9-0E8A-7015EA62A3F1}"/>
                  </a:ext>
                </a:extLst>
              </p:cNvPr>
              <p:cNvSpPr/>
              <p:nvPr/>
            </p:nvSpPr>
            <p:spPr>
              <a:xfrm>
                <a:off x="6326178" y="555924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40">
                <a:extLst>
                  <a:ext uri="{FF2B5EF4-FFF2-40B4-BE49-F238E27FC236}">
                    <a16:creationId xmlns:a16="http://schemas.microsoft.com/office/drawing/2014/main" id="{430E610E-DFC1-4AFD-ADCF-696306DAF044}"/>
                  </a:ext>
                </a:extLst>
              </p:cNvPr>
              <p:cNvSpPr/>
              <p:nvPr/>
            </p:nvSpPr>
            <p:spPr>
              <a:xfrm>
                <a:off x="6352005" y="554497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74" y="26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40">
                <a:extLst>
                  <a:ext uri="{FF2B5EF4-FFF2-40B4-BE49-F238E27FC236}">
                    <a16:creationId xmlns:a16="http://schemas.microsoft.com/office/drawing/2014/main" id="{AB2791B1-47F4-350A-4360-A36A899B3248}"/>
                  </a:ext>
                </a:extLst>
              </p:cNvPr>
              <p:cNvSpPr/>
              <p:nvPr/>
            </p:nvSpPr>
            <p:spPr>
              <a:xfrm>
                <a:off x="6377833" y="5529328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40">
                <a:extLst>
                  <a:ext uri="{FF2B5EF4-FFF2-40B4-BE49-F238E27FC236}">
                    <a16:creationId xmlns:a16="http://schemas.microsoft.com/office/drawing/2014/main" id="{8C678618-A8D4-9AD3-A9FE-32C2AE0E3A19}"/>
                  </a:ext>
                </a:extLst>
              </p:cNvPr>
              <p:cNvSpPr/>
              <p:nvPr/>
            </p:nvSpPr>
            <p:spPr>
              <a:xfrm>
                <a:off x="6404351" y="5514373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73" y="390"/>
                    </a:lnTo>
                    <a:lnTo>
                      <a:pt x="662" y="27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40">
                <a:extLst>
                  <a:ext uri="{FF2B5EF4-FFF2-40B4-BE49-F238E27FC236}">
                    <a16:creationId xmlns:a16="http://schemas.microsoft.com/office/drawing/2014/main" id="{1C760908-11B4-101F-639D-BC3C16FB2C1A}"/>
                  </a:ext>
                </a:extLst>
              </p:cNvPr>
              <p:cNvSpPr/>
              <p:nvPr/>
            </p:nvSpPr>
            <p:spPr>
              <a:xfrm>
                <a:off x="6429488" y="5499417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40">
                <a:extLst>
                  <a:ext uri="{FF2B5EF4-FFF2-40B4-BE49-F238E27FC236}">
                    <a16:creationId xmlns:a16="http://schemas.microsoft.com/office/drawing/2014/main" id="{DD03DE1B-AEB3-46A6-3E62-39F8407E0BE3}"/>
                  </a:ext>
                </a:extLst>
              </p:cNvPr>
              <p:cNvSpPr/>
              <p:nvPr/>
            </p:nvSpPr>
            <p:spPr>
              <a:xfrm>
                <a:off x="6455316" y="548446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40">
                <a:extLst>
                  <a:ext uri="{FF2B5EF4-FFF2-40B4-BE49-F238E27FC236}">
                    <a16:creationId xmlns:a16="http://schemas.microsoft.com/office/drawing/2014/main" id="{8FC90FC5-05F6-705A-194D-B04F11E35B06}"/>
                  </a:ext>
                </a:extLst>
              </p:cNvPr>
              <p:cNvSpPr/>
              <p:nvPr/>
            </p:nvSpPr>
            <p:spPr>
              <a:xfrm>
                <a:off x="6481144" y="5470195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95"/>
                    </a:lnTo>
                    <a:lnTo>
                      <a:pt x="473" y="379"/>
                    </a:lnTo>
                    <a:lnTo>
                      <a:pt x="662" y="273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40">
                <a:extLst>
                  <a:ext uri="{FF2B5EF4-FFF2-40B4-BE49-F238E27FC236}">
                    <a16:creationId xmlns:a16="http://schemas.microsoft.com/office/drawing/2014/main" id="{B1621B15-5ACB-F3C6-B26F-86C8E0F20131}"/>
                  </a:ext>
                </a:extLst>
              </p:cNvPr>
              <p:cNvSpPr/>
              <p:nvPr/>
            </p:nvSpPr>
            <p:spPr>
              <a:xfrm>
                <a:off x="6506971" y="545460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40">
                <a:extLst>
                  <a:ext uri="{FF2B5EF4-FFF2-40B4-BE49-F238E27FC236}">
                    <a16:creationId xmlns:a16="http://schemas.microsoft.com/office/drawing/2014/main" id="{638E9260-4A57-456C-6E03-C2FA5D39A74C}"/>
                  </a:ext>
                </a:extLst>
              </p:cNvPr>
              <p:cNvSpPr/>
              <p:nvPr/>
            </p:nvSpPr>
            <p:spPr>
              <a:xfrm>
                <a:off x="6532109" y="5440341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78"/>
                    </a:lnTo>
                    <a:lnTo>
                      <a:pt x="685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40">
                <a:extLst>
                  <a:ext uri="{FF2B5EF4-FFF2-40B4-BE49-F238E27FC236}">
                    <a16:creationId xmlns:a16="http://schemas.microsoft.com/office/drawing/2014/main" id="{FC6220BD-AD0F-E6B7-BCD5-2D469C3BD4F2}"/>
                  </a:ext>
                </a:extLst>
              </p:cNvPr>
              <p:cNvSpPr/>
              <p:nvPr/>
            </p:nvSpPr>
            <p:spPr>
              <a:xfrm>
                <a:off x="6558569" y="5424695"/>
                <a:ext cx="38137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2" extrusionOk="0">
                    <a:moveTo>
                      <a:pt x="178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40">
                <a:extLst>
                  <a:ext uri="{FF2B5EF4-FFF2-40B4-BE49-F238E27FC236}">
                    <a16:creationId xmlns:a16="http://schemas.microsoft.com/office/drawing/2014/main" id="{04B3CB8B-D76A-F59E-9FB0-23A292D4E913}"/>
                  </a:ext>
                </a:extLst>
              </p:cNvPr>
              <p:cNvSpPr/>
              <p:nvPr/>
            </p:nvSpPr>
            <p:spPr>
              <a:xfrm>
                <a:off x="6584397" y="5410429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40">
                <a:extLst>
                  <a:ext uri="{FF2B5EF4-FFF2-40B4-BE49-F238E27FC236}">
                    <a16:creationId xmlns:a16="http://schemas.microsoft.com/office/drawing/2014/main" id="{BFFB143E-7B73-7DA4-2E0B-B5B333F3BB4D}"/>
                  </a:ext>
                </a:extLst>
              </p:cNvPr>
              <p:cNvSpPr/>
              <p:nvPr/>
            </p:nvSpPr>
            <p:spPr>
              <a:xfrm>
                <a:off x="6609534" y="5395473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86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40">
                <a:extLst>
                  <a:ext uri="{FF2B5EF4-FFF2-40B4-BE49-F238E27FC236}">
                    <a16:creationId xmlns:a16="http://schemas.microsoft.com/office/drawing/2014/main" id="{334A71A9-137F-E652-7B93-B4A21903E101}"/>
                  </a:ext>
                </a:extLst>
              </p:cNvPr>
              <p:cNvSpPr/>
              <p:nvPr/>
            </p:nvSpPr>
            <p:spPr>
              <a:xfrm>
                <a:off x="6636052" y="5380518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40">
                <a:extLst>
                  <a:ext uri="{FF2B5EF4-FFF2-40B4-BE49-F238E27FC236}">
                    <a16:creationId xmlns:a16="http://schemas.microsoft.com/office/drawing/2014/main" id="{9C6794C8-44D2-6F03-A71B-D0C3942E9B43}"/>
                  </a:ext>
                </a:extLst>
              </p:cNvPr>
              <p:cNvSpPr/>
              <p:nvPr/>
            </p:nvSpPr>
            <p:spPr>
              <a:xfrm>
                <a:off x="6661189" y="5365562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40">
                <a:extLst>
                  <a:ext uri="{FF2B5EF4-FFF2-40B4-BE49-F238E27FC236}">
                    <a16:creationId xmlns:a16="http://schemas.microsoft.com/office/drawing/2014/main" id="{E032072E-6857-808B-4E32-50D7FAED4520}"/>
                  </a:ext>
                </a:extLst>
              </p:cNvPr>
              <p:cNvSpPr/>
              <p:nvPr/>
            </p:nvSpPr>
            <p:spPr>
              <a:xfrm>
                <a:off x="6687017" y="5351296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40">
                <a:extLst>
                  <a:ext uri="{FF2B5EF4-FFF2-40B4-BE49-F238E27FC236}">
                    <a16:creationId xmlns:a16="http://schemas.microsoft.com/office/drawing/2014/main" id="{57D7FCE3-35A4-6D50-9A16-D275603AADAF}"/>
                  </a:ext>
                </a:extLst>
              </p:cNvPr>
              <p:cNvSpPr/>
              <p:nvPr/>
            </p:nvSpPr>
            <p:spPr>
              <a:xfrm>
                <a:off x="5794784" y="5966960"/>
                <a:ext cx="38828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2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40">
                <a:extLst>
                  <a:ext uri="{FF2B5EF4-FFF2-40B4-BE49-F238E27FC236}">
                    <a16:creationId xmlns:a16="http://schemas.microsoft.com/office/drawing/2014/main" id="{395D3B47-DDE2-F657-2CBC-017FB102046B}"/>
                  </a:ext>
                </a:extLst>
              </p:cNvPr>
              <p:cNvSpPr/>
              <p:nvPr/>
            </p:nvSpPr>
            <p:spPr>
              <a:xfrm>
                <a:off x="5820612" y="595269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40">
                <a:extLst>
                  <a:ext uri="{FF2B5EF4-FFF2-40B4-BE49-F238E27FC236}">
                    <a16:creationId xmlns:a16="http://schemas.microsoft.com/office/drawing/2014/main" id="{CA0C49B2-271A-4117-3925-D92452581C6E}"/>
                  </a:ext>
                </a:extLst>
              </p:cNvPr>
              <p:cNvSpPr/>
              <p:nvPr/>
            </p:nvSpPr>
            <p:spPr>
              <a:xfrm>
                <a:off x="5847130" y="5937048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66" y="0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40">
                <a:extLst>
                  <a:ext uri="{FF2B5EF4-FFF2-40B4-BE49-F238E27FC236}">
                    <a16:creationId xmlns:a16="http://schemas.microsoft.com/office/drawing/2014/main" id="{B1CD8302-1D81-86A7-55FD-827B31BDE379}"/>
                  </a:ext>
                </a:extLst>
              </p:cNvPr>
              <p:cNvSpPr/>
              <p:nvPr/>
            </p:nvSpPr>
            <p:spPr>
              <a:xfrm>
                <a:off x="5872267" y="5922783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40">
                <a:extLst>
                  <a:ext uri="{FF2B5EF4-FFF2-40B4-BE49-F238E27FC236}">
                    <a16:creationId xmlns:a16="http://schemas.microsoft.com/office/drawing/2014/main" id="{B995A789-66A7-A00C-D5B9-6941D02EC044}"/>
                  </a:ext>
                </a:extLst>
              </p:cNvPr>
              <p:cNvSpPr/>
              <p:nvPr/>
            </p:nvSpPr>
            <p:spPr>
              <a:xfrm>
                <a:off x="5898095" y="5907137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40">
                <a:extLst>
                  <a:ext uri="{FF2B5EF4-FFF2-40B4-BE49-F238E27FC236}">
                    <a16:creationId xmlns:a16="http://schemas.microsoft.com/office/drawing/2014/main" id="{9853D8E5-C6DB-5537-27BF-09C34C31B693}"/>
                  </a:ext>
                </a:extLst>
              </p:cNvPr>
              <p:cNvSpPr/>
              <p:nvPr/>
            </p:nvSpPr>
            <p:spPr>
              <a:xfrm>
                <a:off x="5923923" y="5892871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97" y="390"/>
                    </a:lnTo>
                    <a:lnTo>
                      <a:pt x="674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40">
                <a:extLst>
                  <a:ext uri="{FF2B5EF4-FFF2-40B4-BE49-F238E27FC236}">
                    <a16:creationId xmlns:a16="http://schemas.microsoft.com/office/drawing/2014/main" id="{03729EC0-CC21-1533-9B3B-ABC076CC976E}"/>
                  </a:ext>
                </a:extLst>
              </p:cNvPr>
              <p:cNvSpPr/>
              <p:nvPr/>
            </p:nvSpPr>
            <p:spPr>
              <a:xfrm>
                <a:off x="5949750" y="5877915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40">
                <a:extLst>
                  <a:ext uri="{FF2B5EF4-FFF2-40B4-BE49-F238E27FC236}">
                    <a16:creationId xmlns:a16="http://schemas.microsoft.com/office/drawing/2014/main" id="{FE2382E0-2E5F-E18C-CD3C-FBCA7255218E}"/>
                  </a:ext>
                </a:extLst>
              </p:cNvPr>
              <p:cNvSpPr/>
              <p:nvPr/>
            </p:nvSpPr>
            <p:spPr>
              <a:xfrm>
                <a:off x="5974888" y="5862959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0" y="107"/>
                    </a:lnTo>
                    <a:lnTo>
                      <a:pt x="496" y="391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40">
                <a:extLst>
                  <a:ext uri="{FF2B5EF4-FFF2-40B4-BE49-F238E27FC236}">
                    <a16:creationId xmlns:a16="http://schemas.microsoft.com/office/drawing/2014/main" id="{33F59BBA-AE0A-54C6-6065-EE35856C3782}"/>
                  </a:ext>
                </a:extLst>
              </p:cNvPr>
              <p:cNvSpPr/>
              <p:nvPr/>
            </p:nvSpPr>
            <p:spPr>
              <a:xfrm>
                <a:off x="6001405" y="5848003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40">
                <a:extLst>
                  <a:ext uri="{FF2B5EF4-FFF2-40B4-BE49-F238E27FC236}">
                    <a16:creationId xmlns:a16="http://schemas.microsoft.com/office/drawing/2014/main" id="{736D3164-48F2-D1EF-3797-B75136E4FC0D}"/>
                  </a:ext>
                </a:extLst>
              </p:cNvPr>
              <p:cNvSpPr/>
              <p:nvPr/>
            </p:nvSpPr>
            <p:spPr>
              <a:xfrm>
                <a:off x="6026543" y="5833738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6" y="379"/>
                    </a:lnTo>
                    <a:lnTo>
                      <a:pt x="685" y="26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40">
                <a:extLst>
                  <a:ext uri="{FF2B5EF4-FFF2-40B4-BE49-F238E27FC236}">
                    <a16:creationId xmlns:a16="http://schemas.microsoft.com/office/drawing/2014/main" id="{9CE49D5D-362F-7091-93AD-C0BE4D431953}"/>
                  </a:ext>
                </a:extLst>
              </p:cNvPr>
              <p:cNvSpPr/>
              <p:nvPr/>
            </p:nvSpPr>
            <p:spPr>
              <a:xfrm>
                <a:off x="6053003" y="5818149"/>
                <a:ext cx="38828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73" y="390"/>
                    </a:lnTo>
                    <a:lnTo>
                      <a:pt x="674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40">
                <a:extLst>
                  <a:ext uri="{FF2B5EF4-FFF2-40B4-BE49-F238E27FC236}">
                    <a16:creationId xmlns:a16="http://schemas.microsoft.com/office/drawing/2014/main" id="{38E441DA-B90C-1F1D-A85F-A2EA1F2368EA}"/>
                  </a:ext>
                </a:extLst>
              </p:cNvPr>
              <p:cNvSpPr/>
              <p:nvPr/>
            </p:nvSpPr>
            <p:spPr>
              <a:xfrm>
                <a:off x="6078831" y="5803193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40">
                <a:extLst>
                  <a:ext uri="{FF2B5EF4-FFF2-40B4-BE49-F238E27FC236}">
                    <a16:creationId xmlns:a16="http://schemas.microsoft.com/office/drawing/2014/main" id="{773D5509-67A7-2D3A-5E41-FA04081D7A47}"/>
                  </a:ext>
                </a:extLst>
              </p:cNvPr>
              <p:cNvSpPr/>
              <p:nvPr/>
            </p:nvSpPr>
            <p:spPr>
              <a:xfrm>
                <a:off x="6103968" y="5788238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202" y="0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40">
                <a:extLst>
                  <a:ext uri="{FF2B5EF4-FFF2-40B4-BE49-F238E27FC236}">
                    <a16:creationId xmlns:a16="http://schemas.microsoft.com/office/drawing/2014/main" id="{6BC1BCE5-71E3-289C-D0D6-432E8DAF7797}"/>
                  </a:ext>
                </a:extLst>
              </p:cNvPr>
              <p:cNvSpPr/>
              <p:nvPr/>
            </p:nvSpPr>
            <p:spPr>
              <a:xfrm>
                <a:off x="6130486" y="5773282"/>
                <a:ext cx="38137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3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40">
                <a:extLst>
                  <a:ext uri="{FF2B5EF4-FFF2-40B4-BE49-F238E27FC236}">
                    <a16:creationId xmlns:a16="http://schemas.microsoft.com/office/drawing/2014/main" id="{9E500B4C-A8C8-7AC3-79C2-13D254C2E3A8}"/>
                  </a:ext>
                </a:extLst>
              </p:cNvPr>
              <p:cNvSpPr/>
              <p:nvPr/>
            </p:nvSpPr>
            <p:spPr>
              <a:xfrm>
                <a:off x="6156314" y="5759016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0"/>
                    </a:moveTo>
                    <a:lnTo>
                      <a:pt x="0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40">
                <a:extLst>
                  <a:ext uri="{FF2B5EF4-FFF2-40B4-BE49-F238E27FC236}">
                    <a16:creationId xmlns:a16="http://schemas.microsoft.com/office/drawing/2014/main" id="{21745CE4-B866-85EB-4547-CE638570CA6E}"/>
                  </a:ext>
                </a:extLst>
              </p:cNvPr>
              <p:cNvSpPr/>
              <p:nvPr/>
            </p:nvSpPr>
            <p:spPr>
              <a:xfrm>
                <a:off x="6181451" y="5743370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190" y="1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40">
                <a:extLst>
                  <a:ext uri="{FF2B5EF4-FFF2-40B4-BE49-F238E27FC236}">
                    <a16:creationId xmlns:a16="http://schemas.microsoft.com/office/drawing/2014/main" id="{083023CF-3058-4FA4-6D7E-60E45BA4078D}"/>
                  </a:ext>
                </a:extLst>
              </p:cNvPr>
              <p:cNvSpPr/>
              <p:nvPr/>
            </p:nvSpPr>
            <p:spPr>
              <a:xfrm>
                <a:off x="6207969" y="5729104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40">
                <a:extLst>
                  <a:ext uri="{FF2B5EF4-FFF2-40B4-BE49-F238E27FC236}">
                    <a16:creationId xmlns:a16="http://schemas.microsoft.com/office/drawing/2014/main" id="{E7FB2FED-5A07-BE19-794D-BF0022428307}"/>
                  </a:ext>
                </a:extLst>
              </p:cNvPr>
              <p:cNvSpPr/>
              <p:nvPr/>
            </p:nvSpPr>
            <p:spPr>
              <a:xfrm>
                <a:off x="6233106" y="5713458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201" y="1"/>
                    </a:moveTo>
                    <a:lnTo>
                      <a:pt x="0" y="119"/>
                    </a:lnTo>
                    <a:lnTo>
                      <a:pt x="497" y="403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40">
                <a:extLst>
                  <a:ext uri="{FF2B5EF4-FFF2-40B4-BE49-F238E27FC236}">
                    <a16:creationId xmlns:a16="http://schemas.microsoft.com/office/drawing/2014/main" id="{14FF52EC-D52A-62E3-8FF3-5F4451C69BD6}"/>
                  </a:ext>
                </a:extLst>
              </p:cNvPr>
              <p:cNvSpPr/>
              <p:nvPr/>
            </p:nvSpPr>
            <p:spPr>
              <a:xfrm>
                <a:off x="6258934" y="56991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40">
                <a:extLst>
                  <a:ext uri="{FF2B5EF4-FFF2-40B4-BE49-F238E27FC236}">
                    <a16:creationId xmlns:a16="http://schemas.microsoft.com/office/drawing/2014/main" id="{958B2FC2-66A4-C3B3-659A-B0F814018E2A}"/>
                  </a:ext>
                </a:extLst>
              </p:cNvPr>
              <p:cNvSpPr/>
              <p:nvPr/>
            </p:nvSpPr>
            <p:spPr>
              <a:xfrm>
                <a:off x="6285394" y="568423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485" y="379"/>
                    </a:lnTo>
                    <a:lnTo>
                      <a:pt x="663" y="27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40">
                <a:extLst>
                  <a:ext uri="{FF2B5EF4-FFF2-40B4-BE49-F238E27FC236}">
                    <a16:creationId xmlns:a16="http://schemas.microsoft.com/office/drawing/2014/main" id="{4303B9E2-C0F9-49ED-C477-627215008B26}"/>
                  </a:ext>
                </a:extLst>
              </p:cNvPr>
              <p:cNvSpPr/>
              <p:nvPr/>
            </p:nvSpPr>
            <p:spPr>
              <a:xfrm>
                <a:off x="6310589" y="5669338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40">
                <a:extLst>
                  <a:ext uri="{FF2B5EF4-FFF2-40B4-BE49-F238E27FC236}">
                    <a16:creationId xmlns:a16="http://schemas.microsoft.com/office/drawing/2014/main" id="{821B8D6F-4682-9D00-0491-2980BE63BCCC}"/>
                  </a:ext>
                </a:extLst>
              </p:cNvPr>
              <p:cNvSpPr/>
              <p:nvPr/>
            </p:nvSpPr>
            <p:spPr>
              <a:xfrm>
                <a:off x="6336359" y="5654383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40">
                <a:extLst>
                  <a:ext uri="{FF2B5EF4-FFF2-40B4-BE49-F238E27FC236}">
                    <a16:creationId xmlns:a16="http://schemas.microsoft.com/office/drawing/2014/main" id="{3A3B668F-F05F-004F-A7B7-2912DEF80812}"/>
                  </a:ext>
                </a:extLst>
              </p:cNvPr>
              <p:cNvSpPr/>
              <p:nvPr/>
            </p:nvSpPr>
            <p:spPr>
              <a:xfrm>
                <a:off x="6362187" y="564011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40">
                <a:extLst>
                  <a:ext uri="{FF2B5EF4-FFF2-40B4-BE49-F238E27FC236}">
                    <a16:creationId xmlns:a16="http://schemas.microsoft.com/office/drawing/2014/main" id="{8CD66348-4FEE-CE65-76B2-4517B3E0B61E}"/>
                  </a:ext>
                </a:extLst>
              </p:cNvPr>
              <p:cNvSpPr/>
              <p:nvPr/>
            </p:nvSpPr>
            <p:spPr>
              <a:xfrm>
                <a:off x="6388015" y="5624471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40">
                <a:extLst>
                  <a:ext uri="{FF2B5EF4-FFF2-40B4-BE49-F238E27FC236}">
                    <a16:creationId xmlns:a16="http://schemas.microsoft.com/office/drawing/2014/main" id="{1C205E87-AC3E-80B5-6C86-3580E2090A04}"/>
                  </a:ext>
                </a:extLst>
              </p:cNvPr>
              <p:cNvSpPr/>
              <p:nvPr/>
            </p:nvSpPr>
            <p:spPr>
              <a:xfrm>
                <a:off x="6414532" y="5610205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0" y="107"/>
                    </a:lnTo>
                    <a:lnTo>
                      <a:pt x="473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40">
                <a:extLst>
                  <a:ext uri="{FF2B5EF4-FFF2-40B4-BE49-F238E27FC236}">
                    <a16:creationId xmlns:a16="http://schemas.microsoft.com/office/drawing/2014/main" id="{0624FB35-3E38-2BED-6959-95798534A608}"/>
                  </a:ext>
                </a:extLst>
              </p:cNvPr>
              <p:cNvSpPr/>
              <p:nvPr/>
            </p:nvSpPr>
            <p:spPr>
              <a:xfrm>
                <a:off x="6439670" y="5594559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40">
                <a:extLst>
                  <a:ext uri="{FF2B5EF4-FFF2-40B4-BE49-F238E27FC236}">
                    <a16:creationId xmlns:a16="http://schemas.microsoft.com/office/drawing/2014/main" id="{C89CA5BC-01E4-9510-7FDB-622EE99152D7}"/>
                  </a:ext>
                </a:extLst>
              </p:cNvPr>
              <p:cNvSpPr/>
              <p:nvPr/>
            </p:nvSpPr>
            <p:spPr>
              <a:xfrm>
                <a:off x="6465497" y="55802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40">
                <a:extLst>
                  <a:ext uri="{FF2B5EF4-FFF2-40B4-BE49-F238E27FC236}">
                    <a16:creationId xmlns:a16="http://schemas.microsoft.com/office/drawing/2014/main" id="{D06AAC34-085C-00F4-2402-7EDE80F6D46B}"/>
                  </a:ext>
                </a:extLst>
              </p:cNvPr>
              <p:cNvSpPr/>
              <p:nvPr/>
            </p:nvSpPr>
            <p:spPr>
              <a:xfrm>
                <a:off x="6491325" y="5565338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78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40">
                <a:extLst>
                  <a:ext uri="{FF2B5EF4-FFF2-40B4-BE49-F238E27FC236}">
                    <a16:creationId xmlns:a16="http://schemas.microsoft.com/office/drawing/2014/main" id="{D6ACADDC-68E9-8D23-B1F3-A4A6B0D519C3}"/>
                  </a:ext>
                </a:extLst>
              </p:cNvPr>
              <p:cNvSpPr/>
              <p:nvPr/>
            </p:nvSpPr>
            <p:spPr>
              <a:xfrm>
                <a:off x="6517153" y="554969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40">
                <a:extLst>
                  <a:ext uri="{FF2B5EF4-FFF2-40B4-BE49-F238E27FC236}">
                    <a16:creationId xmlns:a16="http://schemas.microsoft.com/office/drawing/2014/main" id="{E971CB09-3064-EA1B-80DD-999FA7586CB6}"/>
                  </a:ext>
                </a:extLst>
              </p:cNvPr>
              <p:cNvSpPr/>
              <p:nvPr/>
            </p:nvSpPr>
            <p:spPr>
              <a:xfrm>
                <a:off x="6542290" y="5535426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40">
                <a:extLst>
                  <a:ext uri="{FF2B5EF4-FFF2-40B4-BE49-F238E27FC236}">
                    <a16:creationId xmlns:a16="http://schemas.microsoft.com/office/drawing/2014/main" id="{C7ADDAE6-2A6A-76F9-8511-C5D40990A547}"/>
                  </a:ext>
                </a:extLst>
              </p:cNvPr>
              <p:cNvSpPr/>
              <p:nvPr/>
            </p:nvSpPr>
            <p:spPr>
              <a:xfrm>
                <a:off x="6568808" y="551983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77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40">
                <a:extLst>
                  <a:ext uri="{FF2B5EF4-FFF2-40B4-BE49-F238E27FC236}">
                    <a16:creationId xmlns:a16="http://schemas.microsoft.com/office/drawing/2014/main" id="{A37FD584-FF9C-B050-9894-52E1FBE5218B}"/>
                  </a:ext>
                </a:extLst>
              </p:cNvPr>
              <p:cNvSpPr/>
              <p:nvPr/>
            </p:nvSpPr>
            <p:spPr>
              <a:xfrm>
                <a:off x="6594636" y="5505572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40">
                <a:extLst>
                  <a:ext uri="{FF2B5EF4-FFF2-40B4-BE49-F238E27FC236}">
                    <a16:creationId xmlns:a16="http://schemas.microsoft.com/office/drawing/2014/main" id="{A41FD2C9-DBB4-ED8B-AFE6-205FEA7E2E27}"/>
                  </a:ext>
                </a:extLst>
              </p:cNvPr>
              <p:cNvSpPr/>
              <p:nvPr/>
            </p:nvSpPr>
            <p:spPr>
              <a:xfrm>
                <a:off x="6619773" y="5490616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390"/>
                    </a:lnTo>
                    <a:lnTo>
                      <a:pt x="685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40">
                <a:extLst>
                  <a:ext uri="{FF2B5EF4-FFF2-40B4-BE49-F238E27FC236}">
                    <a16:creationId xmlns:a16="http://schemas.microsoft.com/office/drawing/2014/main" id="{2DD5CA93-7DA6-6E17-ACDD-B669DE7C4D90}"/>
                  </a:ext>
                </a:extLst>
              </p:cNvPr>
              <p:cNvSpPr/>
              <p:nvPr/>
            </p:nvSpPr>
            <p:spPr>
              <a:xfrm>
                <a:off x="6646233" y="5475660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40">
                <a:extLst>
                  <a:ext uri="{FF2B5EF4-FFF2-40B4-BE49-F238E27FC236}">
                    <a16:creationId xmlns:a16="http://schemas.microsoft.com/office/drawing/2014/main" id="{7E122F48-3E5E-3FB1-4F46-CE11A59A63AB}"/>
                  </a:ext>
                </a:extLst>
              </p:cNvPr>
              <p:cNvSpPr/>
              <p:nvPr/>
            </p:nvSpPr>
            <p:spPr>
              <a:xfrm>
                <a:off x="6671371" y="5460704"/>
                <a:ext cx="3951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202" y="0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40">
                <a:extLst>
                  <a:ext uri="{FF2B5EF4-FFF2-40B4-BE49-F238E27FC236}">
                    <a16:creationId xmlns:a16="http://schemas.microsoft.com/office/drawing/2014/main" id="{8D8AEE1D-CA4A-A7E7-E42A-B2B4475ECFC0}"/>
                  </a:ext>
                </a:extLst>
              </p:cNvPr>
              <p:cNvSpPr/>
              <p:nvPr/>
            </p:nvSpPr>
            <p:spPr>
              <a:xfrm>
                <a:off x="6697889" y="544643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73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40">
                <a:extLst>
                  <a:ext uri="{FF2B5EF4-FFF2-40B4-BE49-F238E27FC236}">
                    <a16:creationId xmlns:a16="http://schemas.microsoft.com/office/drawing/2014/main" id="{33C89BDB-4CC6-9AF1-919E-748B10BB8F70}"/>
                  </a:ext>
                </a:extLst>
              </p:cNvPr>
              <p:cNvSpPr/>
              <p:nvPr/>
            </p:nvSpPr>
            <p:spPr>
              <a:xfrm>
                <a:off x="6723026" y="5430792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74" y="28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40">
                <a:extLst>
                  <a:ext uri="{FF2B5EF4-FFF2-40B4-BE49-F238E27FC236}">
                    <a16:creationId xmlns:a16="http://schemas.microsoft.com/office/drawing/2014/main" id="{3BE148A2-7BB3-6B0A-1CC1-C8777ABB7496}"/>
                  </a:ext>
                </a:extLst>
              </p:cNvPr>
              <p:cNvSpPr/>
              <p:nvPr/>
            </p:nvSpPr>
            <p:spPr>
              <a:xfrm>
                <a:off x="6748854" y="5416527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40">
                <a:extLst>
                  <a:ext uri="{FF2B5EF4-FFF2-40B4-BE49-F238E27FC236}">
                    <a16:creationId xmlns:a16="http://schemas.microsoft.com/office/drawing/2014/main" id="{60DA7F54-308D-88C3-7D97-962D4B5F17F2}"/>
                  </a:ext>
                </a:extLst>
              </p:cNvPr>
              <p:cNvSpPr/>
              <p:nvPr/>
            </p:nvSpPr>
            <p:spPr>
              <a:xfrm>
                <a:off x="6775372" y="5400881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73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40">
                <a:extLst>
                  <a:ext uri="{FF2B5EF4-FFF2-40B4-BE49-F238E27FC236}">
                    <a16:creationId xmlns:a16="http://schemas.microsoft.com/office/drawing/2014/main" id="{8587BBAC-26A6-2C1B-EBE9-43D0B8B2B337}"/>
                  </a:ext>
                </a:extLst>
              </p:cNvPr>
              <p:cNvSpPr/>
              <p:nvPr/>
            </p:nvSpPr>
            <p:spPr>
              <a:xfrm>
                <a:off x="5779196" y="5984620"/>
                <a:ext cx="32673" cy="15024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261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567" y="2611"/>
                    </a:lnTo>
                    <a:lnTo>
                      <a:pt x="567" y="3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40">
                <a:extLst>
                  <a:ext uri="{FF2B5EF4-FFF2-40B4-BE49-F238E27FC236}">
                    <a16:creationId xmlns:a16="http://schemas.microsoft.com/office/drawing/2014/main" id="{92CE0486-3724-4831-B038-F31119C0E12C}"/>
                  </a:ext>
                </a:extLst>
              </p:cNvPr>
              <p:cNvSpPr/>
              <p:nvPr/>
            </p:nvSpPr>
            <p:spPr>
              <a:xfrm>
                <a:off x="6477060" y="5525244"/>
                <a:ext cx="32673" cy="3675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39" extrusionOk="0">
                    <a:moveTo>
                      <a:pt x="0" y="1"/>
                    </a:moveTo>
                    <a:lnTo>
                      <a:pt x="0" y="639"/>
                    </a:lnTo>
                    <a:lnTo>
                      <a:pt x="567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40">
                <a:extLst>
                  <a:ext uri="{FF2B5EF4-FFF2-40B4-BE49-F238E27FC236}">
                    <a16:creationId xmlns:a16="http://schemas.microsoft.com/office/drawing/2014/main" id="{A4DFC01C-C4D2-04C5-C091-06BF689AE583}"/>
                  </a:ext>
                </a:extLst>
              </p:cNvPr>
              <p:cNvSpPr/>
              <p:nvPr/>
            </p:nvSpPr>
            <p:spPr>
              <a:xfrm>
                <a:off x="6738672" y="5373730"/>
                <a:ext cx="31292" cy="37447"/>
              </a:xfrm>
              <a:custGeom>
                <a:avLst/>
                <a:gdLst/>
                <a:ahLst/>
                <a:cxnLst/>
                <a:rect l="l" t="t" r="r" b="b"/>
                <a:pathLst>
                  <a:path w="544" h="651" extrusionOk="0">
                    <a:moveTo>
                      <a:pt x="0" y="0"/>
                    </a:moveTo>
                    <a:lnTo>
                      <a:pt x="0" y="650"/>
                    </a:lnTo>
                    <a:lnTo>
                      <a:pt x="544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0" name="Google Shape;4230;p40">
              <a:extLst>
                <a:ext uri="{FF2B5EF4-FFF2-40B4-BE49-F238E27FC236}">
                  <a16:creationId xmlns:a16="http://schemas.microsoft.com/office/drawing/2014/main" id="{CBE1CAAB-B45A-4F97-F718-65B959800CBD}"/>
                </a:ext>
              </a:extLst>
            </p:cNvPr>
            <p:cNvGrpSpPr/>
            <p:nvPr/>
          </p:nvGrpSpPr>
          <p:grpSpPr>
            <a:xfrm>
              <a:off x="6258930" y="813427"/>
              <a:ext cx="642501" cy="606585"/>
              <a:chOff x="-4345070" y="3726402"/>
              <a:chExt cx="642501" cy="606585"/>
            </a:xfrm>
          </p:grpSpPr>
          <p:sp>
            <p:nvSpPr>
              <p:cNvPr id="4231" name="Google Shape;4231;p40">
                <a:extLst>
                  <a:ext uri="{FF2B5EF4-FFF2-40B4-BE49-F238E27FC236}">
                    <a16:creationId xmlns:a16="http://schemas.microsoft.com/office/drawing/2014/main" id="{6CAD467F-3112-F243-840E-51F92CFB9C42}"/>
                  </a:ext>
                </a:extLst>
              </p:cNvPr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40">
                <a:extLst>
                  <a:ext uri="{FF2B5EF4-FFF2-40B4-BE49-F238E27FC236}">
                    <a16:creationId xmlns:a16="http://schemas.microsoft.com/office/drawing/2014/main" id="{A6C5EED4-AE80-16E8-0195-E8C18240644A}"/>
                  </a:ext>
                </a:extLst>
              </p:cNvPr>
              <p:cNvSpPr/>
              <p:nvPr/>
            </p:nvSpPr>
            <p:spPr>
              <a:xfrm>
                <a:off x="-4261358" y="3726402"/>
                <a:ext cx="504915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40">
                <a:extLst>
                  <a:ext uri="{FF2B5EF4-FFF2-40B4-BE49-F238E27FC236}">
                    <a16:creationId xmlns:a16="http://schemas.microsoft.com/office/drawing/2014/main" id="{18E1DEF8-47C8-0CFF-72B5-27D03C47522C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40">
                <a:extLst>
                  <a:ext uri="{FF2B5EF4-FFF2-40B4-BE49-F238E27FC236}">
                    <a16:creationId xmlns:a16="http://schemas.microsoft.com/office/drawing/2014/main" id="{B6CFB2C9-A5CF-735E-07A3-24EE7CA97864}"/>
                  </a:ext>
                </a:extLst>
              </p:cNvPr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40">
                <a:extLst>
                  <a:ext uri="{FF2B5EF4-FFF2-40B4-BE49-F238E27FC236}">
                    <a16:creationId xmlns:a16="http://schemas.microsoft.com/office/drawing/2014/main" id="{6F97C836-9F49-A963-A4AE-D098AEBD9E6B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40">
                <a:extLst>
                  <a:ext uri="{FF2B5EF4-FFF2-40B4-BE49-F238E27FC236}">
                    <a16:creationId xmlns:a16="http://schemas.microsoft.com/office/drawing/2014/main" id="{91C486B4-FEE0-E506-F11B-DACC29ABA13E}"/>
                  </a:ext>
                </a:extLst>
              </p:cNvPr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40">
                <a:extLst>
                  <a:ext uri="{FF2B5EF4-FFF2-40B4-BE49-F238E27FC236}">
                    <a16:creationId xmlns:a16="http://schemas.microsoft.com/office/drawing/2014/main" id="{8F4D4551-8A47-1313-B7E5-4C7E307A0E18}"/>
                  </a:ext>
                </a:extLst>
              </p:cNvPr>
              <p:cNvSpPr/>
              <p:nvPr/>
            </p:nvSpPr>
            <p:spPr>
              <a:xfrm>
                <a:off x="-4262876" y="3728173"/>
                <a:ext cx="204723" cy="23873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40">
                <a:extLst>
                  <a:ext uri="{FF2B5EF4-FFF2-40B4-BE49-F238E27FC236}">
                    <a16:creationId xmlns:a16="http://schemas.microsoft.com/office/drawing/2014/main" id="{759C4FC7-458A-24E0-9A74-21F2DEB78BE5}"/>
                  </a:ext>
                </a:extLst>
              </p:cNvPr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40">
                <a:extLst>
                  <a:ext uri="{FF2B5EF4-FFF2-40B4-BE49-F238E27FC236}">
                    <a16:creationId xmlns:a16="http://schemas.microsoft.com/office/drawing/2014/main" id="{68EDF3C5-F082-C2DE-4C4F-9B7B85E2C336}"/>
                  </a:ext>
                </a:extLst>
              </p:cNvPr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40">
                <a:extLst>
                  <a:ext uri="{FF2B5EF4-FFF2-40B4-BE49-F238E27FC236}">
                    <a16:creationId xmlns:a16="http://schemas.microsoft.com/office/drawing/2014/main" id="{26A86C7C-B52C-F1F7-B617-AE12EF3F9AF0}"/>
                  </a:ext>
                </a:extLst>
              </p:cNvPr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40">
                <a:extLst>
                  <a:ext uri="{FF2B5EF4-FFF2-40B4-BE49-F238E27FC236}">
                    <a16:creationId xmlns:a16="http://schemas.microsoft.com/office/drawing/2014/main" id="{AF7C8BCA-57B1-076A-DA3A-E88A95935D32}"/>
                  </a:ext>
                </a:extLst>
              </p:cNvPr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40">
                <a:extLst>
                  <a:ext uri="{FF2B5EF4-FFF2-40B4-BE49-F238E27FC236}">
                    <a16:creationId xmlns:a16="http://schemas.microsoft.com/office/drawing/2014/main" id="{AC954BA5-DDB6-9E40-4B34-302F74B5C545}"/>
                  </a:ext>
                </a:extLst>
              </p:cNvPr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40">
                <a:extLst>
                  <a:ext uri="{FF2B5EF4-FFF2-40B4-BE49-F238E27FC236}">
                    <a16:creationId xmlns:a16="http://schemas.microsoft.com/office/drawing/2014/main" id="{8E9A6288-9A20-A335-445E-8150ADD2C3FB}"/>
                  </a:ext>
                </a:extLst>
              </p:cNvPr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4" name="Google Shape;4244;p40">
              <a:extLst>
                <a:ext uri="{FF2B5EF4-FFF2-40B4-BE49-F238E27FC236}">
                  <a16:creationId xmlns:a16="http://schemas.microsoft.com/office/drawing/2014/main" id="{164E9C43-6132-9B34-BC7C-9ED1EB279006}"/>
                </a:ext>
              </a:extLst>
            </p:cNvPr>
            <p:cNvGrpSpPr/>
            <p:nvPr/>
          </p:nvGrpSpPr>
          <p:grpSpPr>
            <a:xfrm>
              <a:off x="7730346" y="1216362"/>
              <a:ext cx="491637" cy="986062"/>
              <a:chOff x="4225370" y="-782119"/>
              <a:chExt cx="299250" cy="600196"/>
            </a:xfrm>
          </p:grpSpPr>
          <p:sp>
            <p:nvSpPr>
              <p:cNvPr id="4245" name="Google Shape;4245;p40">
                <a:extLst>
                  <a:ext uri="{FF2B5EF4-FFF2-40B4-BE49-F238E27FC236}">
                    <a16:creationId xmlns:a16="http://schemas.microsoft.com/office/drawing/2014/main" id="{381E1FAF-40EA-D9E1-07C7-EC29004C21AD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40">
                <a:extLst>
                  <a:ext uri="{FF2B5EF4-FFF2-40B4-BE49-F238E27FC236}">
                    <a16:creationId xmlns:a16="http://schemas.microsoft.com/office/drawing/2014/main" id="{365F4787-300A-436D-A22C-9C205D9F655E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40">
                <a:extLst>
                  <a:ext uri="{FF2B5EF4-FFF2-40B4-BE49-F238E27FC236}">
                    <a16:creationId xmlns:a16="http://schemas.microsoft.com/office/drawing/2014/main" id="{2A7FAD6E-8DCF-6369-15C7-D7C20C76DAE5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40">
                <a:extLst>
                  <a:ext uri="{FF2B5EF4-FFF2-40B4-BE49-F238E27FC236}">
                    <a16:creationId xmlns:a16="http://schemas.microsoft.com/office/drawing/2014/main" id="{488DB26A-C52A-973D-EF08-149D3C173A18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40">
                <a:extLst>
                  <a:ext uri="{FF2B5EF4-FFF2-40B4-BE49-F238E27FC236}">
                    <a16:creationId xmlns:a16="http://schemas.microsoft.com/office/drawing/2014/main" id="{0398C3FF-4426-7C88-D41B-7BE5BA5E38F9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40">
                <a:extLst>
                  <a:ext uri="{FF2B5EF4-FFF2-40B4-BE49-F238E27FC236}">
                    <a16:creationId xmlns:a16="http://schemas.microsoft.com/office/drawing/2014/main" id="{1F657A31-4F72-F16F-DB51-2A00891368D2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40">
                <a:extLst>
                  <a:ext uri="{FF2B5EF4-FFF2-40B4-BE49-F238E27FC236}">
                    <a16:creationId xmlns:a16="http://schemas.microsoft.com/office/drawing/2014/main" id="{15F80F03-0C20-ECC4-9E08-14611C387FFA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40">
                <a:extLst>
                  <a:ext uri="{FF2B5EF4-FFF2-40B4-BE49-F238E27FC236}">
                    <a16:creationId xmlns:a16="http://schemas.microsoft.com/office/drawing/2014/main" id="{867BDE0D-8432-887C-A253-D839B151638A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40">
                <a:extLst>
                  <a:ext uri="{FF2B5EF4-FFF2-40B4-BE49-F238E27FC236}">
                    <a16:creationId xmlns:a16="http://schemas.microsoft.com/office/drawing/2014/main" id="{301044A9-16EE-DB61-289A-4902C7DC3543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40">
                <a:extLst>
                  <a:ext uri="{FF2B5EF4-FFF2-40B4-BE49-F238E27FC236}">
                    <a16:creationId xmlns:a16="http://schemas.microsoft.com/office/drawing/2014/main" id="{C5B00491-1528-4259-C58C-91436FC02838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40">
                <a:extLst>
                  <a:ext uri="{FF2B5EF4-FFF2-40B4-BE49-F238E27FC236}">
                    <a16:creationId xmlns:a16="http://schemas.microsoft.com/office/drawing/2014/main" id="{03EDAC66-959F-0B0C-3A94-B12E23074B1B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40">
                <a:extLst>
                  <a:ext uri="{FF2B5EF4-FFF2-40B4-BE49-F238E27FC236}">
                    <a16:creationId xmlns:a16="http://schemas.microsoft.com/office/drawing/2014/main" id="{06397CD6-41EF-DEF2-EBAE-20CD7169C85C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7" name="Google Shape;4257;p40">
              <a:extLst>
                <a:ext uri="{FF2B5EF4-FFF2-40B4-BE49-F238E27FC236}">
                  <a16:creationId xmlns:a16="http://schemas.microsoft.com/office/drawing/2014/main" id="{42049EB7-94B0-9208-4229-EF9B2BC7F8AB}"/>
                </a:ext>
              </a:extLst>
            </p:cNvPr>
            <p:cNvGrpSpPr/>
            <p:nvPr/>
          </p:nvGrpSpPr>
          <p:grpSpPr>
            <a:xfrm>
              <a:off x="5954623" y="2724050"/>
              <a:ext cx="373850" cy="899213"/>
              <a:chOff x="10985382" y="-7411116"/>
              <a:chExt cx="815553" cy="1961633"/>
            </a:xfrm>
          </p:grpSpPr>
          <p:sp>
            <p:nvSpPr>
              <p:cNvPr id="4258" name="Google Shape;4258;p40">
                <a:extLst>
                  <a:ext uri="{FF2B5EF4-FFF2-40B4-BE49-F238E27FC236}">
                    <a16:creationId xmlns:a16="http://schemas.microsoft.com/office/drawing/2014/main" id="{43000692-91BA-05C1-8D02-647205C2B55F}"/>
                  </a:ext>
                </a:extLst>
              </p:cNvPr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40">
                <a:extLst>
                  <a:ext uri="{FF2B5EF4-FFF2-40B4-BE49-F238E27FC236}">
                    <a16:creationId xmlns:a16="http://schemas.microsoft.com/office/drawing/2014/main" id="{EA18A72D-099A-86BB-227A-98F83F969D05}"/>
                  </a:ext>
                </a:extLst>
              </p:cNvPr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40">
                <a:extLst>
                  <a:ext uri="{FF2B5EF4-FFF2-40B4-BE49-F238E27FC236}">
                    <a16:creationId xmlns:a16="http://schemas.microsoft.com/office/drawing/2014/main" id="{DCBCF3AB-D708-DD05-4A10-8A7CD7DA4E45}"/>
                  </a:ext>
                </a:extLst>
              </p:cNvPr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40">
                <a:extLst>
                  <a:ext uri="{FF2B5EF4-FFF2-40B4-BE49-F238E27FC236}">
                    <a16:creationId xmlns:a16="http://schemas.microsoft.com/office/drawing/2014/main" id="{742F7B3B-9BB5-4D89-4DBB-1A86F779ECCE}"/>
                  </a:ext>
                </a:extLst>
              </p:cNvPr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40">
                <a:extLst>
                  <a:ext uri="{FF2B5EF4-FFF2-40B4-BE49-F238E27FC236}">
                    <a16:creationId xmlns:a16="http://schemas.microsoft.com/office/drawing/2014/main" id="{B8E984C4-6533-4145-30B9-F0153AA13879}"/>
                  </a:ext>
                </a:extLst>
              </p:cNvPr>
              <p:cNvSpPr/>
              <p:nvPr/>
            </p:nvSpPr>
            <p:spPr>
              <a:xfrm>
                <a:off x="11098342" y="-6411694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40">
                <a:extLst>
                  <a:ext uri="{FF2B5EF4-FFF2-40B4-BE49-F238E27FC236}">
                    <a16:creationId xmlns:a16="http://schemas.microsoft.com/office/drawing/2014/main" id="{15385EBA-3494-5C1E-AE44-4AD7111AD922}"/>
                  </a:ext>
                </a:extLst>
              </p:cNvPr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40">
                <a:extLst>
                  <a:ext uri="{FF2B5EF4-FFF2-40B4-BE49-F238E27FC236}">
                    <a16:creationId xmlns:a16="http://schemas.microsoft.com/office/drawing/2014/main" id="{27D6BE6B-1C5B-38AE-A1CC-CB083A15A29C}"/>
                  </a:ext>
                </a:extLst>
              </p:cNvPr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40">
                <a:extLst>
                  <a:ext uri="{FF2B5EF4-FFF2-40B4-BE49-F238E27FC236}">
                    <a16:creationId xmlns:a16="http://schemas.microsoft.com/office/drawing/2014/main" id="{9D59447B-2C53-90B0-20DA-DAF52F5B7A84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40">
                <a:extLst>
                  <a:ext uri="{FF2B5EF4-FFF2-40B4-BE49-F238E27FC236}">
                    <a16:creationId xmlns:a16="http://schemas.microsoft.com/office/drawing/2014/main" id="{555843E6-8108-3042-6E0A-B6027591E94B}"/>
                  </a:ext>
                </a:extLst>
              </p:cNvPr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40">
                <a:extLst>
                  <a:ext uri="{FF2B5EF4-FFF2-40B4-BE49-F238E27FC236}">
                    <a16:creationId xmlns:a16="http://schemas.microsoft.com/office/drawing/2014/main" id="{59E1FC87-C317-06CF-BDB3-12B0673261D4}"/>
                  </a:ext>
                </a:extLst>
              </p:cNvPr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40">
                <a:extLst>
                  <a:ext uri="{FF2B5EF4-FFF2-40B4-BE49-F238E27FC236}">
                    <a16:creationId xmlns:a16="http://schemas.microsoft.com/office/drawing/2014/main" id="{7D333BDF-D417-7561-5E49-2D5625700FC3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40">
                <a:extLst>
                  <a:ext uri="{FF2B5EF4-FFF2-40B4-BE49-F238E27FC236}">
                    <a16:creationId xmlns:a16="http://schemas.microsoft.com/office/drawing/2014/main" id="{339AD5B0-9266-EF4D-C4DA-0C8D36723D0A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40">
                <a:extLst>
                  <a:ext uri="{FF2B5EF4-FFF2-40B4-BE49-F238E27FC236}">
                    <a16:creationId xmlns:a16="http://schemas.microsoft.com/office/drawing/2014/main" id="{913BB4F1-54F0-4D17-4E11-3173C3A51286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40">
                <a:extLst>
                  <a:ext uri="{FF2B5EF4-FFF2-40B4-BE49-F238E27FC236}">
                    <a16:creationId xmlns:a16="http://schemas.microsoft.com/office/drawing/2014/main" id="{3FA81B07-1D65-7811-4148-CDB008C7C145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40">
                <a:extLst>
                  <a:ext uri="{FF2B5EF4-FFF2-40B4-BE49-F238E27FC236}">
                    <a16:creationId xmlns:a16="http://schemas.microsoft.com/office/drawing/2014/main" id="{1B6FA045-25A3-4C1A-3524-A045482CC6F2}"/>
                  </a:ext>
                </a:extLst>
              </p:cNvPr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40">
                <a:extLst>
                  <a:ext uri="{FF2B5EF4-FFF2-40B4-BE49-F238E27FC236}">
                    <a16:creationId xmlns:a16="http://schemas.microsoft.com/office/drawing/2014/main" id="{BFA46A4E-5F7D-5141-F83D-A90F7495B005}"/>
                  </a:ext>
                </a:extLst>
              </p:cNvPr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40">
                <a:extLst>
                  <a:ext uri="{FF2B5EF4-FFF2-40B4-BE49-F238E27FC236}">
                    <a16:creationId xmlns:a16="http://schemas.microsoft.com/office/drawing/2014/main" id="{B5E6CFA5-2ED9-D94C-4077-4D9AE15F7982}"/>
                  </a:ext>
                </a:extLst>
              </p:cNvPr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5" name="Google Shape;4275;p40">
              <a:extLst>
                <a:ext uri="{FF2B5EF4-FFF2-40B4-BE49-F238E27FC236}">
                  <a16:creationId xmlns:a16="http://schemas.microsoft.com/office/drawing/2014/main" id="{00D603A2-06FB-03B7-9A9D-E131A34804C8}"/>
                </a:ext>
              </a:extLst>
            </p:cNvPr>
            <p:cNvGrpSpPr/>
            <p:nvPr/>
          </p:nvGrpSpPr>
          <p:grpSpPr>
            <a:xfrm>
              <a:off x="7527910" y="2799450"/>
              <a:ext cx="301969" cy="562336"/>
              <a:chOff x="7686885" y="2546950"/>
              <a:chExt cx="301969" cy="562336"/>
            </a:xfrm>
          </p:grpSpPr>
          <p:sp>
            <p:nvSpPr>
              <p:cNvPr id="4276" name="Google Shape;4276;p40">
                <a:extLst>
                  <a:ext uri="{FF2B5EF4-FFF2-40B4-BE49-F238E27FC236}">
                    <a16:creationId xmlns:a16="http://schemas.microsoft.com/office/drawing/2014/main" id="{43C135A3-6A96-C3CB-AE77-3924E12E35DD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40">
                <a:extLst>
                  <a:ext uri="{FF2B5EF4-FFF2-40B4-BE49-F238E27FC236}">
                    <a16:creationId xmlns:a16="http://schemas.microsoft.com/office/drawing/2014/main" id="{E4C680FC-AFC8-406A-B885-0386AED9C90E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40">
                <a:extLst>
                  <a:ext uri="{FF2B5EF4-FFF2-40B4-BE49-F238E27FC236}">
                    <a16:creationId xmlns:a16="http://schemas.microsoft.com/office/drawing/2014/main" id="{EC1FBD85-07E9-3123-830B-9F1D92511CAF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40">
                <a:extLst>
                  <a:ext uri="{FF2B5EF4-FFF2-40B4-BE49-F238E27FC236}">
                    <a16:creationId xmlns:a16="http://schemas.microsoft.com/office/drawing/2014/main" id="{03AA0200-0F48-61F3-A9AC-406B24781985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40">
                <a:extLst>
                  <a:ext uri="{FF2B5EF4-FFF2-40B4-BE49-F238E27FC236}">
                    <a16:creationId xmlns:a16="http://schemas.microsoft.com/office/drawing/2014/main" id="{C2340E30-3243-B4F5-79DF-D31D2F2F6B81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40">
                <a:extLst>
                  <a:ext uri="{FF2B5EF4-FFF2-40B4-BE49-F238E27FC236}">
                    <a16:creationId xmlns:a16="http://schemas.microsoft.com/office/drawing/2014/main" id="{F8BE81E2-B378-1427-2700-E655686591CA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40">
                <a:extLst>
                  <a:ext uri="{FF2B5EF4-FFF2-40B4-BE49-F238E27FC236}">
                    <a16:creationId xmlns:a16="http://schemas.microsoft.com/office/drawing/2014/main" id="{F481EB27-D313-7FAB-46BD-02D994E550D9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40">
                <a:extLst>
                  <a:ext uri="{FF2B5EF4-FFF2-40B4-BE49-F238E27FC236}">
                    <a16:creationId xmlns:a16="http://schemas.microsoft.com/office/drawing/2014/main" id="{32352DCF-F0A1-07B9-A189-13CB72CCCB72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40">
                <a:extLst>
                  <a:ext uri="{FF2B5EF4-FFF2-40B4-BE49-F238E27FC236}">
                    <a16:creationId xmlns:a16="http://schemas.microsoft.com/office/drawing/2014/main" id="{68515A65-70DC-B3D2-3653-C496F2AB2FA2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089303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A35248C7-410D-B0D2-B957-328A1D47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67961576-E8E8-CA9F-0C7B-C23D18665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/>
              <a:t>Funzioni : </a:t>
            </a:r>
            <a:r>
              <a:rPr lang="it-IT" sz="2800"/>
              <a:t>scansione e rilevamento ostacoli</a:t>
            </a:r>
            <a:endParaRPr sz="2800"/>
          </a:p>
        </p:txBody>
      </p:sp>
      <p:sp>
        <p:nvSpPr>
          <p:cNvPr id="4291" name="Google Shape;4291;p41">
            <a:extLst>
              <a:ext uri="{FF2B5EF4-FFF2-40B4-BE49-F238E27FC236}">
                <a16:creationId xmlns:a16="http://schemas.microsoft.com/office/drawing/2014/main" id="{F817F2CC-EB9D-435E-9015-42E7363AA85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93018" y="1555335"/>
            <a:ext cx="7630982" cy="2739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1200"/>
              <a:t>Il modello di funzionamento della scansione può essere schematizzato attraverso un automa composto da</a:t>
            </a:r>
          </a:p>
          <a:p>
            <a:r>
              <a:rPr lang="it-IT" sz="1200"/>
              <a:t>tre stati. Il funzionamento viene schematizzato nel modo seguente: 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it-IT" sz="1200" b="1"/>
              <a:t>STATO_ASSESTAMENTO:  </a:t>
            </a:r>
            <a:r>
              <a:rPr lang="it-IT" sz="1200"/>
              <a:t>il sistema aspetta 1000 </a:t>
            </a:r>
            <a:r>
              <a:rPr lang="it-IT" sz="1200" err="1"/>
              <a:t>ms</a:t>
            </a:r>
            <a:r>
              <a:rPr lang="it-IT" sz="1200"/>
              <a:t> dopo ogni movimento del servo, giusto il tempo perché le vibrazioni meccaniche si esauriscano. 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it-IT" sz="1200" b="1"/>
              <a:t>STATO_TRIGGER: </a:t>
            </a:r>
            <a:r>
              <a:rPr lang="it-IT" sz="1200"/>
              <a:t>in questo stato viene generato l'impulso di trigger per l'HC-SR04 tramite HCSR04_Trigger(), un segnale HIGH di 10 </a:t>
            </a:r>
            <a:r>
              <a:rPr lang="it-IT" sz="1200" err="1"/>
              <a:t>μs</a:t>
            </a:r>
            <a:r>
              <a:rPr lang="it-IT" sz="1200"/>
              <a:t> sul pin TRIG che avvia la misura. Subito dopo si passa allo stato successivo, STATO_ATTESA_ECHO.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it-IT" sz="1200" b="1"/>
              <a:t>STATO_ATTESA_ECHO: </a:t>
            </a:r>
            <a:r>
              <a:rPr lang="it-IT" sz="1200"/>
              <a:t>il sistema aspetta l'interrupt di Input Capture di TIM1. La </a:t>
            </a:r>
            <a:r>
              <a:rPr lang="it-IT" sz="1200" err="1"/>
              <a:t>callback</a:t>
            </a:r>
            <a:r>
              <a:rPr lang="it-IT" sz="1200"/>
              <a:t> </a:t>
            </a:r>
            <a:r>
              <a:rPr lang="it-IT" sz="1200" err="1"/>
              <a:t>HAL_TIM_IC_CaptureCallback</a:t>
            </a:r>
            <a:r>
              <a:rPr lang="it-IT" sz="1200"/>
              <a:t> calcola la distanza e alza il flag </a:t>
            </a:r>
            <a:r>
              <a:rPr lang="it-IT" sz="1200" err="1"/>
              <a:t>nuova_distanza_pronta</a:t>
            </a:r>
            <a:r>
              <a:rPr lang="it-IT" sz="1200"/>
              <a:t>. Se la distanza è sotto i 20 cm e la camera è libera, viene richiesta la foto all'ESP32-CAM. Se </a:t>
            </a:r>
            <a:r>
              <a:rPr lang="it-IT" sz="1200" err="1"/>
              <a:t>l'echo</a:t>
            </a:r>
            <a:r>
              <a:rPr lang="it-IT" sz="1200"/>
              <a:t> non arriva entro 60 </a:t>
            </a:r>
            <a:r>
              <a:rPr lang="it-IT" sz="1200" err="1"/>
              <a:t>ms</a:t>
            </a:r>
            <a:r>
              <a:rPr lang="it-IT" sz="1200"/>
              <a:t>, la misura viene saltata. In entrambi i casi il servo avanza di 5° con </a:t>
            </a:r>
            <a:r>
              <a:rPr lang="it-IT" sz="1200" err="1"/>
              <a:t>Avanza_Angolo</a:t>
            </a:r>
            <a:r>
              <a:rPr lang="it-IT" sz="1200"/>
              <a:t>(), che inverte il verso a 0° e a 180°, così la scansione va avanti e indietro, e si torna in STATO_ASSESTAMENTO.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100"/>
          </a:p>
        </p:txBody>
      </p:sp>
    </p:spTree>
    <p:extLst>
      <p:ext uri="{BB962C8B-B14F-4D97-AF65-F5344CB8AC3E}">
        <p14:creationId xmlns:p14="http://schemas.microsoft.com/office/powerpoint/2010/main" val="241074606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1379DD-B768-662C-4AEF-93AEBECC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Automa a stati finiti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688C53F-8495-349B-8E7C-8DDD64801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102" y="1813414"/>
            <a:ext cx="4805795" cy="174327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2905FD-F5C4-1685-B124-CFCC2E282940}"/>
              </a:ext>
            </a:extLst>
          </p:cNvPr>
          <p:cNvSpPr txBox="1"/>
          <p:nvPr/>
        </p:nvSpPr>
        <p:spPr>
          <a:xfrm>
            <a:off x="2902527" y="1565564"/>
            <a:ext cx="120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t = 1000ms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FF043F6-2564-996B-A371-2AECD34718A2}"/>
              </a:ext>
            </a:extLst>
          </p:cNvPr>
          <p:cNvSpPr txBox="1"/>
          <p:nvPr/>
        </p:nvSpPr>
        <p:spPr>
          <a:xfrm>
            <a:off x="5036129" y="1303954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Impulso </a:t>
            </a:r>
          </a:p>
          <a:p>
            <a:r>
              <a:rPr lang="it-IT"/>
              <a:t>trigger inviato</a:t>
            </a:r>
          </a:p>
        </p:txBody>
      </p:sp>
    </p:spTree>
    <p:extLst>
      <p:ext uri="{BB962C8B-B14F-4D97-AF65-F5344CB8AC3E}">
        <p14:creationId xmlns:p14="http://schemas.microsoft.com/office/powerpoint/2010/main" val="210074968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CB5B2272-B09C-C832-91D0-1D88C86F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DAE4E6A8-7371-E6FA-9700-738AA84FD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err="1"/>
              <a:t>Funzioni</a:t>
            </a:r>
            <a:r>
              <a:rPr lang="en" sz="2800"/>
              <a:t> : </a:t>
            </a:r>
            <a:r>
              <a:rPr lang="en" sz="2800" err="1"/>
              <a:t>comunicazione</a:t>
            </a:r>
            <a:r>
              <a:rPr lang="en" sz="2800"/>
              <a:t> con l’ESP32-CAM e mutex del </a:t>
            </a:r>
            <a:r>
              <a:rPr lang="en" sz="2800" err="1"/>
              <a:t>canale</a:t>
            </a:r>
            <a:endParaRPr sz="2800"/>
          </a:p>
        </p:txBody>
      </p:sp>
      <p:sp>
        <p:nvSpPr>
          <p:cNvPr id="4291" name="Google Shape;4291;p41">
            <a:extLst>
              <a:ext uri="{FF2B5EF4-FFF2-40B4-BE49-F238E27FC236}">
                <a16:creationId xmlns:a16="http://schemas.microsoft.com/office/drawing/2014/main" id="{D66C9A3F-A354-3E9A-026A-E61307E33F8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93018" y="1359673"/>
            <a:ext cx="7704000" cy="3338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/>
            <a:br>
              <a:rPr lang="it-IT" sz="1100"/>
            </a:br>
            <a:r>
              <a:rPr lang="it-IT" sz="1100"/>
              <a:t>Funziona da semaforo tra STM32 ed ESP32-CAM: a 0 il canale è libero e un trigger può partire, a 1 è occupato e nuove rilevazioni sotto soglia non generano un nuovo trigger. Viene messo a 1 nello stesso momento in cui parte 'T', e torna a 0 in due modi. Il primo è la via normale: l'ESP32-CAM, finita l'operazione, risponde con 'K’ se la foto è stata inviata correttamente altrimenti con  'E’ per segnalare la presenza di un errore. La ricezione, gestita in interrupt (</a:t>
            </a:r>
            <a:r>
              <a:rPr lang="it-IT" sz="1100" err="1"/>
              <a:t>HAL_UART_RxCpltCallback</a:t>
            </a:r>
            <a:r>
              <a:rPr lang="it-IT" sz="1100"/>
              <a:t>), azzera subito </a:t>
            </a:r>
            <a:r>
              <a:rPr lang="it-IT" sz="1100" err="1"/>
              <a:t>camera_occupata</a:t>
            </a:r>
            <a:r>
              <a:rPr lang="it-IT" sz="1100"/>
              <a:t>. Il secondo meccanismo è la via di sicurezza: se non arriva nessuna risposta entro 8 secondi, il canale si sblocca comunque, così un errore di comunicazione o un guasto sull'ESP32-CAM non tiene tutto bloccato a vita.</a:t>
            </a:r>
          </a:p>
          <a:p>
            <a:pPr marL="139700" indent="0"/>
            <a:endParaRPr lang="it-IT" sz="1100"/>
          </a:p>
          <a:p>
            <a:endParaRPr lang="it-IT" sz="1100"/>
          </a:p>
        </p:txBody>
      </p:sp>
    </p:spTree>
    <p:extLst>
      <p:ext uri="{BB962C8B-B14F-4D97-AF65-F5344CB8AC3E}">
        <p14:creationId xmlns:p14="http://schemas.microsoft.com/office/powerpoint/2010/main" val="376700485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B7A32AAA-011A-2C2B-9C30-95BABF80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E9E6615F-D7E4-AABC-D6F4-A125536A24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/>
              <a:t>Configurazione STM32F3 </a:t>
            </a:r>
            <a:r>
              <a:rPr lang="it-IT" sz="2800" err="1"/>
              <a:t>discovery</a:t>
            </a:r>
            <a:endParaRPr sz="2800"/>
          </a:p>
        </p:txBody>
      </p:sp>
      <p:sp>
        <p:nvSpPr>
          <p:cNvPr id="4291" name="Google Shape;4291;p41">
            <a:extLst>
              <a:ext uri="{FF2B5EF4-FFF2-40B4-BE49-F238E27FC236}">
                <a16:creationId xmlns:a16="http://schemas.microsoft.com/office/drawing/2014/main" id="{C53474C1-A152-8F4E-A1A9-A197607C27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0433"/>
            <a:ext cx="7704000" cy="37673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900" b="1"/>
              <a:t>SERVO: </a:t>
            </a:r>
          </a:p>
          <a:p>
            <a:r>
              <a:rPr lang="it-IT" sz="900"/>
              <a:t>A15 → TIM2_CHANNEL1: genera il segnale PWM che controlla l'angolo</a:t>
            </a:r>
          </a:p>
          <a:p>
            <a:r>
              <a:rPr lang="it-IT" sz="900"/>
              <a:t> del servo SG90.</a:t>
            </a:r>
          </a:p>
          <a:p>
            <a:r>
              <a:rPr lang="it-IT" sz="900"/>
              <a:t>Il periodo è fisso a 20 </a:t>
            </a:r>
            <a:r>
              <a:rPr lang="it-IT" sz="900" err="1"/>
              <a:t>ms</a:t>
            </a:r>
            <a:r>
              <a:rPr lang="it-IT" sz="900"/>
              <a:t>, con larghezza dell'impulso variabile tra circa 500 µ</a:t>
            </a:r>
            <a:r>
              <a:rPr lang="it-IT" sz="900" err="1"/>
              <a:t>s</a:t>
            </a:r>
            <a:r>
              <a:rPr lang="it-IT" sz="900"/>
              <a:t> (0°) e 2500 µ</a:t>
            </a:r>
            <a:r>
              <a:rPr lang="it-IT" sz="900" err="1"/>
              <a:t>s</a:t>
            </a:r>
            <a:r>
              <a:rPr lang="it-IT" sz="900"/>
              <a:t> (180°). Il timer TIM2 produce il segnale in autonomi</a:t>
            </a:r>
          </a:p>
          <a:p>
            <a:r>
              <a:rPr lang="it-IT" sz="900"/>
              <a:t>via hardware; </a:t>
            </a:r>
            <a:endParaRPr lang="it-IT" sz="900" b="1"/>
          </a:p>
          <a:p>
            <a:pPr marL="0" lvl="0" indent="0"/>
            <a:r>
              <a:rPr lang="it-IT" sz="900" b="1"/>
              <a:t>HCSR04:</a:t>
            </a:r>
          </a:p>
          <a:p>
            <a:r>
              <a:rPr lang="it-IT" sz="900"/>
              <a:t>Il sensore HC-SR04 usa due pin: PC0 come GPIO in uscita per il trigger, PA8 come TIM1_CH1 in Input Capture per </a:t>
            </a:r>
            <a:r>
              <a:rPr lang="it-IT" sz="900" err="1"/>
              <a:t>l'echo</a:t>
            </a:r>
            <a:r>
              <a:rPr lang="it-IT" sz="900"/>
              <a:t>.</a:t>
            </a:r>
          </a:p>
          <a:p>
            <a:r>
              <a:rPr lang="it-IT" sz="900"/>
              <a:t>Il trigger avvia la misura: lo STM32 genera su PC0 un impulso </a:t>
            </a:r>
          </a:p>
          <a:p>
            <a:r>
              <a:rPr lang="it-IT" sz="900"/>
              <a:t>HIGH di 10 µs. Il sensore risponde con una raffica di 8 impulsi ultrasonici a 40kHz, </a:t>
            </a:r>
          </a:p>
          <a:p>
            <a:r>
              <a:rPr lang="it-IT" sz="900"/>
              <a:t>il suono viaggia fino all'ostacolo e torna indietro. </a:t>
            </a:r>
          </a:p>
          <a:p>
            <a:r>
              <a:rPr lang="it-IT" sz="900"/>
              <a:t>Nello stesso istante in cui parte il suono, il sensore alza il pin ECHO, che resta HIGH per tutta l'andata e ritorno.</a:t>
            </a:r>
          </a:p>
          <a:p>
            <a:r>
              <a:rPr lang="it-IT" sz="900"/>
              <a:t>TIM1, in Input Capture, cattura in hardware l'istante della salita e quello della discesa del </a:t>
            </a:r>
          </a:p>
          <a:p>
            <a:r>
              <a:rPr lang="it-IT" sz="900"/>
              <a:t>segnale ECHO: la CPU non deve fare polling sul pin. Dalla differenza tra i due </a:t>
            </a:r>
            <a:r>
              <a:rPr lang="it-IT" sz="900" err="1"/>
              <a:t>timestamp</a:t>
            </a:r>
            <a:r>
              <a:rPr lang="it-IT" sz="900"/>
              <a:t> </a:t>
            </a:r>
          </a:p>
          <a:p>
            <a:r>
              <a:rPr lang="it-IT" sz="900"/>
              <a:t>si ottiene la durata dell'impulso, cioè il tempo di andata e ritorno del suono, da cui si ricava la distanza.</a:t>
            </a:r>
          </a:p>
          <a:p>
            <a:pPr marL="0" lvl="0" indent="0"/>
            <a:r>
              <a:rPr lang="it-IT" sz="900"/>
              <a:t>do serve cambiare angolo, senza dover generare l'impulso manualmente né restare bloccata ad aspettare.</a:t>
            </a:r>
          </a:p>
          <a:p>
            <a:pPr marL="0" indent="0"/>
            <a:r>
              <a:rPr lang="it-IT" sz="900" b="1"/>
              <a:t>ESP32CAM :  </a:t>
            </a:r>
          </a:p>
          <a:p>
            <a:r>
              <a:rPr lang="it-IT" sz="900"/>
              <a:t>La comunicazione tra ESP32-CAM e STM32 avviene via USART: due linee dedicate, una in ricezione e una in trasmissione, collegate in modo</a:t>
            </a:r>
          </a:p>
          <a:p>
            <a:r>
              <a:rPr lang="it-IT" sz="900"/>
              <a:t>incrociato.</a:t>
            </a:r>
          </a:p>
          <a:p>
            <a:r>
              <a:rPr lang="it-IT" sz="900" b="1"/>
              <a:t>GPIO3 → RX: </a:t>
            </a:r>
            <a:r>
              <a:rPr lang="it-IT" sz="900"/>
              <a:t>Riceve i dati dalla STM32. È collegato incrociato al TX della STM32 (PA9): quando la STM32 manda il carattere 'T' per il trigger, arriva qui.</a:t>
            </a:r>
          </a:p>
          <a:p>
            <a:r>
              <a:rPr lang="it-IT" sz="900" b="1"/>
              <a:t>GPIO1 → TX: </a:t>
            </a:r>
            <a:r>
              <a:rPr lang="it-IT" sz="900"/>
              <a:t>Trasmette dall'ESP32-CAM verso la STM32, collegato incrociato all'RX della STM32 (PA10). Da qui partono i caratteri di ACK ('K'/'E') dopo l'invio della foto.</a:t>
            </a:r>
          </a:p>
          <a:p>
            <a:pPr marL="0" indent="0"/>
            <a:endParaRPr lang="it-IT" sz="900"/>
          </a:p>
          <a:p>
            <a:pPr marL="0" lvl="0" indent="0"/>
            <a:endParaRPr lang="it-IT" sz="90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D1CBF53-271B-6543-7AF4-6EBCE65B1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033" y="4274441"/>
            <a:ext cx="1066800" cy="3429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E6DE22E-46CB-6CBB-17E9-A06FEA881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12757" y="1276096"/>
            <a:ext cx="177800" cy="50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2D75A3A-92E8-A1BA-64B6-403B448C4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867" y="2381250"/>
            <a:ext cx="1219200" cy="1905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8644AA8-06F6-703A-903D-BE117DE67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017" y="2948273"/>
            <a:ext cx="1054100" cy="21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7088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4DEFFA79-6576-3C00-5A4D-DE2D57F0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B1403BAC-767E-C69B-39C1-2F8F7DE4AE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/>
              <a:t>Timer: formule</a:t>
            </a:r>
            <a:endParaRPr sz="2800"/>
          </a:p>
        </p:txBody>
      </p:sp>
      <p:sp>
        <p:nvSpPr>
          <p:cNvPr id="4291" name="Google Shape;4291;p41">
            <a:extLst>
              <a:ext uri="{FF2B5EF4-FFF2-40B4-BE49-F238E27FC236}">
                <a16:creationId xmlns:a16="http://schemas.microsoft.com/office/drawing/2014/main" id="{671D0145-8C4D-92D6-88E8-6CF03F692D0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8418"/>
            <a:ext cx="7758982" cy="3380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100"/>
              <a:t>Il clock del timer viene generato a partire dall’HSI (high speed </a:t>
            </a:r>
            <a:r>
              <a:rPr lang="it-IT" sz="1100" err="1"/>
              <a:t>internal</a:t>
            </a:r>
            <a:r>
              <a:rPr lang="it-IT" sz="1100"/>
              <a:t>), l’oscillatore interno del microcontrollore, che lavora a 8 milioni di impulsi al secondo, cioè 8 MHz. Il </a:t>
            </a:r>
            <a:r>
              <a:rPr lang="it-IT" sz="1100" b="1"/>
              <a:t>PLL</a:t>
            </a:r>
            <a:r>
              <a:rPr lang="it-IT" sz="1100"/>
              <a:t> (</a:t>
            </a:r>
            <a:r>
              <a:rPr lang="it-IT" sz="1100" err="1"/>
              <a:t>Phase-Locked</a:t>
            </a:r>
            <a:r>
              <a:rPr lang="it-IT" sz="1100"/>
              <a:t> Loop) alza questa frequenza a 48 MHz: l'HSI viene prima dimezzato e poi moltiplicato per 12. I timer la ricevono dai bus periferici </a:t>
            </a:r>
            <a:r>
              <a:rPr lang="it-IT" sz="1100" b="1"/>
              <a:t>APB1 e APB2</a:t>
            </a:r>
            <a:r>
              <a:rPr lang="it-IT" sz="1100"/>
              <a:t> (Advanced </a:t>
            </a:r>
            <a:r>
              <a:rPr lang="it-IT" sz="1100" err="1"/>
              <a:t>Peripheral</a:t>
            </a:r>
            <a:r>
              <a:rPr lang="it-IT" sz="1100"/>
              <a:t> Bus).</a:t>
            </a:r>
          </a:p>
          <a:p>
            <a:pPr marL="0" lvl="0" indent="0"/>
            <a:endParaRPr lang="it-IT" sz="1100"/>
          </a:p>
          <a:p>
            <a:pPr marL="0" lvl="0" indent="0"/>
            <a:r>
              <a:rPr lang="it-IT" sz="1100" i="1" err="1"/>
              <a:t>f_timer</a:t>
            </a:r>
            <a:r>
              <a:rPr lang="it-IT" sz="1100" i="1"/>
              <a:t> = (8 MHz / 2) × 12 = 48 MHz</a:t>
            </a:r>
          </a:p>
          <a:p>
            <a:pPr marL="0" lvl="0" indent="0"/>
            <a:endParaRPr lang="it-IT" sz="1100"/>
          </a:p>
          <a:p>
            <a:pPr marL="0" lvl="0" indent="0"/>
            <a:r>
              <a:rPr lang="it-IT" sz="1100"/>
              <a:t>In questo modo, però, il timer conta troppo velocemente per cui è stato rallentato. Per farlo, viene usato il </a:t>
            </a:r>
            <a:r>
              <a:rPr lang="it-IT" sz="1100" err="1"/>
              <a:t>Prescaler</a:t>
            </a:r>
            <a:r>
              <a:rPr lang="it-IT" sz="1100"/>
              <a:t> (PSC), impostato a 47. Il clock viene diviso per 48 e restano un milione di passi al secondo, quindi ogni passo dura un microsecondo.</a:t>
            </a:r>
          </a:p>
          <a:p>
            <a:pPr marL="0" lvl="0" indent="0"/>
            <a:endParaRPr lang="it-IT" sz="1100" i="1"/>
          </a:p>
          <a:p>
            <a:pPr marL="0" lvl="0" indent="0"/>
            <a:r>
              <a:rPr lang="pt-BR" sz="1100" i="1" err="1"/>
              <a:t>f_passo</a:t>
            </a:r>
            <a:r>
              <a:rPr lang="pt-BR" sz="1100" i="1"/>
              <a:t> = </a:t>
            </a:r>
            <a:r>
              <a:rPr lang="pt-BR" sz="1100" i="1" err="1"/>
              <a:t>f_timer</a:t>
            </a:r>
            <a:r>
              <a:rPr lang="pt-BR" sz="1100" i="1"/>
              <a:t> / (PSC + 1) = 48 000 000 / (47 + 1) = 1 000 000 Hz</a:t>
            </a:r>
          </a:p>
          <a:p>
            <a:pPr marL="0" lvl="0" indent="0"/>
            <a:r>
              <a:rPr lang="pt-BR" sz="1100" i="1" err="1"/>
              <a:t>T_passo</a:t>
            </a:r>
            <a:r>
              <a:rPr lang="pt-BR" sz="1100" i="1"/>
              <a:t> = 1 / </a:t>
            </a:r>
            <a:r>
              <a:rPr lang="pt-BR" sz="1100" i="1" err="1"/>
              <a:t>f_passo</a:t>
            </a:r>
            <a:r>
              <a:rPr lang="pt-BR" sz="1100" i="1"/>
              <a:t> = 1 µ</a:t>
            </a:r>
            <a:r>
              <a:rPr lang="pt-BR" sz="1100" i="1" err="1"/>
              <a:t>s</a:t>
            </a:r>
            <a:endParaRPr lang="pt-BR" sz="1100" i="1"/>
          </a:p>
          <a:p>
            <a:pPr marL="0" lvl="0" indent="0"/>
            <a:endParaRPr lang="pt-BR" sz="1100"/>
          </a:p>
          <a:p>
            <a:pPr marL="0" lvl="0" indent="0"/>
            <a:r>
              <a:rPr lang="pt-BR" sz="1100"/>
              <a:t>Il timer conta </a:t>
            </a:r>
            <a:r>
              <a:rPr lang="pt-BR" sz="1100" err="1"/>
              <a:t>i</a:t>
            </a:r>
            <a:r>
              <a:rPr lang="pt-BR" sz="1100"/>
              <a:t> </a:t>
            </a:r>
            <a:r>
              <a:rPr lang="pt-BR" sz="1100" err="1"/>
              <a:t>passi</a:t>
            </a:r>
            <a:r>
              <a:rPr lang="pt-BR" sz="1100"/>
              <a:t> fino ad </a:t>
            </a:r>
            <a:r>
              <a:rPr lang="pt-BR" sz="1100" err="1"/>
              <a:t>un</a:t>
            </a:r>
            <a:r>
              <a:rPr lang="pt-BR" sz="1100"/>
              <a:t> valore </a:t>
            </a:r>
            <a:r>
              <a:rPr lang="pt-BR" sz="1100" err="1"/>
              <a:t>massimo</a:t>
            </a:r>
            <a:r>
              <a:rPr lang="pt-BR" sz="1100"/>
              <a:t> ARR e </a:t>
            </a:r>
            <a:r>
              <a:rPr lang="pt-BR" sz="1100" err="1"/>
              <a:t>poi</a:t>
            </a:r>
            <a:r>
              <a:rPr lang="pt-BR" sz="1100"/>
              <a:t> riparte da 0: </a:t>
            </a:r>
            <a:r>
              <a:rPr lang="pt-BR" sz="1100" err="1"/>
              <a:t>questo</a:t>
            </a:r>
            <a:r>
              <a:rPr lang="pt-BR" sz="1100"/>
              <a:t> </a:t>
            </a:r>
            <a:r>
              <a:rPr lang="pt-BR" sz="1100" err="1"/>
              <a:t>è</a:t>
            </a:r>
            <a:r>
              <a:rPr lang="pt-BR" sz="1100"/>
              <a:t> </a:t>
            </a:r>
            <a:r>
              <a:rPr lang="pt-BR" sz="1100" err="1"/>
              <a:t>il</a:t>
            </a:r>
            <a:r>
              <a:rPr lang="pt-BR" sz="1100"/>
              <a:t> motivo per </a:t>
            </a:r>
            <a:r>
              <a:rPr lang="pt-BR" sz="1100" err="1"/>
              <a:t>cui</a:t>
            </a:r>
            <a:r>
              <a:rPr lang="pt-BR" sz="1100"/>
              <a:t> </a:t>
            </a:r>
            <a:r>
              <a:rPr lang="pt-BR" sz="1100" err="1"/>
              <a:t>è</a:t>
            </a:r>
            <a:r>
              <a:rPr lang="pt-BR" sz="1100"/>
              <a:t> </a:t>
            </a:r>
            <a:r>
              <a:rPr lang="pt-BR" sz="1100" err="1"/>
              <a:t>stato</a:t>
            </a:r>
            <a:r>
              <a:rPr lang="pt-BR" sz="1100"/>
              <a:t> </a:t>
            </a:r>
            <a:r>
              <a:rPr lang="pt-BR" sz="1100" err="1"/>
              <a:t>aggiunto</a:t>
            </a:r>
            <a:r>
              <a:rPr lang="pt-BR" sz="1100"/>
              <a:t> 1 </a:t>
            </a:r>
            <a:r>
              <a:rPr lang="pt-BR" sz="1100" err="1"/>
              <a:t>alla</a:t>
            </a:r>
            <a:r>
              <a:rPr lang="pt-BR" sz="1100"/>
              <a:t> formula.</a:t>
            </a:r>
          </a:p>
          <a:p>
            <a:pPr marL="0" lvl="0" indent="0"/>
            <a:endParaRPr lang="pt-BR" sz="1100"/>
          </a:p>
          <a:p>
            <a:pPr marL="0" lvl="0" indent="0"/>
            <a:r>
              <a:rPr lang="it-IT" sz="1100" i="1" err="1"/>
              <a:t>T_ciclo</a:t>
            </a:r>
            <a:r>
              <a:rPr lang="it-IT" sz="1100" i="1"/>
              <a:t> = (ARR + 1) × </a:t>
            </a:r>
            <a:r>
              <a:rPr lang="it-IT" sz="1100" i="1" err="1"/>
              <a:t>T_passo</a:t>
            </a:r>
            <a:r>
              <a:rPr lang="it-IT" sz="1100" i="1"/>
              <a:t> </a:t>
            </a:r>
          </a:p>
          <a:p>
            <a:pPr marL="0" lvl="0" indent="0"/>
            <a:r>
              <a:rPr lang="it-IT" sz="1100" i="1" err="1"/>
              <a:t>f_ciclo</a:t>
            </a:r>
            <a:r>
              <a:rPr lang="it-IT" sz="1100" i="1"/>
              <a:t> = 1 / </a:t>
            </a:r>
            <a:r>
              <a:rPr lang="it-IT" sz="1100" i="1" err="1"/>
              <a:t>T_ciclo</a:t>
            </a:r>
            <a:endParaRPr lang="it-IT" sz="1100" i="1"/>
          </a:p>
          <a:p>
            <a:pPr marL="0" lvl="0" indent="0"/>
            <a:endParaRPr lang="it-IT" sz="900"/>
          </a:p>
          <a:p>
            <a:pPr marL="0" lvl="0" indent="0"/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135193870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F777E8C9-FE8F-7BE4-7664-8E58E9D4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9C152189-9287-6676-15DD-29EC371BF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/>
              <a:t>Timer: formule</a:t>
            </a:r>
            <a:endParaRPr sz="2800"/>
          </a:p>
        </p:txBody>
      </p:sp>
      <p:sp>
        <p:nvSpPr>
          <p:cNvPr id="4291" name="Google Shape;4291;p41">
            <a:extLst>
              <a:ext uri="{FF2B5EF4-FFF2-40B4-BE49-F238E27FC236}">
                <a16:creationId xmlns:a16="http://schemas.microsoft.com/office/drawing/2014/main" id="{E8AF2C78-B643-1D02-C66D-D7850CB499F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858982"/>
            <a:ext cx="7758982" cy="3906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it-IT" sz="950"/>
          </a:p>
          <a:p>
            <a:pPr marL="0" lvl="0" indent="0"/>
            <a:r>
              <a:rPr lang="it-IT" sz="950"/>
              <a:t>Con un passo da un microsecondo, sia l'impulso del servomotore sia la durata dell'eco escono direttamente in microsecondi. Entrambi i timer hanno PSC = 47 e cambia solo l'ARR. Il timer 2, sul pin PA15, comanda il servomotore con un segnale PWM (Pulse </a:t>
            </a:r>
            <a:r>
              <a:rPr lang="it-IT" sz="950" err="1"/>
              <a:t>Width</a:t>
            </a:r>
            <a:r>
              <a:rPr lang="it-IT" sz="950"/>
              <a:t> </a:t>
            </a:r>
            <a:r>
              <a:rPr lang="it-IT" sz="950" err="1"/>
              <a:t>Modulation</a:t>
            </a:r>
            <a:r>
              <a:rPr lang="it-IT" sz="950"/>
              <a:t>). Con ARR = 19999 un ciclo dura 20 millisecondi, cioè 50 cicli al secondo, che è quello che chiede il servomotore.</a:t>
            </a:r>
          </a:p>
          <a:p>
            <a:pPr marL="0" lvl="0" indent="0"/>
            <a:endParaRPr lang="it-IT" sz="950"/>
          </a:p>
          <a:p>
            <a:pPr marL="0" lvl="0" indent="0"/>
            <a:r>
              <a:rPr lang="it-IT" sz="950" i="1" err="1"/>
              <a:t>T_ciclo</a:t>
            </a:r>
            <a:r>
              <a:rPr lang="it-IT" sz="950" i="1"/>
              <a:t> = (19999 + 1) × 1 µs = 20 000 µs = 20 </a:t>
            </a:r>
            <a:r>
              <a:rPr lang="it-IT" sz="950" i="1" err="1"/>
              <a:t>ms</a:t>
            </a:r>
            <a:endParaRPr lang="it-IT" sz="950" i="1"/>
          </a:p>
          <a:p>
            <a:pPr marL="0" lvl="0" indent="0"/>
            <a:r>
              <a:rPr lang="it-IT" sz="950" i="1" err="1"/>
              <a:t>f_ciclo</a:t>
            </a:r>
            <a:r>
              <a:rPr lang="it-IT" sz="950" i="1"/>
              <a:t> = 1 / 20 </a:t>
            </a:r>
            <a:r>
              <a:rPr lang="it-IT" sz="950" i="1" err="1"/>
              <a:t>ms</a:t>
            </a:r>
            <a:r>
              <a:rPr lang="it-IT" sz="950" i="1"/>
              <a:t> = 50 Hz</a:t>
            </a:r>
          </a:p>
          <a:p>
            <a:pPr marL="0" lvl="0" indent="0"/>
            <a:endParaRPr lang="it-IT" sz="950"/>
          </a:p>
          <a:p>
            <a:pPr marL="0" lvl="0" indent="0"/>
            <a:r>
              <a:rPr lang="it-IT" sz="950"/>
              <a:t>L'angolo dipende da quanto dura l'impulso dentro il ciclo, da 1 a 2 millisecondi. Questa durata sta nel CCR (Capture/Compare Register, il registro di confronto): il segnale resta alto finché il contatore è sotto il valore del CCR, poi scende. Ogni passo vale 1 microsecondo, quindi il numero da scrivere nel CCR è già la durata dell'impulso in microsecondi. </a:t>
            </a:r>
          </a:p>
          <a:p>
            <a:pPr marL="0" lvl="0" indent="0"/>
            <a:endParaRPr lang="it-IT" sz="950"/>
          </a:p>
          <a:p>
            <a:pPr marL="0" lvl="0" indent="0"/>
            <a:r>
              <a:rPr lang="it-IT" sz="950" i="1"/>
              <a:t>durata impulso = CCR × 1 µs</a:t>
            </a:r>
          </a:p>
          <a:p>
            <a:pPr marL="0" lvl="0" indent="0"/>
            <a:r>
              <a:rPr lang="it-IT" sz="950" i="1"/>
              <a:t>CCR = 1000 → 1 </a:t>
            </a:r>
            <a:r>
              <a:rPr lang="it-IT" sz="950" i="1" err="1"/>
              <a:t>ms</a:t>
            </a:r>
            <a:r>
              <a:rPr lang="it-IT" sz="950" i="1"/>
              <a:t> (un estremo)</a:t>
            </a:r>
          </a:p>
          <a:p>
            <a:pPr marL="0" lvl="0" indent="0"/>
            <a:r>
              <a:rPr lang="it-IT" sz="950" i="1"/>
              <a:t>CCR = 1500 → 1,5 </a:t>
            </a:r>
            <a:r>
              <a:rPr lang="it-IT" sz="950" i="1" err="1"/>
              <a:t>ms</a:t>
            </a:r>
            <a:r>
              <a:rPr lang="it-IT" sz="950" i="1"/>
              <a:t> (posizione centrale)</a:t>
            </a:r>
          </a:p>
          <a:p>
            <a:pPr marL="0" lvl="0" indent="0"/>
            <a:r>
              <a:rPr lang="it-IT" sz="950" i="1"/>
              <a:t>CCR = 2000 → 2 </a:t>
            </a:r>
            <a:r>
              <a:rPr lang="it-IT" sz="950" i="1" err="1"/>
              <a:t>ms</a:t>
            </a:r>
            <a:r>
              <a:rPr lang="it-IT" sz="950" i="1"/>
              <a:t> (estremo opposto)</a:t>
            </a:r>
          </a:p>
          <a:p>
            <a:pPr marL="0" lvl="0" indent="0"/>
            <a:endParaRPr lang="it-IT" sz="950"/>
          </a:p>
          <a:p>
            <a:pPr marL="0" lvl="0" indent="0"/>
            <a:r>
              <a:rPr lang="it-IT" sz="950"/>
              <a:t>Il timer 1, sul pin PA8, misura l'eco del sensore a ultrasuoni HC-SR04 in modalità Input Capture (cattura dell'ingresso). Salva il valore del contatore quando il segnale di eco sale e di nuovo quando scende: la differenza è la durata dell'eco. Qui ARR = 65535, il massimo per un contatore a 16 bit, quindi il timer conta fino a 65,5 millisecondi prima di ripartire.</a:t>
            </a:r>
          </a:p>
          <a:p>
            <a:pPr marL="0" lvl="0" indent="0"/>
            <a:r>
              <a:rPr lang="it-IT" sz="950" i="1"/>
              <a:t>durata eco = </a:t>
            </a:r>
            <a:r>
              <a:rPr lang="it-IT" sz="950" i="1" err="1"/>
              <a:t>t_discesa</a:t>
            </a:r>
            <a:r>
              <a:rPr lang="it-IT" sz="950" i="1"/>
              <a:t> − </a:t>
            </a:r>
            <a:r>
              <a:rPr lang="it-IT" sz="950" i="1" err="1"/>
              <a:t>t_salita</a:t>
            </a:r>
            <a:r>
              <a:rPr lang="it-IT" sz="950" i="1"/>
              <a:t>   (µs)</a:t>
            </a:r>
          </a:p>
          <a:p>
            <a:pPr marL="0" lvl="0" indent="0"/>
            <a:r>
              <a:rPr lang="it-IT" sz="950" i="1" err="1"/>
              <a:t>T_max</a:t>
            </a:r>
            <a:r>
              <a:rPr lang="it-IT" sz="950" i="1"/>
              <a:t> = (65535 + 1) × 1 µs = 65 536 µs ≈ 65,5 </a:t>
            </a:r>
            <a:r>
              <a:rPr lang="it-IT" sz="950" i="1" err="1"/>
              <a:t>ms</a:t>
            </a:r>
            <a:r>
              <a:rPr lang="it-IT" sz="950" i="1"/>
              <a:t> </a:t>
            </a:r>
          </a:p>
          <a:p>
            <a:pPr marL="0" lvl="0" indent="0"/>
            <a:endParaRPr lang="it-IT" sz="950"/>
          </a:p>
          <a:p>
            <a:pPr marL="0" indent="0"/>
            <a:r>
              <a:rPr lang="it-IT" sz="950"/>
              <a:t>Per la distanza si divide per due, perché si considera andata e ritorno del suono . La velocità del suono è circa 0,0343 centimetri al microsecondo, e da qui si arriva al fattore 58. Ad esempio, un'eco di 580 microsecondi corrisponde a circa 10 centimetri.</a:t>
            </a:r>
          </a:p>
          <a:p>
            <a:pPr marL="0" lvl="0" indent="0"/>
            <a:r>
              <a:rPr lang="it-IT" sz="950" i="1"/>
              <a:t>distanza = (durata eco × 0,0343) / 2 ≈ durata eco / 58   (in cm) </a:t>
            </a:r>
          </a:p>
        </p:txBody>
      </p:sp>
    </p:spTree>
    <p:extLst>
      <p:ext uri="{BB962C8B-B14F-4D97-AF65-F5344CB8AC3E}">
        <p14:creationId xmlns:p14="http://schemas.microsoft.com/office/powerpoint/2010/main" val="134157902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31CD7958-6583-F764-A65C-B6B6FF57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F6785011-EB13-71C4-8DA8-A8B659B94F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/>
              <a:t>Configurazione NVIC</a:t>
            </a:r>
            <a:endParaRPr sz="280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3B3BEA1-DD71-F0B5-5122-C800F07C7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00" y="1973763"/>
            <a:ext cx="7404100" cy="2667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5D5CDDC4-AD2A-E200-47DB-377531381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00" y="2221413"/>
            <a:ext cx="7404100" cy="266700"/>
          </a:xfrm>
          <a:prstGeom prst="rect">
            <a:avLst/>
          </a:prstGeom>
        </p:spPr>
      </p:pic>
      <p:sp>
        <p:nvSpPr>
          <p:cNvPr id="4291" name="Google Shape;4291;p41">
            <a:extLst>
              <a:ext uri="{FF2B5EF4-FFF2-40B4-BE49-F238E27FC236}">
                <a16:creationId xmlns:a16="http://schemas.microsoft.com/office/drawing/2014/main" id="{D7B7A0DA-70A7-B9BF-65B1-159AF26514E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91300" y="2571750"/>
            <a:ext cx="7758982" cy="18339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1200" b="1"/>
              <a:t>TIM1</a:t>
            </a:r>
            <a:r>
              <a:rPr lang="it-IT" sz="1200"/>
              <a:t>: acquisisce in Input Capture i fronti del segnale </a:t>
            </a:r>
            <a:r>
              <a:rPr lang="it-IT" sz="1200" err="1"/>
              <a:t>echo</a:t>
            </a:r>
            <a:r>
              <a:rPr lang="it-IT" sz="1200"/>
              <a:t> dell'HC-SR04, per calcolare la distanza tramite il tempo di volo dell'impulso.</a:t>
            </a:r>
          </a:p>
          <a:p>
            <a:r>
              <a:rPr lang="it-IT" sz="1200" b="1"/>
              <a:t>TIM2</a:t>
            </a:r>
            <a:r>
              <a:rPr lang="it-IT" sz="1200"/>
              <a:t>: genera in PWM il segnale di comando per il servomotore, che determina l'angolo di scansione durante la ricerca di ostacoli.</a:t>
            </a:r>
          </a:p>
          <a:p>
            <a:pPr marL="0" lvl="0" indent="0"/>
            <a:endParaRPr lang="it-IT" sz="120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AF275A-5EA5-5CBD-BE3B-5C8297213075}"/>
              </a:ext>
            </a:extLst>
          </p:cNvPr>
          <p:cNvSpPr txBox="1"/>
          <p:nvPr/>
        </p:nvSpPr>
        <p:spPr>
          <a:xfrm>
            <a:off x="791300" y="1017726"/>
            <a:ext cx="763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>
                <a:latin typeface="Asap" panose="020B0604020202020204" charset="0"/>
              </a:rPr>
              <a:t>È necessario configurare il NVIC affinché gestisca le richieste di interrupt provenienti dalla periferica USART1</a:t>
            </a:r>
          </a:p>
          <a:p>
            <a:r>
              <a:rPr lang="it-IT" sz="1200">
                <a:latin typeface="Asap" panose="020B0604020202020204" charset="0"/>
              </a:rPr>
              <a:t>e dal canale di Input Capture del timer TIM1. Inoltre, per implementare le funzionalità descritte, sono stati</a:t>
            </a:r>
          </a:p>
          <a:p>
            <a:r>
              <a:rPr lang="it-IT" sz="1200">
                <a:latin typeface="Asap" panose="020B0604020202020204" charset="0"/>
              </a:rPr>
              <a:t>utilizzati i timer TIM1 e TIM2.</a:t>
            </a:r>
          </a:p>
          <a:p>
            <a:endParaRPr lang="it-IT" sz="1200"/>
          </a:p>
        </p:txBody>
      </p:sp>
    </p:spTree>
    <p:extLst>
      <p:ext uri="{BB962C8B-B14F-4D97-AF65-F5344CB8AC3E}">
        <p14:creationId xmlns:p14="http://schemas.microsoft.com/office/powerpoint/2010/main" val="324918262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5FF1DD38-C279-9CB6-8777-FE990053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A9C99B14-1DA8-C70D-83DC-81EB802F42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b="1"/>
              <a:t>Implementazione: sensore</a:t>
            </a:r>
            <a:r>
              <a:rPr lang="it-IT" sz="2800"/>
              <a:t> HC-SR04</a:t>
            </a:r>
            <a:br>
              <a:rPr lang="it-IT" sz="2800"/>
            </a:br>
            <a:br>
              <a:rPr lang="it-IT" sz="2800"/>
            </a:br>
            <a:endParaRPr sz="2800"/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F9C5C541-CB0E-BB18-5438-01B360FAA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7840" y="3463636"/>
            <a:ext cx="4283596" cy="1288473"/>
          </a:xfrm>
        </p:spPr>
        <p:txBody>
          <a:bodyPr/>
          <a:lstStyle/>
          <a:p>
            <a:r>
              <a:rPr lang="it-IT" sz="1200" b="1"/>
              <a:t>Input Capture su doppio fronte (TIM1, 1 µs/tick):</a:t>
            </a:r>
            <a:br>
              <a:rPr lang="it-IT" sz="1200"/>
            </a:br>
            <a:r>
              <a:rPr lang="it-IT" sz="1200"/>
              <a:t>• </a:t>
            </a:r>
            <a:r>
              <a:rPr lang="it-IT" sz="1200" i="1"/>
              <a:t>salita: </a:t>
            </a:r>
            <a:r>
              <a:rPr lang="it-IT" sz="1200"/>
              <a:t>salva ic_val1 e commuta la polarità su discesa</a:t>
            </a:r>
            <a:br>
              <a:rPr lang="it-IT" sz="1200"/>
            </a:br>
            <a:r>
              <a:rPr lang="it-IT" sz="1200"/>
              <a:t>• </a:t>
            </a:r>
            <a:r>
              <a:rPr lang="it-IT" sz="1200" i="1"/>
              <a:t>discesa: </a:t>
            </a:r>
            <a:r>
              <a:rPr lang="it-IT" sz="1200"/>
              <a:t>calcola la durata e distanza = µs / 58</a:t>
            </a:r>
            <a:br>
              <a:rPr lang="it-IT" sz="1200"/>
            </a:br>
            <a:r>
              <a:rPr lang="it-IT" sz="1200"/>
              <a:t>• l'ISR alza solo il flag </a:t>
            </a:r>
            <a:r>
              <a:rPr lang="it-IT" sz="1200" err="1"/>
              <a:t>nuova_distanza_pronta</a:t>
            </a:r>
            <a:r>
              <a:rPr lang="it-IT" sz="1200"/>
              <a:t> ma la decisione in base al valore del flag viene presa nel </a:t>
            </a:r>
            <a:r>
              <a:rPr lang="it-IT" sz="1200" err="1"/>
              <a:t>main</a:t>
            </a:r>
            <a:endParaRPr lang="it-IT" sz="120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0431049-9B4A-C91C-C864-247D7DA1CEF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89655" y="3111559"/>
            <a:ext cx="3848185" cy="912167"/>
          </a:xfrm>
        </p:spPr>
        <p:txBody>
          <a:bodyPr/>
          <a:lstStyle/>
          <a:p>
            <a:r>
              <a:rPr lang="it-IT" sz="1200" b="1"/>
              <a:t>Trigger: </a:t>
            </a:r>
            <a:r>
              <a:rPr lang="it-IT" sz="1200"/>
              <a:t>impulso di 10 microsecondi su PC0 che avvia l’emissione degli ultrasuoni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089359B-7C19-D3E3-6799-2901CB48B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55" y="1619181"/>
            <a:ext cx="3920836" cy="149237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6CFB8E8-EA69-C2B3-D1E0-6B18700E2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491" y="1079495"/>
            <a:ext cx="4688371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3675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1AC58A89-0907-AB3A-4CE2-0B133959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44E5A895-CA03-0C4A-6D16-FB9FE17F1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b="1"/>
              <a:t>Implementazione: Servomotore </a:t>
            </a:r>
            <a:br>
              <a:rPr lang="it-IT" sz="2800"/>
            </a:br>
            <a:br>
              <a:rPr lang="it-IT" sz="2800"/>
            </a:br>
            <a:endParaRPr sz="2800"/>
          </a:p>
        </p:txBody>
      </p:sp>
      <p:sp>
        <p:nvSpPr>
          <p:cNvPr id="4291" name="Google Shape;4291;p41">
            <a:extLst>
              <a:ext uri="{FF2B5EF4-FFF2-40B4-BE49-F238E27FC236}">
                <a16:creationId xmlns:a16="http://schemas.microsoft.com/office/drawing/2014/main" id="{D23E1237-B57D-8637-7ADE-114E48A16E3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3088364"/>
            <a:ext cx="7830282" cy="1489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200"/>
              <a:t>Il servomotore è pilotato in PWM hardware da TIM2 sul pin PA15. Avendo settato il </a:t>
            </a:r>
            <a:r>
              <a:rPr lang="it-IT" sz="1200" err="1"/>
              <a:t>prescaler</a:t>
            </a:r>
            <a:r>
              <a:rPr lang="it-IT" sz="1200"/>
              <a:t> a 47, ogni tick dura 1 µs e il periodo è di 20 </a:t>
            </a:r>
            <a:r>
              <a:rPr lang="it-IT" sz="1200" err="1"/>
              <a:t>ms</a:t>
            </a:r>
            <a:r>
              <a:rPr lang="it-IT" sz="1200"/>
              <a:t>, quindi il valore scritto nel registro di compare corrisponde direttamente alla durata dell'impulso in microsecondi. La funzione </a:t>
            </a:r>
            <a:r>
              <a:rPr lang="it-IT" sz="1200" b="1" err="1"/>
              <a:t>Servo_SetAngle</a:t>
            </a:r>
            <a:r>
              <a:rPr lang="it-IT" sz="1200" b="1"/>
              <a:t>() </a:t>
            </a:r>
            <a:r>
              <a:rPr lang="it-IT" sz="1200"/>
              <a:t>converte l'angolo da 0° a 180° in un impulso tra 500 e 2500 µs, secondo il datasheet dell'SG90, e aggiorna il registro CCR1. La funzione </a:t>
            </a:r>
            <a:r>
              <a:rPr lang="it-IT" sz="1200" b="1" err="1"/>
              <a:t>Avanza_Angolo</a:t>
            </a:r>
            <a:r>
              <a:rPr lang="it-IT" sz="1200" b="1"/>
              <a:t>() </a:t>
            </a:r>
            <a:r>
              <a:rPr lang="it-IT" sz="1200"/>
              <a:t>sposta il servo di 5° alla volta e inverte la direzione agli estremi, per ottenere una scansione che procede avanti e indietro. Il tempo necessario perché il servo si assesti è gestito dalla FSM con </a:t>
            </a:r>
            <a:r>
              <a:rPr lang="it-IT" sz="1200" b="1" err="1"/>
              <a:t>HAL_GetTick</a:t>
            </a:r>
            <a:r>
              <a:rPr lang="it-IT" sz="1200" b="1"/>
              <a:t>().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4C37C1C-16B7-EA2C-C498-46A10202F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041" y="731375"/>
            <a:ext cx="4648200" cy="245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620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EF6EBB10-34FF-F336-CABB-3D4D96E8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C02F8244-7B72-BB4C-05F5-CC2F010A1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b="1"/>
              <a:t>Implementazione: UART ESP32-CAM </a:t>
            </a:r>
            <a:br>
              <a:rPr lang="it-IT" sz="2800"/>
            </a:br>
            <a:br>
              <a:rPr lang="it-IT" sz="2800"/>
            </a:br>
            <a:endParaRPr sz="28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C83E32E-4FDF-C543-9538-0DE93AF5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997527"/>
            <a:ext cx="3437858" cy="203068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D4857F1-FF9B-79D6-853D-1BCEE4434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926" y="997527"/>
            <a:ext cx="3660946" cy="2030682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81A6419-263C-404B-65B2-D2548A756127}"/>
              </a:ext>
            </a:extLst>
          </p:cNvPr>
          <p:cNvSpPr txBox="1"/>
          <p:nvPr/>
        </p:nvSpPr>
        <p:spPr>
          <a:xfrm>
            <a:off x="821103" y="2931284"/>
            <a:ext cx="34204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>
                <a:latin typeface="Asap" panose="020B0604020202020204" charset="0"/>
              </a:rPr>
              <a:t>Se la distanza misurata è sotto la soglia e la camera è libera, la FSM avvia la richiesta di foto. Imposta il flag trigger_esp32_pending, segna la camera come occupata e salva con </a:t>
            </a:r>
            <a:r>
              <a:rPr lang="it-IT" sz="1200" err="1">
                <a:latin typeface="Asap" panose="020B0604020202020204" charset="0"/>
              </a:rPr>
              <a:t>HAL_GetTick</a:t>
            </a:r>
            <a:r>
              <a:rPr lang="it-IT" sz="1200">
                <a:latin typeface="Asap" panose="020B0604020202020204" charset="0"/>
              </a:rPr>
              <a:t>() l'istante della richiesta, che serve al </a:t>
            </a:r>
            <a:r>
              <a:rPr lang="it-IT" sz="1200" err="1">
                <a:latin typeface="Asap" panose="020B0604020202020204" charset="0"/>
              </a:rPr>
              <a:t>timeout</a:t>
            </a:r>
            <a:r>
              <a:rPr lang="it-IT" sz="1200">
                <a:latin typeface="Asap" panose="020B0604020202020204" charset="0"/>
              </a:rPr>
              <a:t>. L'invio vero e proprio avviene poi nel </a:t>
            </a:r>
            <a:r>
              <a:rPr lang="it-IT" sz="1200" err="1">
                <a:latin typeface="Asap" panose="020B0604020202020204" charset="0"/>
              </a:rPr>
              <a:t>main</a:t>
            </a:r>
            <a:r>
              <a:rPr lang="it-IT" sz="1200">
                <a:latin typeface="Asap" panose="020B0604020202020204" charset="0"/>
              </a:rPr>
              <a:t>, così la scansione non aspetta la trasmissione e non partono due richieste ravvicinate.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6D52C3-783E-1F81-3675-E3BF1A0CA66C}"/>
              </a:ext>
            </a:extLst>
          </p:cNvPr>
          <p:cNvSpPr txBox="1"/>
          <p:nvPr/>
        </p:nvSpPr>
        <p:spPr>
          <a:xfrm>
            <a:off x="4572000" y="2859053"/>
            <a:ext cx="40781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>
                <a:latin typeface="Asap" panose="020B0604020202020204" charset="0"/>
              </a:rPr>
              <a:t>Nel </a:t>
            </a:r>
            <a:r>
              <a:rPr lang="it-IT" sz="1200" err="1">
                <a:latin typeface="Asap" panose="020B0604020202020204" charset="0"/>
              </a:rPr>
              <a:t>while</a:t>
            </a:r>
            <a:r>
              <a:rPr lang="it-IT" sz="1200">
                <a:latin typeface="Asap" panose="020B0604020202020204" charset="0"/>
              </a:rPr>
              <a:t>(1) il </a:t>
            </a:r>
            <a:r>
              <a:rPr lang="it-IT" sz="1200" err="1">
                <a:latin typeface="Asap" panose="020B0604020202020204" charset="0"/>
              </a:rPr>
              <a:t>main</a:t>
            </a:r>
            <a:r>
              <a:rPr lang="it-IT" sz="1200">
                <a:latin typeface="Asap" panose="020B0604020202020204" charset="0"/>
              </a:rPr>
              <a:t> controlla il flag, lo azzera e manda 'T' all'ESP32-CAM, che a quel punto scatta la foto. </a:t>
            </a:r>
            <a:r>
              <a:rPr lang="it-IT" sz="1200" err="1">
                <a:latin typeface="Asap" panose="020B0604020202020204" charset="0"/>
              </a:rPr>
              <a:t>HAL_UART_Transmit</a:t>
            </a:r>
            <a:r>
              <a:rPr lang="it-IT" sz="1200">
                <a:latin typeface="Asap" panose="020B0604020202020204" charset="0"/>
              </a:rPr>
              <a:t> è bloccante: il </a:t>
            </a:r>
            <a:r>
              <a:rPr lang="it-IT" sz="1200" err="1">
                <a:latin typeface="Asap" panose="020B0604020202020204" charset="0"/>
              </a:rPr>
              <a:t>main</a:t>
            </a:r>
            <a:r>
              <a:rPr lang="it-IT" sz="1200">
                <a:latin typeface="Asap" panose="020B0604020202020204" charset="0"/>
              </a:rPr>
              <a:t> aspetta la fine dell'invio prima di proseguire. Il parametro HAL_MAX_DELAY è il tempo massimo di attesa e qui equivale a nessun limite, ma un byte a 115200 baud parte in circa 87 µs, quindi la FSM non ne risente. Se poi non arriva risposta entro TIMEOUT_CAMERA_MS, la camera viene considerata libera e la scansione riparte.</a:t>
            </a:r>
          </a:p>
        </p:txBody>
      </p:sp>
    </p:spTree>
    <p:extLst>
      <p:ext uri="{BB962C8B-B14F-4D97-AF65-F5344CB8AC3E}">
        <p14:creationId xmlns:p14="http://schemas.microsoft.com/office/powerpoint/2010/main" val="112714899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EAA48F9E-7FD0-DC3A-506C-A36E6F54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8142B983-BAB2-F314-4420-E0124D9855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b="1"/>
              <a:t>Implementazione: UART ESP32-CAM </a:t>
            </a:r>
            <a:br>
              <a:rPr lang="it-IT" sz="2800"/>
            </a:br>
            <a:br>
              <a:rPr lang="it-IT" sz="2800"/>
            </a:br>
            <a:endParaRPr sz="280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D06B6EF8-059E-6A24-92D6-D6167194E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393" y="1017725"/>
            <a:ext cx="4081212" cy="215921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5297C9-26C8-52C4-EE7E-388C13D9EBB0}"/>
              </a:ext>
            </a:extLst>
          </p:cNvPr>
          <p:cNvSpPr txBox="1"/>
          <p:nvPr/>
        </p:nvSpPr>
        <p:spPr>
          <a:xfrm>
            <a:off x="1317413" y="3423150"/>
            <a:ext cx="7029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>
                <a:latin typeface="Asap" panose="020B0604020202020204" charset="0"/>
              </a:rPr>
              <a:t>Quando USART1 riceve un byte scatta un'interruzione: </a:t>
            </a:r>
            <a:r>
              <a:rPr lang="it-IT" sz="1200" err="1">
                <a:latin typeface="Asap" panose="020B0604020202020204" charset="0"/>
              </a:rPr>
              <a:t>l'handler</a:t>
            </a:r>
            <a:r>
              <a:rPr lang="it-IT" sz="1200">
                <a:latin typeface="Asap" panose="020B0604020202020204" charset="0"/>
              </a:rPr>
              <a:t> della HAL la gestisce e chiama </a:t>
            </a:r>
            <a:r>
              <a:rPr lang="it-IT" sz="1200" err="1">
                <a:latin typeface="Asap" panose="020B0604020202020204" charset="0"/>
              </a:rPr>
              <a:t>HAL_UART_RxCpltCallback</a:t>
            </a:r>
            <a:r>
              <a:rPr lang="it-IT" sz="1200">
                <a:latin typeface="Asap" panose="020B0604020202020204" charset="0"/>
              </a:rPr>
              <a:t>, che quindi gira in contesto di interrupt e sospende il </a:t>
            </a:r>
            <a:r>
              <a:rPr lang="it-IT" sz="1200" err="1">
                <a:latin typeface="Asap" panose="020B0604020202020204" charset="0"/>
              </a:rPr>
              <a:t>main</a:t>
            </a:r>
            <a:r>
              <a:rPr lang="it-IT" sz="1200">
                <a:latin typeface="Asap" panose="020B0604020202020204" charset="0"/>
              </a:rPr>
              <a:t> per il tempo che serve. Se il byte è 'K' o 'E', </a:t>
            </a:r>
            <a:r>
              <a:rPr lang="it-IT" sz="1200" err="1">
                <a:latin typeface="Asap" panose="020B0604020202020204" charset="0"/>
              </a:rPr>
              <a:t>camera_occupata</a:t>
            </a:r>
            <a:r>
              <a:rPr lang="it-IT" sz="1200">
                <a:latin typeface="Asap" panose="020B0604020202020204" charset="0"/>
              </a:rPr>
              <a:t> torna a 0 e la camera è di nuovo libera. La funzione è breve e senza attese, come deve essere un'ISR, e finisce con </a:t>
            </a:r>
            <a:r>
              <a:rPr lang="it-IT" sz="1200" err="1">
                <a:latin typeface="Asap" panose="020B0604020202020204" charset="0"/>
              </a:rPr>
              <a:t>HAL_UART_Receive_IT</a:t>
            </a:r>
            <a:r>
              <a:rPr lang="it-IT" sz="1200">
                <a:latin typeface="Asap" panose="020B0604020202020204" charset="0"/>
              </a:rPr>
              <a:t>, che riarma la ricezione: la HAL riceve un solo byte per chiamata, quindi senza questa riga non ne arriverebbe nessun altro.</a:t>
            </a:r>
          </a:p>
        </p:txBody>
      </p:sp>
    </p:spTree>
    <p:extLst>
      <p:ext uri="{BB962C8B-B14F-4D97-AF65-F5344CB8AC3E}">
        <p14:creationId xmlns:p14="http://schemas.microsoft.com/office/powerpoint/2010/main" val="283052649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>
          <a:extLst>
            <a:ext uri="{FF2B5EF4-FFF2-40B4-BE49-F238E27FC236}">
              <a16:creationId xmlns:a16="http://schemas.microsoft.com/office/drawing/2014/main" id="{A0811E55-DCD7-843D-7BF6-414B4B78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>
            <a:extLst>
              <a:ext uri="{FF2B5EF4-FFF2-40B4-BE49-F238E27FC236}">
                <a16:creationId xmlns:a16="http://schemas.microsoft.com/office/drawing/2014/main" id="{5A3349B7-52ED-248B-93AE-79CAAAD5E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800" b="1"/>
              <a:t>Implementazione: UART ESP32-CAM </a:t>
            </a:r>
            <a:br>
              <a:rPr lang="it-IT" sz="2800"/>
            </a:br>
            <a:br>
              <a:rPr lang="it-IT" sz="2800"/>
            </a:br>
            <a:endParaRPr sz="280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148B90A-3DEF-37E1-5A6E-AE841C0BC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31" y="1202040"/>
            <a:ext cx="3095161" cy="187382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E85FB4C-8CEB-245B-20A5-5D59A6986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317" y="1500938"/>
            <a:ext cx="3989031" cy="127603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A98C035-5817-273C-D9A3-54AD2BCB1E28}"/>
              </a:ext>
            </a:extLst>
          </p:cNvPr>
          <p:cNvSpPr txBox="1"/>
          <p:nvPr/>
        </p:nvSpPr>
        <p:spPr>
          <a:xfrm>
            <a:off x="1044939" y="3548456"/>
            <a:ext cx="2858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>
                <a:latin typeface="Asap" panose="020B0604020202020204" charset="0"/>
              </a:rPr>
              <a:t>ESP32-CAM legge la UART nel loop(). Quando riceve 'T' cattura un frame JPEG e lo invia a Telegram tramite HTTPS.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EA5D04B-6F6C-6F9F-AE24-258686CBE81D}"/>
              </a:ext>
            </a:extLst>
          </p:cNvPr>
          <p:cNvSpPr txBox="1"/>
          <p:nvPr/>
        </p:nvSpPr>
        <p:spPr>
          <a:xfrm>
            <a:off x="4912571" y="3548456"/>
            <a:ext cx="3359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>
                <a:latin typeface="Asap" panose="020B0604020202020204" charset="0"/>
              </a:rPr>
              <a:t>Al termine risponde all'STM32 con un byte: 'K' se Telegram conferma l'invio ("ok":</a:t>
            </a:r>
            <a:r>
              <a:rPr lang="it-IT" sz="1200" err="1">
                <a:latin typeface="Asap" panose="020B0604020202020204" charset="0"/>
              </a:rPr>
              <a:t>true</a:t>
            </a:r>
            <a:r>
              <a:rPr lang="it-IT" sz="1200">
                <a:latin typeface="Asap" panose="020B0604020202020204" charset="0"/>
              </a:rPr>
              <a:t>), 'E' in caso di errore o </a:t>
            </a:r>
            <a:r>
              <a:rPr lang="it-IT" sz="1200" err="1">
                <a:latin typeface="Asap" panose="020B0604020202020204" charset="0"/>
              </a:rPr>
              <a:t>timeout</a:t>
            </a:r>
            <a:r>
              <a:rPr lang="it-IT" sz="1200">
                <a:latin typeface="Asap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1530976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6B8236-DD9E-29DE-E7A1-03DA0F22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b="1"/>
              <a:t>Implementazione: FSM/Timer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A3A3F33-B866-FF2E-A081-F49BF195DC41}"/>
              </a:ext>
            </a:extLst>
          </p:cNvPr>
          <p:cNvSpPr txBox="1"/>
          <p:nvPr/>
        </p:nvSpPr>
        <p:spPr>
          <a:xfrm>
            <a:off x="4426527" y="1157225"/>
            <a:ext cx="419792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>
                <a:latin typeface="Asap" panose="020B0604020202020204" charset="0"/>
              </a:rPr>
              <a:t>La scansione è controllata da un automa astati finiti di tre stati, all’interno del </a:t>
            </a:r>
            <a:r>
              <a:rPr lang="it-IT" sz="1200" err="1">
                <a:latin typeface="Asap" panose="020B0604020202020204" charset="0"/>
              </a:rPr>
              <a:t>while</a:t>
            </a:r>
            <a:r>
              <a:rPr lang="it-IT" sz="1200">
                <a:latin typeface="Asap" panose="020B0604020202020204" charset="0"/>
              </a:rPr>
              <a:t>(1) nel </a:t>
            </a:r>
            <a:r>
              <a:rPr lang="it-IT" sz="1200" err="1">
                <a:latin typeface="Asap" panose="020B0604020202020204" charset="0"/>
              </a:rPr>
              <a:t>main</a:t>
            </a:r>
            <a:r>
              <a:rPr lang="it-IT" sz="1200">
                <a:latin typeface="Asap" panose="020B0604020202020204" charset="0"/>
              </a:rPr>
              <a:t>. Ogni durata si misura confrontando </a:t>
            </a:r>
            <a:r>
              <a:rPr lang="it-IT" sz="1200" err="1">
                <a:latin typeface="Asap" panose="020B0604020202020204" charset="0"/>
              </a:rPr>
              <a:t>HAL_GetTick</a:t>
            </a:r>
            <a:r>
              <a:rPr lang="it-IT" sz="1200">
                <a:latin typeface="Asap" panose="020B0604020202020204" charset="0"/>
              </a:rPr>
              <a:t>() con </a:t>
            </a:r>
            <a:r>
              <a:rPr lang="it-IT" sz="1200" err="1">
                <a:latin typeface="Asap" panose="020B0604020202020204" charset="0"/>
              </a:rPr>
              <a:t>tempo_stato</a:t>
            </a:r>
            <a:r>
              <a:rPr lang="it-IT" sz="1200">
                <a:latin typeface="Asap" panose="020B0604020202020204" charset="0"/>
              </a:rPr>
              <a:t>, che salviamo quando entriamo in uno stato. In ASSESTAMENTO aspettiamo un secondo che il servo si fermi. In TRIGGER mandiamo l'impulso al sensore e passiamo subito ad ATTESA_ECHO, dove controlliamo il flag </a:t>
            </a:r>
            <a:r>
              <a:rPr lang="it-IT" sz="1200" err="1">
                <a:latin typeface="Asap" panose="020B0604020202020204" charset="0"/>
              </a:rPr>
              <a:t>nuova_distanza_pronta</a:t>
            </a:r>
            <a:r>
              <a:rPr lang="it-IT" sz="1200">
                <a:latin typeface="Asap" panose="020B0604020202020204" charset="0"/>
              </a:rPr>
              <a:t> alzato dall'ISR di Input Capture. Quando c'è, elaboriamo la misura, facciamo avanzare il servo di un passo e torniamo in ASSESTAMENTO. Se l'eco non arriva entro 60 </a:t>
            </a:r>
            <a:r>
              <a:rPr lang="it-IT" sz="1200" err="1">
                <a:latin typeface="Asap" panose="020B0604020202020204" charset="0"/>
              </a:rPr>
              <a:t>ms</a:t>
            </a:r>
            <a:r>
              <a:rPr lang="it-IT" sz="1200">
                <a:latin typeface="Asap" panose="020B0604020202020204" charset="0"/>
              </a:rPr>
              <a:t> saltiamo la misura e andiamo avanti lo stesso, quindi non si resta mai bloccati. Le ISR si limitano ad alzare flag, il resto sta nel </a:t>
            </a:r>
            <a:r>
              <a:rPr lang="it-IT" sz="1200" err="1">
                <a:latin typeface="Asap" panose="020B0604020202020204" charset="0"/>
              </a:rPr>
              <a:t>main</a:t>
            </a:r>
            <a:r>
              <a:rPr lang="it-IT" sz="1200">
                <a:latin typeface="Asap" panose="020B0604020202020204" charset="0"/>
              </a:rPr>
              <a:t>. Ogni timer fa una cosa sola. Il </a:t>
            </a:r>
            <a:r>
              <a:rPr lang="it-IT" sz="1200" err="1">
                <a:latin typeface="Asap" panose="020B0604020202020204" charset="0"/>
              </a:rPr>
              <a:t>SysTick</a:t>
            </a:r>
            <a:r>
              <a:rPr lang="it-IT" sz="1200">
                <a:latin typeface="Asap" panose="020B0604020202020204" charset="0"/>
              </a:rPr>
              <a:t> scatta ogni millisecondo e alimenta </a:t>
            </a:r>
            <a:r>
              <a:rPr lang="it-IT" sz="1200" err="1">
                <a:latin typeface="Asap" panose="020B0604020202020204" charset="0"/>
              </a:rPr>
              <a:t>HAL_GetTick</a:t>
            </a:r>
            <a:r>
              <a:rPr lang="it-IT" sz="1200">
                <a:latin typeface="Asap" panose="020B0604020202020204" charset="0"/>
              </a:rPr>
              <a:t>(), che la FSM usa per i suoi tempi. TIM1 misura la durata dell'eco con Input Capture su PA8, a 1 µs di risoluzione. Su PA15, TIM2 genera il PWM a 50 Hz che pilota il servo.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08756EC-7BB8-698F-D527-88B07E6A1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81" y="1017725"/>
            <a:ext cx="3743655" cy="370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52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1">
          <a:extLst>
            <a:ext uri="{FF2B5EF4-FFF2-40B4-BE49-F238E27FC236}">
              <a16:creationId xmlns:a16="http://schemas.microsoft.com/office/drawing/2014/main" id="{6107CB1E-513E-4E9F-A025-C27C4F459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40">
            <a:extLst>
              <a:ext uri="{FF2B5EF4-FFF2-40B4-BE49-F238E27FC236}">
                <a16:creationId xmlns:a16="http://schemas.microsoft.com/office/drawing/2014/main" id="{A292EDCF-279A-6041-73BF-517D43026E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031775"/>
            <a:ext cx="3712200" cy="1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/>
              <a:t>Funzionamento</a:t>
            </a:r>
            <a:endParaRPr sz="3200" dirty="0"/>
          </a:p>
        </p:txBody>
      </p:sp>
      <p:sp>
        <p:nvSpPr>
          <p:cNvPr id="3813" name="Google Shape;3813;p40">
            <a:extLst>
              <a:ext uri="{FF2B5EF4-FFF2-40B4-BE49-F238E27FC236}">
                <a16:creationId xmlns:a16="http://schemas.microsoft.com/office/drawing/2014/main" id="{2C7B47F3-CCBA-BAD1-7DD3-03D8719FDDF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76475" y="1216350"/>
            <a:ext cx="1233300" cy="80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3815" name="Google Shape;3815;p40">
            <a:extLst>
              <a:ext uri="{FF2B5EF4-FFF2-40B4-BE49-F238E27FC236}">
                <a16:creationId xmlns:a16="http://schemas.microsoft.com/office/drawing/2014/main" id="{612661DC-2893-22F6-D145-C04D8DF8F2DB}"/>
              </a:ext>
            </a:extLst>
          </p:cNvPr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3816" name="Google Shape;3816;p40">
              <a:extLst>
                <a:ext uri="{FF2B5EF4-FFF2-40B4-BE49-F238E27FC236}">
                  <a16:creationId xmlns:a16="http://schemas.microsoft.com/office/drawing/2014/main" id="{497E2FC1-AAA4-9983-3BFD-80C7B182845A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3817" name="Google Shape;3817;p40">
                <a:extLst>
                  <a:ext uri="{FF2B5EF4-FFF2-40B4-BE49-F238E27FC236}">
                    <a16:creationId xmlns:a16="http://schemas.microsoft.com/office/drawing/2014/main" id="{636DA612-260C-7B80-6279-B3A3BF73E662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18" name="Google Shape;3818;p40">
                <a:extLst>
                  <a:ext uri="{FF2B5EF4-FFF2-40B4-BE49-F238E27FC236}">
                    <a16:creationId xmlns:a16="http://schemas.microsoft.com/office/drawing/2014/main" id="{313963FE-5CB8-6388-616E-C913C0B7EF57}"/>
                  </a:ext>
                </a:extLst>
              </p:cNvPr>
              <p:cNvGrpSpPr/>
              <p:nvPr/>
            </p:nvGrpSpPr>
            <p:grpSpPr>
              <a:xfrm rot="10800000" flipH="1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3819" name="Google Shape;3819;p40">
                  <a:extLst>
                    <a:ext uri="{FF2B5EF4-FFF2-40B4-BE49-F238E27FC236}">
                      <a16:creationId xmlns:a16="http://schemas.microsoft.com/office/drawing/2014/main" id="{BA22DAAC-7C50-C0B4-C419-AED32F622DDC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0" name="Google Shape;3820;p40">
                  <a:extLst>
                    <a:ext uri="{FF2B5EF4-FFF2-40B4-BE49-F238E27FC236}">
                      <a16:creationId xmlns:a16="http://schemas.microsoft.com/office/drawing/2014/main" id="{57C847E4-76E4-0B3C-9A61-000E918AD9C1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1" name="Google Shape;3821;p40">
                  <a:extLst>
                    <a:ext uri="{FF2B5EF4-FFF2-40B4-BE49-F238E27FC236}">
                      <a16:creationId xmlns:a16="http://schemas.microsoft.com/office/drawing/2014/main" id="{BE5834B7-6BB6-A5D1-5FC3-77DA5A155E7A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2" name="Google Shape;3822;p40">
                  <a:extLst>
                    <a:ext uri="{FF2B5EF4-FFF2-40B4-BE49-F238E27FC236}">
                      <a16:creationId xmlns:a16="http://schemas.microsoft.com/office/drawing/2014/main" id="{7353BA19-636D-F4EE-2EBB-159FD50B1DC0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3" name="Google Shape;3823;p40">
                  <a:extLst>
                    <a:ext uri="{FF2B5EF4-FFF2-40B4-BE49-F238E27FC236}">
                      <a16:creationId xmlns:a16="http://schemas.microsoft.com/office/drawing/2014/main" id="{31C9DB3B-81DD-83D1-07CE-F047A80B019B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4" name="Google Shape;3824;p40">
                  <a:extLst>
                    <a:ext uri="{FF2B5EF4-FFF2-40B4-BE49-F238E27FC236}">
                      <a16:creationId xmlns:a16="http://schemas.microsoft.com/office/drawing/2014/main" id="{AE8C5B44-E43E-402C-2059-293487F1B066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5" name="Google Shape;3825;p40">
                  <a:extLst>
                    <a:ext uri="{FF2B5EF4-FFF2-40B4-BE49-F238E27FC236}">
                      <a16:creationId xmlns:a16="http://schemas.microsoft.com/office/drawing/2014/main" id="{7BE0F505-CCC6-68BE-C211-C4D8A3CC5A14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6" name="Google Shape;3826;p40">
                  <a:extLst>
                    <a:ext uri="{FF2B5EF4-FFF2-40B4-BE49-F238E27FC236}">
                      <a16:creationId xmlns:a16="http://schemas.microsoft.com/office/drawing/2014/main" id="{E258DC4D-47F3-53AE-B5E9-CF173E059515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7" name="Google Shape;3827;p40">
                  <a:extLst>
                    <a:ext uri="{FF2B5EF4-FFF2-40B4-BE49-F238E27FC236}">
                      <a16:creationId xmlns:a16="http://schemas.microsoft.com/office/drawing/2014/main" id="{C393C575-0105-8CFD-843A-7BC73229E889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8" name="Google Shape;3828;p40">
                  <a:extLst>
                    <a:ext uri="{FF2B5EF4-FFF2-40B4-BE49-F238E27FC236}">
                      <a16:creationId xmlns:a16="http://schemas.microsoft.com/office/drawing/2014/main" id="{5DB7E98A-277A-A6CA-37D5-E2497ABF4FF2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9" name="Google Shape;3829;p40">
                  <a:extLst>
                    <a:ext uri="{FF2B5EF4-FFF2-40B4-BE49-F238E27FC236}">
                      <a16:creationId xmlns:a16="http://schemas.microsoft.com/office/drawing/2014/main" id="{C31F2507-B335-1298-D92B-ACF471D43884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0" name="Google Shape;3830;p40">
                  <a:extLst>
                    <a:ext uri="{FF2B5EF4-FFF2-40B4-BE49-F238E27FC236}">
                      <a16:creationId xmlns:a16="http://schemas.microsoft.com/office/drawing/2014/main" id="{12A088CB-26D6-4958-5168-579F7D058D7C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1" name="Google Shape;3831;p40">
                  <a:extLst>
                    <a:ext uri="{FF2B5EF4-FFF2-40B4-BE49-F238E27FC236}">
                      <a16:creationId xmlns:a16="http://schemas.microsoft.com/office/drawing/2014/main" id="{2E9741B9-572F-82E0-3054-DF20418DAB1E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2" name="Google Shape;3832;p40">
                  <a:extLst>
                    <a:ext uri="{FF2B5EF4-FFF2-40B4-BE49-F238E27FC236}">
                      <a16:creationId xmlns:a16="http://schemas.microsoft.com/office/drawing/2014/main" id="{B4CDDAE9-CF8A-E4DA-73B5-07C329B343CD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3" name="Google Shape;3833;p40">
                  <a:extLst>
                    <a:ext uri="{FF2B5EF4-FFF2-40B4-BE49-F238E27FC236}">
                      <a16:creationId xmlns:a16="http://schemas.microsoft.com/office/drawing/2014/main" id="{37A7E99D-731E-7622-2728-E77933D8D435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4" name="Google Shape;3834;p40">
                  <a:extLst>
                    <a:ext uri="{FF2B5EF4-FFF2-40B4-BE49-F238E27FC236}">
                      <a16:creationId xmlns:a16="http://schemas.microsoft.com/office/drawing/2014/main" id="{0066467D-41D8-F242-F1DE-4B471EEC04E1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5" name="Google Shape;3835;p40">
                  <a:extLst>
                    <a:ext uri="{FF2B5EF4-FFF2-40B4-BE49-F238E27FC236}">
                      <a16:creationId xmlns:a16="http://schemas.microsoft.com/office/drawing/2014/main" id="{510123BD-42BC-B136-3D5B-1A16B3D34DD0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6" name="Google Shape;3836;p40">
                  <a:extLst>
                    <a:ext uri="{FF2B5EF4-FFF2-40B4-BE49-F238E27FC236}">
                      <a16:creationId xmlns:a16="http://schemas.microsoft.com/office/drawing/2014/main" id="{0A07F1C8-9A4B-E065-3538-628D804E1CF0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7" name="Google Shape;3837;p40">
                  <a:extLst>
                    <a:ext uri="{FF2B5EF4-FFF2-40B4-BE49-F238E27FC236}">
                      <a16:creationId xmlns:a16="http://schemas.microsoft.com/office/drawing/2014/main" id="{1551B71F-E59D-40CD-83AB-F5DCFE7DDA37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8" name="Google Shape;3838;p40">
                  <a:extLst>
                    <a:ext uri="{FF2B5EF4-FFF2-40B4-BE49-F238E27FC236}">
                      <a16:creationId xmlns:a16="http://schemas.microsoft.com/office/drawing/2014/main" id="{173F99CF-0E7E-1460-99CA-4F8DDEAB021D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9" name="Google Shape;3839;p40">
                  <a:extLst>
                    <a:ext uri="{FF2B5EF4-FFF2-40B4-BE49-F238E27FC236}">
                      <a16:creationId xmlns:a16="http://schemas.microsoft.com/office/drawing/2014/main" id="{B98A60DA-A2FB-0F32-155E-E6ED407E62B2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0" name="Google Shape;3840;p40">
                  <a:extLst>
                    <a:ext uri="{FF2B5EF4-FFF2-40B4-BE49-F238E27FC236}">
                      <a16:creationId xmlns:a16="http://schemas.microsoft.com/office/drawing/2014/main" id="{38AAE53A-77E2-601D-D3F9-160D64992251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1" name="Google Shape;3841;p40">
                  <a:extLst>
                    <a:ext uri="{FF2B5EF4-FFF2-40B4-BE49-F238E27FC236}">
                      <a16:creationId xmlns:a16="http://schemas.microsoft.com/office/drawing/2014/main" id="{E3CA9277-B71A-701F-563A-08A4E312B8B1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2" name="Google Shape;3842;p40">
                  <a:extLst>
                    <a:ext uri="{FF2B5EF4-FFF2-40B4-BE49-F238E27FC236}">
                      <a16:creationId xmlns:a16="http://schemas.microsoft.com/office/drawing/2014/main" id="{07574F65-E09E-71E9-D622-FEE6DE17059F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3" name="Google Shape;3843;p40">
                  <a:extLst>
                    <a:ext uri="{FF2B5EF4-FFF2-40B4-BE49-F238E27FC236}">
                      <a16:creationId xmlns:a16="http://schemas.microsoft.com/office/drawing/2014/main" id="{3E2222CD-EBF6-9C16-1246-9112356B01DB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4" name="Google Shape;3844;p40">
                  <a:extLst>
                    <a:ext uri="{FF2B5EF4-FFF2-40B4-BE49-F238E27FC236}">
                      <a16:creationId xmlns:a16="http://schemas.microsoft.com/office/drawing/2014/main" id="{AF9F55BB-EEA3-7763-E428-493D792C02FE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5" name="Google Shape;3845;p40">
                  <a:extLst>
                    <a:ext uri="{FF2B5EF4-FFF2-40B4-BE49-F238E27FC236}">
                      <a16:creationId xmlns:a16="http://schemas.microsoft.com/office/drawing/2014/main" id="{70572B8F-E700-1A4E-B0C5-4D74B1003ECC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6" name="Google Shape;3846;p40">
                  <a:extLst>
                    <a:ext uri="{FF2B5EF4-FFF2-40B4-BE49-F238E27FC236}">
                      <a16:creationId xmlns:a16="http://schemas.microsoft.com/office/drawing/2014/main" id="{40F981D4-99B7-15A1-4B2A-E946E5F2D14A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7" name="Google Shape;3847;p40">
                  <a:extLst>
                    <a:ext uri="{FF2B5EF4-FFF2-40B4-BE49-F238E27FC236}">
                      <a16:creationId xmlns:a16="http://schemas.microsoft.com/office/drawing/2014/main" id="{BD2A730D-110D-60B9-7AE0-30EE3DF457C0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8" name="Google Shape;3848;p40">
                  <a:extLst>
                    <a:ext uri="{FF2B5EF4-FFF2-40B4-BE49-F238E27FC236}">
                      <a16:creationId xmlns:a16="http://schemas.microsoft.com/office/drawing/2014/main" id="{9A408BE6-B27F-3AB4-8908-4AAF25584E55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9" name="Google Shape;3849;p40">
                  <a:extLst>
                    <a:ext uri="{FF2B5EF4-FFF2-40B4-BE49-F238E27FC236}">
                      <a16:creationId xmlns:a16="http://schemas.microsoft.com/office/drawing/2014/main" id="{5BA3AA76-A06D-4695-EC50-4D4EFE3DF43C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0" name="Google Shape;3850;p40">
                  <a:extLst>
                    <a:ext uri="{FF2B5EF4-FFF2-40B4-BE49-F238E27FC236}">
                      <a16:creationId xmlns:a16="http://schemas.microsoft.com/office/drawing/2014/main" id="{2246B465-7BA1-DC8E-E8A0-523669874940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1" name="Google Shape;3851;p40">
                  <a:extLst>
                    <a:ext uri="{FF2B5EF4-FFF2-40B4-BE49-F238E27FC236}">
                      <a16:creationId xmlns:a16="http://schemas.microsoft.com/office/drawing/2014/main" id="{A220E91E-C015-DCF6-6F59-723E7746CE65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2" name="Google Shape;3852;p40">
                  <a:extLst>
                    <a:ext uri="{FF2B5EF4-FFF2-40B4-BE49-F238E27FC236}">
                      <a16:creationId xmlns:a16="http://schemas.microsoft.com/office/drawing/2014/main" id="{5C223435-E39E-9D56-BB18-2633B6182242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3" name="Google Shape;3853;p40">
                  <a:extLst>
                    <a:ext uri="{FF2B5EF4-FFF2-40B4-BE49-F238E27FC236}">
                      <a16:creationId xmlns:a16="http://schemas.microsoft.com/office/drawing/2014/main" id="{2E79C5B3-4AEB-1A5D-472C-943672875815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4" name="Google Shape;3854;p40">
                  <a:extLst>
                    <a:ext uri="{FF2B5EF4-FFF2-40B4-BE49-F238E27FC236}">
                      <a16:creationId xmlns:a16="http://schemas.microsoft.com/office/drawing/2014/main" id="{EB57F06A-3591-D4DF-FA92-72AB907628D1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5" name="Google Shape;3855;p40">
                  <a:extLst>
                    <a:ext uri="{FF2B5EF4-FFF2-40B4-BE49-F238E27FC236}">
                      <a16:creationId xmlns:a16="http://schemas.microsoft.com/office/drawing/2014/main" id="{23D0DF6D-93E9-BBB9-C28A-FA31485CAA4A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6" name="Google Shape;3856;p40">
                  <a:extLst>
                    <a:ext uri="{FF2B5EF4-FFF2-40B4-BE49-F238E27FC236}">
                      <a16:creationId xmlns:a16="http://schemas.microsoft.com/office/drawing/2014/main" id="{F3C6811C-AD5C-F550-9F4D-EA9A44C54F29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7" name="Google Shape;3857;p40">
                  <a:extLst>
                    <a:ext uri="{FF2B5EF4-FFF2-40B4-BE49-F238E27FC236}">
                      <a16:creationId xmlns:a16="http://schemas.microsoft.com/office/drawing/2014/main" id="{D49C663D-CFD3-6CE4-25D9-3D86BB5EC305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8" name="Google Shape;3858;p40">
                  <a:extLst>
                    <a:ext uri="{FF2B5EF4-FFF2-40B4-BE49-F238E27FC236}">
                      <a16:creationId xmlns:a16="http://schemas.microsoft.com/office/drawing/2014/main" id="{AF39A4DF-D8E8-E4F6-E7C3-C10165BBB53F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9" name="Google Shape;3859;p40">
                  <a:extLst>
                    <a:ext uri="{FF2B5EF4-FFF2-40B4-BE49-F238E27FC236}">
                      <a16:creationId xmlns:a16="http://schemas.microsoft.com/office/drawing/2014/main" id="{460559AF-AE28-3C67-4BDC-B1356559CF98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0" name="Google Shape;3860;p40">
                  <a:extLst>
                    <a:ext uri="{FF2B5EF4-FFF2-40B4-BE49-F238E27FC236}">
                      <a16:creationId xmlns:a16="http://schemas.microsoft.com/office/drawing/2014/main" id="{903D9C61-266D-4B05-1B31-483527B8EA4F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1" name="Google Shape;3861;p40">
                  <a:extLst>
                    <a:ext uri="{FF2B5EF4-FFF2-40B4-BE49-F238E27FC236}">
                      <a16:creationId xmlns:a16="http://schemas.microsoft.com/office/drawing/2014/main" id="{8FC7D468-6C30-09EF-5228-7F5A2F2A77C9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2" name="Google Shape;3862;p40">
                  <a:extLst>
                    <a:ext uri="{FF2B5EF4-FFF2-40B4-BE49-F238E27FC236}">
                      <a16:creationId xmlns:a16="http://schemas.microsoft.com/office/drawing/2014/main" id="{62DA7C27-FDA9-9A6F-AA1E-1BA4FCF29E21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3" name="Google Shape;3863;p40">
                  <a:extLst>
                    <a:ext uri="{FF2B5EF4-FFF2-40B4-BE49-F238E27FC236}">
                      <a16:creationId xmlns:a16="http://schemas.microsoft.com/office/drawing/2014/main" id="{18F67142-6DAF-37F1-5EDA-9E6ADC58BD33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4" name="Google Shape;3864;p40">
                  <a:extLst>
                    <a:ext uri="{FF2B5EF4-FFF2-40B4-BE49-F238E27FC236}">
                      <a16:creationId xmlns:a16="http://schemas.microsoft.com/office/drawing/2014/main" id="{530240C1-1EF9-7A25-6B06-2D46CFBAD0A7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5" name="Google Shape;3865;p40">
                  <a:extLst>
                    <a:ext uri="{FF2B5EF4-FFF2-40B4-BE49-F238E27FC236}">
                      <a16:creationId xmlns:a16="http://schemas.microsoft.com/office/drawing/2014/main" id="{59BCA48D-9825-207C-C233-33C3D3A69244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6" name="Google Shape;3866;p40">
                  <a:extLst>
                    <a:ext uri="{FF2B5EF4-FFF2-40B4-BE49-F238E27FC236}">
                      <a16:creationId xmlns:a16="http://schemas.microsoft.com/office/drawing/2014/main" id="{5CD89C23-5721-2A7E-86B5-1D238A7B9036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7" name="Google Shape;3867;p40">
                  <a:extLst>
                    <a:ext uri="{FF2B5EF4-FFF2-40B4-BE49-F238E27FC236}">
                      <a16:creationId xmlns:a16="http://schemas.microsoft.com/office/drawing/2014/main" id="{08CD7DCB-53C4-B21F-3AB1-01ABB4FE1488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8" name="Google Shape;3868;p40">
                  <a:extLst>
                    <a:ext uri="{FF2B5EF4-FFF2-40B4-BE49-F238E27FC236}">
                      <a16:creationId xmlns:a16="http://schemas.microsoft.com/office/drawing/2014/main" id="{4B2E1A84-4AB6-DAA2-78C5-58F655C0FC62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9" name="Google Shape;3869;p40">
                  <a:extLst>
                    <a:ext uri="{FF2B5EF4-FFF2-40B4-BE49-F238E27FC236}">
                      <a16:creationId xmlns:a16="http://schemas.microsoft.com/office/drawing/2014/main" id="{4E20E845-C2B0-4C3F-CDF7-957386EADBE4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0" name="Google Shape;3870;p40">
                  <a:extLst>
                    <a:ext uri="{FF2B5EF4-FFF2-40B4-BE49-F238E27FC236}">
                      <a16:creationId xmlns:a16="http://schemas.microsoft.com/office/drawing/2014/main" id="{E8416DAC-124D-0011-E9C9-B750F17BE64D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1" name="Google Shape;3871;p40">
                  <a:extLst>
                    <a:ext uri="{FF2B5EF4-FFF2-40B4-BE49-F238E27FC236}">
                      <a16:creationId xmlns:a16="http://schemas.microsoft.com/office/drawing/2014/main" id="{9EE6E11B-8B41-8238-B99F-FC322B6F23AF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2" name="Google Shape;3872;p40">
                  <a:extLst>
                    <a:ext uri="{FF2B5EF4-FFF2-40B4-BE49-F238E27FC236}">
                      <a16:creationId xmlns:a16="http://schemas.microsoft.com/office/drawing/2014/main" id="{6721A66F-473E-CBA4-5F55-A80A0E7214CE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3" name="Google Shape;3873;p40">
                  <a:extLst>
                    <a:ext uri="{FF2B5EF4-FFF2-40B4-BE49-F238E27FC236}">
                      <a16:creationId xmlns:a16="http://schemas.microsoft.com/office/drawing/2014/main" id="{41006484-7409-464F-DA6D-F0D260EC94A5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4" name="Google Shape;3874;p40">
                  <a:extLst>
                    <a:ext uri="{FF2B5EF4-FFF2-40B4-BE49-F238E27FC236}">
                      <a16:creationId xmlns:a16="http://schemas.microsoft.com/office/drawing/2014/main" id="{6F85B20A-81F7-2B36-D493-AF8F22D2F8C0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5" name="Google Shape;3875;p40">
                  <a:extLst>
                    <a:ext uri="{FF2B5EF4-FFF2-40B4-BE49-F238E27FC236}">
                      <a16:creationId xmlns:a16="http://schemas.microsoft.com/office/drawing/2014/main" id="{99C18AA5-35FE-D972-66A2-CE579C9328C7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6" name="Google Shape;3876;p40">
                  <a:extLst>
                    <a:ext uri="{FF2B5EF4-FFF2-40B4-BE49-F238E27FC236}">
                      <a16:creationId xmlns:a16="http://schemas.microsoft.com/office/drawing/2014/main" id="{1068F348-ACC4-3059-A948-B31B150C1DA7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7" name="Google Shape;3877;p40">
                  <a:extLst>
                    <a:ext uri="{FF2B5EF4-FFF2-40B4-BE49-F238E27FC236}">
                      <a16:creationId xmlns:a16="http://schemas.microsoft.com/office/drawing/2014/main" id="{30A827F8-0747-9FB7-4174-434B16E04B70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8" name="Google Shape;3878;p40">
                  <a:extLst>
                    <a:ext uri="{FF2B5EF4-FFF2-40B4-BE49-F238E27FC236}">
                      <a16:creationId xmlns:a16="http://schemas.microsoft.com/office/drawing/2014/main" id="{18A1784E-32DB-05EA-9499-F4C637F2295C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9" name="Google Shape;3879;p40">
                  <a:extLst>
                    <a:ext uri="{FF2B5EF4-FFF2-40B4-BE49-F238E27FC236}">
                      <a16:creationId xmlns:a16="http://schemas.microsoft.com/office/drawing/2014/main" id="{597D99A7-50EA-8EBA-7B6A-0C1F45D81F35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0" name="Google Shape;3880;p40">
                  <a:extLst>
                    <a:ext uri="{FF2B5EF4-FFF2-40B4-BE49-F238E27FC236}">
                      <a16:creationId xmlns:a16="http://schemas.microsoft.com/office/drawing/2014/main" id="{0C0CC49F-4206-A3F5-EBCC-4DD3E6733080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1" name="Google Shape;3881;p40">
                  <a:extLst>
                    <a:ext uri="{FF2B5EF4-FFF2-40B4-BE49-F238E27FC236}">
                      <a16:creationId xmlns:a16="http://schemas.microsoft.com/office/drawing/2014/main" id="{03B6B1F7-60C3-06A0-ACEB-2BA67E920CCC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2" name="Google Shape;3882;p40">
                  <a:extLst>
                    <a:ext uri="{FF2B5EF4-FFF2-40B4-BE49-F238E27FC236}">
                      <a16:creationId xmlns:a16="http://schemas.microsoft.com/office/drawing/2014/main" id="{93ED9EA2-F6FF-2DC4-9F9B-E062583FC9FF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3" name="Google Shape;3883;p40">
                  <a:extLst>
                    <a:ext uri="{FF2B5EF4-FFF2-40B4-BE49-F238E27FC236}">
                      <a16:creationId xmlns:a16="http://schemas.microsoft.com/office/drawing/2014/main" id="{70CF9A66-99B0-1B73-F717-0950DCE5369E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4" name="Google Shape;3884;p40">
                  <a:extLst>
                    <a:ext uri="{FF2B5EF4-FFF2-40B4-BE49-F238E27FC236}">
                      <a16:creationId xmlns:a16="http://schemas.microsoft.com/office/drawing/2014/main" id="{4960092D-E09C-831C-F6CA-6583EE5E1C72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5" name="Google Shape;3885;p40">
                  <a:extLst>
                    <a:ext uri="{FF2B5EF4-FFF2-40B4-BE49-F238E27FC236}">
                      <a16:creationId xmlns:a16="http://schemas.microsoft.com/office/drawing/2014/main" id="{C1010C07-6202-6B98-8B31-47A12C566F5E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6" name="Google Shape;3886;p40">
                  <a:extLst>
                    <a:ext uri="{FF2B5EF4-FFF2-40B4-BE49-F238E27FC236}">
                      <a16:creationId xmlns:a16="http://schemas.microsoft.com/office/drawing/2014/main" id="{5A19A57F-48C8-812B-E920-16C061574835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7" name="Google Shape;3887;p40">
                  <a:extLst>
                    <a:ext uri="{FF2B5EF4-FFF2-40B4-BE49-F238E27FC236}">
                      <a16:creationId xmlns:a16="http://schemas.microsoft.com/office/drawing/2014/main" id="{B185F10B-F862-3871-1D2D-C84DD2915010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8" name="Google Shape;3888;p40">
                  <a:extLst>
                    <a:ext uri="{FF2B5EF4-FFF2-40B4-BE49-F238E27FC236}">
                      <a16:creationId xmlns:a16="http://schemas.microsoft.com/office/drawing/2014/main" id="{16C3F72F-AF88-9D75-C625-3A9F788D21C9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9" name="Google Shape;3889;p40">
                  <a:extLst>
                    <a:ext uri="{FF2B5EF4-FFF2-40B4-BE49-F238E27FC236}">
                      <a16:creationId xmlns:a16="http://schemas.microsoft.com/office/drawing/2014/main" id="{4C124A57-4B10-642A-D32C-F3B07467BD5B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0" name="Google Shape;3890;p40">
                  <a:extLst>
                    <a:ext uri="{FF2B5EF4-FFF2-40B4-BE49-F238E27FC236}">
                      <a16:creationId xmlns:a16="http://schemas.microsoft.com/office/drawing/2014/main" id="{5BAA8169-5DA5-7613-541F-7B71330303F3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1" name="Google Shape;3891;p40">
                  <a:extLst>
                    <a:ext uri="{FF2B5EF4-FFF2-40B4-BE49-F238E27FC236}">
                      <a16:creationId xmlns:a16="http://schemas.microsoft.com/office/drawing/2014/main" id="{A51A27EB-E077-D7C0-4553-91AD22CF46FF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2" name="Google Shape;3892;p40">
                  <a:extLst>
                    <a:ext uri="{FF2B5EF4-FFF2-40B4-BE49-F238E27FC236}">
                      <a16:creationId xmlns:a16="http://schemas.microsoft.com/office/drawing/2014/main" id="{6E3176FB-F6E8-3996-1E7A-2CEFEB4F35EC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3" name="Google Shape;3893;p40">
                  <a:extLst>
                    <a:ext uri="{FF2B5EF4-FFF2-40B4-BE49-F238E27FC236}">
                      <a16:creationId xmlns:a16="http://schemas.microsoft.com/office/drawing/2014/main" id="{9DCFCD3C-E52C-7BA9-012B-1A9562685A42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4" name="Google Shape;3894;p40">
                  <a:extLst>
                    <a:ext uri="{FF2B5EF4-FFF2-40B4-BE49-F238E27FC236}">
                      <a16:creationId xmlns:a16="http://schemas.microsoft.com/office/drawing/2014/main" id="{BAF2C003-66E9-102F-AB24-483CF2AF8B87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5" name="Google Shape;3895;p40">
                  <a:extLst>
                    <a:ext uri="{FF2B5EF4-FFF2-40B4-BE49-F238E27FC236}">
                      <a16:creationId xmlns:a16="http://schemas.microsoft.com/office/drawing/2014/main" id="{10A9706E-A22A-B672-670F-789C5E420FE7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6" name="Google Shape;3896;p40">
                  <a:extLst>
                    <a:ext uri="{FF2B5EF4-FFF2-40B4-BE49-F238E27FC236}">
                      <a16:creationId xmlns:a16="http://schemas.microsoft.com/office/drawing/2014/main" id="{1EA61D08-816C-6844-F16A-9ECCCC036005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7" name="Google Shape;3897;p40">
                  <a:extLst>
                    <a:ext uri="{FF2B5EF4-FFF2-40B4-BE49-F238E27FC236}">
                      <a16:creationId xmlns:a16="http://schemas.microsoft.com/office/drawing/2014/main" id="{6AA91DF6-842E-3DB7-99BD-65E311860E19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8" name="Google Shape;3898;p40">
                  <a:extLst>
                    <a:ext uri="{FF2B5EF4-FFF2-40B4-BE49-F238E27FC236}">
                      <a16:creationId xmlns:a16="http://schemas.microsoft.com/office/drawing/2014/main" id="{5BAF81DF-EE49-06D7-D4D8-6739F63C0404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9" name="Google Shape;3899;p40">
                  <a:extLst>
                    <a:ext uri="{FF2B5EF4-FFF2-40B4-BE49-F238E27FC236}">
                      <a16:creationId xmlns:a16="http://schemas.microsoft.com/office/drawing/2014/main" id="{276DC155-143E-A16C-7AB0-F8635C69D0EB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0" name="Google Shape;3900;p40">
                  <a:extLst>
                    <a:ext uri="{FF2B5EF4-FFF2-40B4-BE49-F238E27FC236}">
                      <a16:creationId xmlns:a16="http://schemas.microsoft.com/office/drawing/2014/main" id="{CF75E0FB-6F72-70EB-DB85-B184FC9530A4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1" name="Google Shape;3901;p40">
                  <a:extLst>
                    <a:ext uri="{FF2B5EF4-FFF2-40B4-BE49-F238E27FC236}">
                      <a16:creationId xmlns:a16="http://schemas.microsoft.com/office/drawing/2014/main" id="{6C9AE3C9-2720-E20F-D5ED-F5E569D0DD31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2" name="Google Shape;3902;p40">
                  <a:extLst>
                    <a:ext uri="{FF2B5EF4-FFF2-40B4-BE49-F238E27FC236}">
                      <a16:creationId xmlns:a16="http://schemas.microsoft.com/office/drawing/2014/main" id="{EA02F2AE-863B-D9CC-3451-5B042E8167A6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3" name="Google Shape;3903;p40">
                  <a:extLst>
                    <a:ext uri="{FF2B5EF4-FFF2-40B4-BE49-F238E27FC236}">
                      <a16:creationId xmlns:a16="http://schemas.microsoft.com/office/drawing/2014/main" id="{5BCD49B6-6673-69D4-57D2-ED856255FCA7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4" name="Google Shape;3904;p40">
                  <a:extLst>
                    <a:ext uri="{FF2B5EF4-FFF2-40B4-BE49-F238E27FC236}">
                      <a16:creationId xmlns:a16="http://schemas.microsoft.com/office/drawing/2014/main" id="{06923739-A64D-C4B7-D541-E053F588AFCC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5" name="Google Shape;3905;p40">
                  <a:extLst>
                    <a:ext uri="{FF2B5EF4-FFF2-40B4-BE49-F238E27FC236}">
                      <a16:creationId xmlns:a16="http://schemas.microsoft.com/office/drawing/2014/main" id="{2A57E828-A7DD-C818-5F46-03A671197099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6" name="Google Shape;3906;p40">
                  <a:extLst>
                    <a:ext uri="{FF2B5EF4-FFF2-40B4-BE49-F238E27FC236}">
                      <a16:creationId xmlns:a16="http://schemas.microsoft.com/office/drawing/2014/main" id="{D8E9D93E-B283-7B89-728D-458EDBB2F23F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7" name="Google Shape;3907;p40">
                  <a:extLst>
                    <a:ext uri="{FF2B5EF4-FFF2-40B4-BE49-F238E27FC236}">
                      <a16:creationId xmlns:a16="http://schemas.microsoft.com/office/drawing/2014/main" id="{0875CCE0-2FC0-8F64-1B21-80E93B53D747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8" name="Google Shape;3908;p40">
                  <a:extLst>
                    <a:ext uri="{FF2B5EF4-FFF2-40B4-BE49-F238E27FC236}">
                      <a16:creationId xmlns:a16="http://schemas.microsoft.com/office/drawing/2014/main" id="{8E6D7588-3CA3-7BFE-5C3B-D06F941A8B62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9" name="Google Shape;3909;p40">
                  <a:extLst>
                    <a:ext uri="{FF2B5EF4-FFF2-40B4-BE49-F238E27FC236}">
                      <a16:creationId xmlns:a16="http://schemas.microsoft.com/office/drawing/2014/main" id="{9B150103-0FC2-1C63-CE04-AD56C499969D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0" name="Google Shape;3910;p40">
                  <a:extLst>
                    <a:ext uri="{FF2B5EF4-FFF2-40B4-BE49-F238E27FC236}">
                      <a16:creationId xmlns:a16="http://schemas.microsoft.com/office/drawing/2014/main" id="{3D0558A1-1BCE-22D2-78A5-E866E361B641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1" name="Google Shape;3911;p40">
                  <a:extLst>
                    <a:ext uri="{FF2B5EF4-FFF2-40B4-BE49-F238E27FC236}">
                      <a16:creationId xmlns:a16="http://schemas.microsoft.com/office/drawing/2014/main" id="{5B51CB6B-ADEF-2B6B-5F36-465F14F03477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2" name="Google Shape;3912;p40">
                  <a:extLst>
                    <a:ext uri="{FF2B5EF4-FFF2-40B4-BE49-F238E27FC236}">
                      <a16:creationId xmlns:a16="http://schemas.microsoft.com/office/drawing/2014/main" id="{B1B762E0-5859-5671-F884-20C1A6EB8552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3" name="Google Shape;3913;p40">
                  <a:extLst>
                    <a:ext uri="{FF2B5EF4-FFF2-40B4-BE49-F238E27FC236}">
                      <a16:creationId xmlns:a16="http://schemas.microsoft.com/office/drawing/2014/main" id="{C453C707-69B5-B0A2-7A6B-B073C4A72E10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4" name="Google Shape;3914;p40">
                  <a:extLst>
                    <a:ext uri="{FF2B5EF4-FFF2-40B4-BE49-F238E27FC236}">
                      <a16:creationId xmlns:a16="http://schemas.microsoft.com/office/drawing/2014/main" id="{3588C8F7-99AF-1CDC-24F5-423E6737C179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5" name="Google Shape;3915;p40">
                  <a:extLst>
                    <a:ext uri="{FF2B5EF4-FFF2-40B4-BE49-F238E27FC236}">
                      <a16:creationId xmlns:a16="http://schemas.microsoft.com/office/drawing/2014/main" id="{CCEEBA50-97EC-3B37-EE63-EC972C0222CA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6" name="Google Shape;3916;p40">
                  <a:extLst>
                    <a:ext uri="{FF2B5EF4-FFF2-40B4-BE49-F238E27FC236}">
                      <a16:creationId xmlns:a16="http://schemas.microsoft.com/office/drawing/2014/main" id="{B352FF47-E651-CEA4-8C38-C6F79854C161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7" name="Google Shape;3917;p40">
                  <a:extLst>
                    <a:ext uri="{FF2B5EF4-FFF2-40B4-BE49-F238E27FC236}">
                      <a16:creationId xmlns:a16="http://schemas.microsoft.com/office/drawing/2014/main" id="{080E9C7E-1297-F62D-AADB-687AAE580DF6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8" name="Google Shape;3918;p40">
                  <a:extLst>
                    <a:ext uri="{FF2B5EF4-FFF2-40B4-BE49-F238E27FC236}">
                      <a16:creationId xmlns:a16="http://schemas.microsoft.com/office/drawing/2014/main" id="{D08FD43E-5E8A-5890-45E4-AF22C92A3C0E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9" name="Google Shape;3919;p40">
                  <a:extLst>
                    <a:ext uri="{FF2B5EF4-FFF2-40B4-BE49-F238E27FC236}">
                      <a16:creationId xmlns:a16="http://schemas.microsoft.com/office/drawing/2014/main" id="{50F279B4-D4CC-0FC0-3078-D3B197DD1C01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0" name="Google Shape;3920;p40">
                  <a:extLst>
                    <a:ext uri="{FF2B5EF4-FFF2-40B4-BE49-F238E27FC236}">
                      <a16:creationId xmlns:a16="http://schemas.microsoft.com/office/drawing/2014/main" id="{B6387083-CFDB-65F0-FA81-D3F755A21031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1" name="Google Shape;3921;p40">
                  <a:extLst>
                    <a:ext uri="{FF2B5EF4-FFF2-40B4-BE49-F238E27FC236}">
                      <a16:creationId xmlns:a16="http://schemas.microsoft.com/office/drawing/2014/main" id="{7254EA7E-4347-1200-1E4E-97C4282B67E1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2" name="Google Shape;3922;p40">
                  <a:extLst>
                    <a:ext uri="{FF2B5EF4-FFF2-40B4-BE49-F238E27FC236}">
                      <a16:creationId xmlns:a16="http://schemas.microsoft.com/office/drawing/2014/main" id="{6A471B80-3E5D-C418-2E14-37B1692A3F1E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3" name="Google Shape;3923;p40">
                  <a:extLst>
                    <a:ext uri="{FF2B5EF4-FFF2-40B4-BE49-F238E27FC236}">
                      <a16:creationId xmlns:a16="http://schemas.microsoft.com/office/drawing/2014/main" id="{13457FA3-78E1-A925-F4DF-CD6D9CE87795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4" name="Google Shape;3924;p40">
                  <a:extLst>
                    <a:ext uri="{FF2B5EF4-FFF2-40B4-BE49-F238E27FC236}">
                      <a16:creationId xmlns:a16="http://schemas.microsoft.com/office/drawing/2014/main" id="{948FAF00-5CE8-7E9A-7795-A7E3AA4689F7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5" name="Google Shape;3925;p40">
                  <a:extLst>
                    <a:ext uri="{FF2B5EF4-FFF2-40B4-BE49-F238E27FC236}">
                      <a16:creationId xmlns:a16="http://schemas.microsoft.com/office/drawing/2014/main" id="{01260533-9459-13B8-9B31-9A8AB1289966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6" name="Google Shape;3926;p40">
                  <a:extLst>
                    <a:ext uri="{FF2B5EF4-FFF2-40B4-BE49-F238E27FC236}">
                      <a16:creationId xmlns:a16="http://schemas.microsoft.com/office/drawing/2014/main" id="{ED48DFD8-0F7B-B6B2-0399-97E5489B4A2A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7" name="Google Shape;3927;p40">
                  <a:extLst>
                    <a:ext uri="{FF2B5EF4-FFF2-40B4-BE49-F238E27FC236}">
                      <a16:creationId xmlns:a16="http://schemas.microsoft.com/office/drawing/2014/main" id="{0890C286-9C1E-657A-B33E-403B1CF5FD88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8" name="Google Shape;3928;p40">
                  <a:extLst>
                    <a:ext uri="{FF2B5EF4-FFF2-40B4-BE49-F238E27FC236}">
                      <a16:creationId xmlns:a16="http://schemas.microsoft.com/office/drawing/2014/main" id="{D9481B4B-98EA-C302-BF1B-C93966021C9F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9" name="Google Shape;3929;p40">
                  <a:extLst>
                    <a:ext uri="{FF2B5EF4-FFF2-40B4-BE49-F238E27FC236}">
                      <a16:creationId xmlns:a16="http://schemas.microsoft.com/office/drawing/2014/main" id="{40A2BE22-B0A3-4456-A13D-1EC20D8548AD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0" name="Google Shape;3930;p40">
                  <a:extLst>
                    <a:ext uri="{FF2B5EF4-FFF2-40B4-BE49-F238E27FC236}">
                      <a16:creationId xmlns:a16="http://schemas.microsoft.com/office/drawing/2014/main" id="{8561E981-5417-C22D-7C39-DAECBBCC7679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40">
                  <a:extLst>
                    <a:ext uri="{FF2B5EF4-FFF2-40B4-BE49-F238E27FC236}">
                      <a16:creationId xmlns:a16="http://schemas.microsoft.com/office/drawing/2014/main" id="{35AB668D-3694-E329-AA63-97E9F30E7F74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2" name="Google Shape;3932;p40">
                  <a:extLst>
                    <a:ext uri="{FF2B5EF4-FFF2-40B4-BE49-F238E27FC236}">
                      <a16:creationId xmlns:a16="http://schemas.microsoft.com/office/drawing/2014/main" id="{4B332F3C-1C88-1786-5DFB-A0854B76E77A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3" name="Google Shape;3933;p40">
                  <a:extLst>
                    <a:ext uri="{FF2B5EF4-FFF2-40B4-BE49-F238E27FC236}">
                      <a16:creationId xmlns:a16="http://schemas.microsoft.com/office/drawing/2014/main" id="{66E02505-A1F5-50CC-B7AA-EF2C330C7DDA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4" name="Google Shape;3934;p40">
                  <a:extLst>
                    <a:ext uri="{FF2B5EF4-FFF2-40B4-BE49-F238E27FC236}">
                      <a16:creationId xmlns:a16="http://schemas.microsoft.com/office/drawing/2014/main" id="{ED0E901B-1AB2-9B15-BEA8-FA69B10B3568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5" name="Google Shape;3935;p40">
                  <a:extLst>
                    <a:ext uri="{FF2B5EF4-FFF2-40B4-BE49-F238E27FC236}">
                      <a16:creationId xmlns:a16="http://schemas.microsoft.com/office/drawing/2014/main" id="{815AB39E-2ECD-61BB-8597-A806A32B22C1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6" name="Google Shape;3936;p40">
                  <a:extLst>
                    <a:ext uri="{FF2B5EF4-FFF2-40B4-BE49-F238E27FC236}">
                      <a16:creationId xmlns:a16="http://schemas.microsoft.com/office/drawing/2014/main" id="{CACD9F11-4325-A2E3-7F5B-84C35C14E73D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7" name="Google Shape;3937;p40">
                  <a:extLst>
                    <a:ext uri="{FF2B5EF4-FFF2-40B4-BE49-F238E27FC236}">
                      <a16:creationId xmlns:a16="http://schemas.microsoft.com/office/drawing/2014/main" id="{05AC272F-58F2-F448-4909-B2CD88E3D503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8" name="Google Shape;3938;p40">
                  <a:extLst>
                    <a:ext uri="{FF2B5EF4-FFF2-40B4-BE49-F238E27FC236}">
                      <a16:creationId xmlns:a16="http://schemas.microsoft.com/office/drawing/2014/main" id="{0377888F-B202-3D02-607C-DE17A345CF20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9" name="Google Shape;3939;p40">
                  <a:extLst>
                    <a:ext uri="{FF2B5EF4-FFF2-40B4-BE49-F238E27FC236}">
                      <a16:creationId xmlns:a16="http://schemas.microsoft.com/office/drawing/2014/main" id="{BD03F4D6-E552-F13A-1711-557FAF793FAE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0" name="Google Shape;3940;p40">
                  <a:extLst>
                    <a:ext uri="{FF2B5EF4-FFF2-40B4-BE49-F238E27FC236}">
                      <a16:creationId xmlns:a16="http://schemas.microsoft.com/office/drawing/2014/main" id="{9C2F9A5E-E3FC-CCBE-774F-9F893DC2A943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1" name="Google Shape;3941;p40">
                  <a:extLst>
                    <a:ext uri="{FF2B5EF4-FFF2-40B4-BE49-F238E27FC236}">
                      <a16:creationId xmlns:a16="http://schemas.microsoft.com/office/drawing/2014/main" id="{0F22099D-A9FF-3158-8E06-18538C8CDC99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2" name="Google Shape;3942;p40">
                  <a:extLst>
                    <a:ext uri="{FF2B5EF4-FFF2-40B4-BE49-F238E27FC236}">
                      <a16:creationId xmlns:a16="http://schemas.microsoft.com/office/drawing/2014/main" id="{210A8302-64DB-F47F-AE2E-37128C355D2C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3" name="Google Shape;3943;p40">
                  <a:extLst>
                    <a:ext uri="{FF2B5EF4-FFF2-40B4-BE49-F238E27FC236}">
                      <a16:creationId xmlns:a16="http://schemas.microsoft.com/office/drawing/2014/main" id="{711CA453-6E97-B29C-D172-B1342F9EBBD8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4" name="Google Shape;3944;p40">
                  <a:extLst>
                    <a:ext uri="{FF2B5EF4-FFF2-40B4-BE49-F238E27FC236}">
                      <a16:creationId xmlns:a16="http://schemas.microsoft.com/office/drawing/2014/main" id="{6C5C5131-821A-227C-D442-A6EAFA9E8725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5" name="Google Shape;3945;p40">
                  <a:extLst>
                    <a:ext uri="{FF2B5EF4-FFF2-40B4-BE49-F238E27FC236}">
                      <a16:creationId xmlns:a16="http://schemas.microsoft.com/office/drawing/2014/main" id="{FB5BCAB1-93E5-02B9-C887-5CFFA2247BC5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6" name="Google Shape;3946;p40">
                  <a:extLst>
                    <a:ext uri="{FF2B5EF4-FFF2-40B4-BE49-F238E27FC236}">
                      <a16:creationId xmlns:a16="http://schemas.microsoft.com/office/drawing/2014/main" id="{6ABB8BE5-BB20-A0ED-30FE-09096E29EA78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7" name="Google Shape;3947;p40">
                  <a:extLst>
                    <a:ext uri="{FF2B5EF4-FFF2-40B4-BE49-F238E27FC236}">
                      <a16:creationId xmlns:a16="http://schemas.microsoft.com/office/drawing/2014/main" id="{FBC16044-D360-D2F1-E496-B97E2C5EFB06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8" name="Google Shape;3948;p40">
                  <a:extLst>
                    <a:ext uri="{FF2B5EF4-FFF2-40B4-BE49-F238E27FC236}">
                      <a16:creationId xmlns:a16="http://schemas.microsoft.com/office/drawing/2014/main" id="{2B11A559-21A2-3F69-78DE-55A4D26EE3FE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9" name="Google Shape;3949;p40">
                  <a:extLst>
                    <a:ext uri="{FF2B5EF4-FFF2-40B4-BE49-F238E27FC236}">
                      <a16:creationId xmlns:a16="http://schemas.microsoft.com/office/drawing/2014/main" id="{D85BD0D6-F023-AB53-805B-93B7D5F99D4E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0" name="Google Shape;3950;p40">
                  <a:extLst>
                    <a:ext uri="{FF2B5EF4-FFF2-40B4-BE49-F238E27FC236}">
                      <a16:creationId xmlns:a16="http://schemas.microsoft.com/office/drawing/2014/main" id="{B73BBB37-29BC-4554-164D-E999814ADCA2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1" name="Google Shape;3951;p40">
                  <a:extLst>
                    <a:ext uri="{FF2B5EF4-FFF2-40B4-BE49-F238E27FC236}">
                      <a16:creationId xmlns:a16="http://schemas.microsoft.com/office/drawing/2014/main" id="{2312DE69-3FBA-4F20-A838-2E0703570D43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2" name="Google Shape;3952;p40">
                  <a:extLst>
                    <a:ext uri="{FF2B5EF4-FFF2-40B4-BE49-F238E27FC236}">
                      <a16:creationId xmlns:a16="http://schemas.microsoft.com/office/drawing/2014/main" id="{06090687-2C1C-E597-1EB9-654451DB08D0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3" name="Google Shape;3953;p40">
                  <a:extLst>
                    <a:ext uri="{FF2B5EF4-FFF2-40B4-BE49-F238E27FC236}">
                      <a16:creationId xmlns:a16="http://schemas.microsoft.com/office/drawing/2014/main" id="{6AC5C0A3-FD7B-4193-986C-6CC52CE89CD3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4" name="Google Shape;3954;p40">
                  <a:extLst>
                    <a:ext uri="{FF2B5EF4-FFF2-40B4-BE49-F238E27FC236}">
                      <a16:creationId xmlns:a16="http://schemas.microsoft.com/office/drawing/2014/main" id="{45252A4C-36EA-6C72-466F-4095F17E7EF4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5" name="Google Shape;3955;p40">
                  <a:extLst>
                    <a:ext uri="{FF2B5EF4-FFF2-40B4-BE49-F238E27FC236}">
                      <a16:creationId xmlns:a16="http://schemas.microsoft.com/office/drawing/2014/main" id="{B97766CE-CDA5-3294-2523-A72A25BFA7C8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6" name="Google Shape;3956;p40">
                  <a:extLst>
                    <a:ext uri="{FF2B5EF4-FFF2-40B4-BE49-F238E27FC236}">
                      <a16:creationId xmlns:a16="http://schemas.microsoft.com/office/drawing/2014/main" id="{BD6D16D3-C208-E9A5-CB39-18808FABE8E4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7" name="Google Shape;3957;p40">
                  <a:extLst>
                    <a:ext uri="{FF2B5EF4-FFF2-40B4-BE49-F238E27FC236}">
                      <a16:creationId xmlns:a16="http://schemas.microsoft.com/office/drawing/2014/main" id="{614E8379-65C9-167D-A5C2-235A2094AC00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8" name="Google Shape;3958;p40">
                  <a:extLst>
                    <a:ext uri="{FF2B5EF4-FFF2-40B4-BE49-F238E27FC236}">
                      <a16:creationId xmlns:a16="http://schemas.microsoft.com/office/drawing/2014/main" id="{C67D3F06-F1EF-5C50-B6A5-88CA034DE4D7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9" name="Google Shape;3959;p40">
                  <a:extLst>
                    <a:ext uri="{FF2B5EF4-FFF2-40B4-BE49-F238E27FC236}">
                      <a16:creationId xmlns:a16="http://schemas.microsoft.com/office/drawing/2014/main" id="{14F27EF6-0B06-7176-98D4-A02E1FDB458B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0" name="Google Shape;3960;p40">
                  <a:extLst>
                    <a:ext uri="{FF2B5EF4-FFF2-40B4-BE49-F238E27FC236}">
                      <a16:creationId xmlns:a16="http://schemas.microsoft.com/office/drawing/2014/main" id="{CE0F56E0-C3F8-53BD-E8C6-72D60EC45E81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1" name="Google Shape;3961;p40">
                  <a:extLst>
                    <a:ext uri="{FF2B5EF4-FFF2-40B4-BE49-F238E27FC236}">
                      <a16:creationId xmlns:a16="http://schemas.microsoft.com/office/drawing/2014/main" id="{2FF6A913-BD14-8346-070D-8E79995699D0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2" name="Google Shape;3962;p40">
                  <a:extLst>
                    <a:ext uri="{FF2B5EF4-FFF2-40B4-BE49-F238E27FC236}">
                      <a16:creationId xmlns:a16="http://schemas.microsoft.com/office/drawing/2014/main" id="{B7E39BA6-9DFB-02B8-77FB-7A69BC29C0E0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3" name="Google Shape;3963;p40">
                  <a:extLst>
                    <a:ext uri="{FF2B5EF4-FFF2-40B4-BE49-F238E27FC236}">
                      <a16:creationId xmlns:a16="http://schemas.microsoft.com/office/drawing/2014/main" id="{D54EFA0F-8115-C5FE-6616-56D2E297A562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4" name="Google Shape;3964;p40">
                  <a:extLst>
                    <a:ext uri="{FF2B5EF4-FFF2-40B4-BE49-F238E27FC236}">
                      <a16:creationId xmlns:a16="http://schemas.microsoft.com/office/drawing/2014/main" id="{9010FB5F-830C-CF82-0BC0-A1C36EFD6A46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5" name="Google Shape;3965;p40">
                  <a:extLst>
                    <a:ext uri="{FF2B5EF4-FFF2-40B4-BE49-F238E27FC236}">
                      <a16:creationId xmlns:a16="http://schemas.microsoft.com/office/drawing/2014/main" id="{C0CC95EA-BC21-FC96-B059-8459D508EDB0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6" name="Google Shape;3966;p40">
                  <a:extLst>
                    <a:ext uri="{FF2B5EF4-FFF2-40B4-BE49-F238E27FC236}">
                      <a16:creationId xmlns:a16="http://schemas.microsoft.com/office/drawing/2014/main" id="{53640B90-44D1-5C44-3CE8-FE0BB27F085C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40">
                  <a:extLst>
                    <a:ext uri="{FF2B5EF4-FFF2-40B4-BE49-F238E27FC236}">
                      <a16:creationId xmlns:a16="http://schemas.microsoft.com/office/drawing/2014/main" id="{F85E1F37-8766-4EDF-D9BF-19E95F9268A3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8" name="Google Shape;3968;p40">
                  <a:extLst>
                    <a:ext uri="{FF2B5EF4-FFF2-40B4-BE49-F238E27FC236}">
                      <a16:creationId xmlns:a16="http://schemas.microsoft.com/office/drawing/2014/main" id="{93F7A055-42D1-8F89-D3BD-1772955ED19E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9" name="Google Shape;3969;p40">
                  <a:extLst>
                    <a:ext uri="{FF2B5EF4-FFF2-40B4-BE49-F238E27FC236}">
                      <a16:creationId xmlns:a16="http://schemas.microsoft.com/office/drawing/2014/main" id="{C5024E3B-4721-ACBE-9F59-52802C054098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40">
                  <a:extLst>
                    <a:ext uri="{FF2B5EF4-FFF2-40B4-BE49-F238E27FC236}">
                      <a16:creationId xmlns:a16="http://schemas.microsoft.com/office/drawing/2014/main" id="{586FED0D-5165-F46E-ED95-C7AB47B19136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1" name="Google Shape;3971;p40">
                  <a:extLst>
                    <a:ext uri="{FF2B5EF4-FFF2-40B4-BE49-F238E27FC236}">
                      <a16:creationId xmlns:a16="http://schemas.microsoft.com/office/drawing/2014/main" id="{6EC290BE-D1E8-1A56-BCA6-AE76558B0974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2" name="Google Shape;3972;p40">
                  <a:extLst>
                    <a:ext uri="{FF2B5EF4-FFF2-40B4-BE49-F238E27FC236}">
                      <a16:creationId xmlns:a16="http://schemas.microsoft.com/office/drawing/2014/main" id="{412E72DF-6B9D-263D-AD5B-9070AE34D34D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3" name="Google Shape;3973;p40">
                  <a:extLst>
                    <a:ext uri="{FF2B5EF4-FFF2-40B4-BE49-F238E27FC236}">
                      <a16:creationId xmlns:a16="http://schemas.microsoft.com/office/drawing/2014/main" id="{A9FECFF4-D2D7-8DE9-FD6A-33D4B5551CD5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4" name="Google Shape;3974;p40">
                  <a:extLst>
                    <a:ext uri="{FF2B5EF4-FFF2-40B4-BE49-F238E27FC236}">
                      <a16:creationId xmlns:a16="http://schemas.microsoft.com/office/drawing/2014/main" id="{78A0A616-7546-06B5-1DEA-C1EE40477182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5" name="Google Shape;3975;p40">
                  <a:extLst>
                    <a:ext uri="{FF2B5EF4-FFF2-40B4-BE49-F238E27FC236}">
                      <a16:creationId xmlns:a16="http://schemas.microsoft.com/office/drawing/2014/main" id="{069707AB-69F5-B9EE-A1DB-36617293B640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6" name="Google Shape;3976;p40">
                  <a:extLst>
                    <a:ext uri="{FF2B5EF4-FFF2-40B4-BE49-F238E27FC236}">
                      <a16:creationId xmlns:a16="http://schemas.microsoft.com/office/drawing/2014/main" id="{D6E85CBA-04ED-4B59-BCC8-51E27B35E266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7" name="Google Shape;3977;p40">
                  <a:extLst>
                    <a:ext uri="{FF2B5EF4-FFF2-40B4-BE49-F238E27FC236}">
                      <a16:creationId xmlns:a16="http://schemas.microsoft.com/office/drawing/2014/main" id="{50E5C412-1E6F-945D-EFD3-434537B07779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8" name="Google Shape;3978;p40">
                  <a:extLst>
                    <a:ext uri="{FF2B5EF4-FFF2-40B4-BE49-F238E27FC236}">
                      <a16:creationId xmlns:a16="http://schemas.microsoft.com/office/drawing/2014/main" id="{264A7218-B396-275A-5FAB-6D1DBFEB7B7C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9" name="Google Shape;3979;p40">
                  <a:extLst>
                    <a:ext uri="{FF2B5EF4-FFF2-40B4-BE49-F238E27FC236}">
                      <a16:creationId xmlns:a16="http://schemas.microsoft.com/office/drawing/2014/main" id="{F7A97E61-DA80-10F3-9914-8C8A097E3999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0" name="Google Shape;3980;p40">
                  <a:extLst>
                    <a:ext uri="{FF2B5EF4-FFF2-40B4-BE49-F238E27FC236}">
                      <a16:creationId xmlns:a16="http://schemas.microsoft.com/office/drawing/2014/main" id="{AD2A37F9-195F-BAE4-F57C-EAB9733D2C4A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1" name="Google Shape;3981;p40">
                  <a:extLst>
                    <a:ext uri="{FF2B5EF4-FFF2-40B4-BE49-F238E27FC236}">
                      <a16:creationId xmlns:a16="http://schemas.microsoft.com/office/drawing/2014/main" id="{DF0B7D18-51C1-925F-241E-FA0F9327CC49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2" name="Google Shape;3982;p40">
                  <a:extLst>
                    <a:ext uri="{FF2B5EF4-FFF2-40B4-BE49-F238E27FC236}">
                      <a16:creationId xmlns:a16="http://schemas.microsoft.com/office/drawing/2014/main" id="{2254CE24-BE99-45ED-99BF-0ED67AB4E603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3" name="Google Shape;3983;p40">
                  <a:extLst>
                    <a:ext uri="{FF2B5EF4-FFF2-40B4-BE49-F238E27FC236}">
                      <a16:creationId xmlns:a16="http://schemas.microsoft.com/office/drawing/2014/main" id="{FEF4EEAE-CB6F-482C-8A8B-93E3B3626DBF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4" name="Google Shape;3984;p40">
                  <a:extLst>
                    <a:ext uri="{FF2B5EF4-FFF2-40B4-BE49-F238E27FC236}">
                      <a16:creationId xmlns:a16="http://schemas.microsoft.com/office/drawing/2014/main" id="{34EA0AF1-CA03-5B2E-9818-D91716DC21D7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5" name="Google Shape;3985;p40">
                  <a:extLst>
                    <a:ext uri="{FF2B5EF4-FFF2-40B4-BE49-F238E27FC236}">
                      <a16:creationId xmlns:a16="http://schemas.microsoft.com/office/drawing/2014/main" id="{1604CBD2-E477-EBF2-29F7-4EF5DEFDADE2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6" name="Google Shape;3986;p40">
                  <a:extLst>
                    <a:ext uri="{FF2B5EF4-FFF2-40B4-BE49-F238E27FC236}">
                      <a16:creationId xmlns:a16="http://schemas.microsoft.com/office/drawing/2014/main" id="{E94E369B-A570-50F9-8C88-C3C82DB9A8BE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7" name="Google Shape;3987;p40">
                  <a:extLst>
                    <a:ext uri="{FF2B5EF4-FFF2-40B4-BE49-F238E27FC236}">
                      <a16:creationId xmlns:a16="http://schemas.microsoft.com/office/drawing/2014/main" id="{E3E27EBA-A1D4-3210-7FBE-D15C7B00652C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8" name="Google Shape;3988;p40">
                  <a:extLst>
                    <a:ext uri="{FF2B5EF4-FFF2-40B4-BE49-F238E27FC236}">
                      <a16:creationId xmlns:a16="http://schemas.microsoft.com/office/drawing/2014/main" id="{B9E3DFCA-E7DD-9006-8081-3D7E116F1B98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9" name="Google Shape;3989;p40">
                  <a:extLst>
                    <a:ext uri="{FF2B5EF4-FFF2-40B4-BE49-F238E27FC236}">
                      <a16:creationId xmlns:a16="http://schemas.microsoft.com/office/drawing/2014/main" id="{CE8FCD99-460A-D334-90FF-6C42C83CE2F2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0" name="Google Shape;3990;p40">
                  <a:extLst>
                    <a:ext uri="{FF2B5EF4-FFF2-40B4-BE49-F238E27FC236}">
                      <a16:creationId xmlns:a16="http://schemas.microsoft.com/office/drawing/2014/main" id="{61C590E3-81C4-CA25-1932-528CDCBE21AE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1" name="Google Shape;3991;p40">
                  <a:extLst>
                    <a:ext uri="{FF2B5EF4-FFF2-40B4-BE49-F238E27FC236}">
                      <a16:creationId xmlns:a16="http://schemas.microsoft.com/office/drawing/2014/main" id="{81F52AB7-8858-B8BF-BF7A-0F9B9ACD207A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2" name="Google Shape;3992;p40">
                  <a:extLst>
                    <a:ext uri="{FF2B5EF4-FFF2-40B4-BE49-F238E27FC236}">
                      <a16:creationId xmlns:a16="http://schemas.microsoft.com/office/drawing/2014/main" id="{024F469F-8AAC-96A8-15C6-3400A177EDA7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3" name="Google Shape;3993;p40">
                  <a:extLst>
                    <a:ext uri="{FF2B5EF4-FFF2-40B4-BE49-F238E27FC236}">
                      <a16:creationId xmlns:a16="http://schemas.microsoft.com/office/drawing/2014/main" id="{78FC41CE-873B-4CD6-2EC5-0010F2EA4F38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4" name="Google Shape;3994;p40">
                  <a:extLst>
                    <a:ext uri="{FF2B5EF4-FFF2-40B4-BE49-F238E27FC236}">
                      <a16:creationId xmlns:a16="http://schemas.microsoft.com/office/drawing/2014/main" id="{1DF14190-5B85-DC66-6690-23E8B8EC8F95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5" name="Google Shape;3995;p40">
                  <a:extLst>
                    <a:ext uri="{FF2B5EF4-FFF2-40B4-BE49-F238E27FC236}">
                      <a16:creationId xmlns:a16="http://schemas.microsoft.com/office/drawing/2014/main" id="{AEA30212-21F9-8E5B-9B58-B4857A5BC8CC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6" name="Google Shape;3996;p40">
                  <a:extLst>
                    <a:ext uri="{FF2B5EF4-FFF2-40B4-BE49-F238E27FC236}">
                      <a16:creationId xmlns:a16="http://schemas.microsoft.com/office/drawing/2014/main" id="{4A194D27-01AA-7839-1863-1D3902C520DD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7" name="Google Shape;3997;p40">
                  <a:extLst>
                    <a:ext uri="{FF2B5EF4-FFF2-40B4-BE49-F238E27FC236}">
                      <a16:creationId xmlns:a16="http://schemas.microsoft.com/office/drawing/2014/main" id="{CB27C1A0-F51B-0E3D-FD1F-39660FA5C1E6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40">
                  <a:extLst>
                    <a:ext uri="{FF2B5EF4-FFF2-40B4-BE49-F238E27FC236}">
                      <a16:creationId xmlns:a16="http://schemas.microsoft.com/office/drawing/2014/main" id="{0C1EF024-30BB-B264-50C6-5D6F1A5FECD6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9" name="Google Shape;3999;p40">
                  <a:extLst>
                    <a:ext uri="{FF2B5EF4-FFF2-40B4-BE49-F238E27FC236}">
                      <a16:creationId xmlns:a16="http://schemas.microsoft.com/office/drawing/2014/main" id="{03D22869-E2B3-2530-3334-2ADB1D6F18B7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0" name="Google Shape;4000;p40">
                  <a:extLst>
                    <a:ext uri="{FF2B5EF4-FFF2-40B4-BE49-F238E27FC236}">
                      <a16:creationId xmlns:a16="http://schemas.microsoft.com/office/drawing/2014/main" id="{955F870E-DD16-9836-853E-48F6BDE1691E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1" name="Google Shape;4001;p40">
                  <a:extLst>
                    <a:ext uri="{FF2B5EF4-FFF2-40B4-BE49-F238E27FC236}">
                      <a16:creationId xmlns:a16="http://schemas.microsoft.com/office/drawing/2014/main" id="{8BDCDDF1-3774-B248-BE80-FD3F36F67199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2" name="Google Shape;4002;p40">
                  <a:extLst>
                    <a:ext uri="{FF2B5EF4-FFF2-40B4-BE49-F238E27FC236}">
                      <a16:creationId xmlns:a16="http://schemas.microsoft.com/office/drawing/2014/main" id="{B8B4785C-5F05-52CD-CB87-CCABADD9780A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3" name="Google Shape;4003;p40">
                  <a:extLst>
                    <a:ext uri="{FF2B5EF4-FFF2-40B4-BE49-F238E27FC236}">
                      <a16:creationId xmlns:a16="http://schemas.microsoft.com/office/drawing/2014/main" id="{E45AD2AE-AA5B-414E-1E01-AAAF7E6B853F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4" name="Google Shape;4004;p40">
                  <a:extLst>
                    <a:ext uri="{FF2B5EF4-FFF2-40B4-BE49-F238E27FC236}">
                      <a16:creationId xmlns:a16="http://schemas.microsoft.com/office/drawing/2014/main" id="{3E5FF4A6-8FFC-07CA-09B0-7C380F59771C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5" name="Google Shape;4005;p40">
                  <a:extLst>
                    <a:ext uri="{FF2B5EF4-FFF2-40B4-BE49-F238E27FC236}">
                      <a16:creationId xmlns:a16="http://schemas.microsoft.com/office/drawing/2014/main" id="{E2ECCAF8-FFB2-E7BB-82CB-17D2A904F139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6" name="Google Shape;4006;p40">
                  <a:extLst>
                    <a:ext uri="{FF2B5EF4-FFF2-40B4-BE49-F238E27FC236}">
                      <a16:creationId xmlns:a16="http://schemas.microsoft.com/office/drawing/2014/main" id="{E80F1903-41A6-867B-1B2C-0F8F0B86D58E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7" name="Google Shape;4007;p40">
                  <a:extLst>
                    <a:ext uri="{FF2B5EF4-FFF2-40B4-BE49-F238E27FC236}">
                      <a16:creationId xmlns:a16="http://schemas.microsoft.com/office/drawing/2014/main" id="{92203A55-49DF-6B14-12CC-8E4478E9C2A6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8" name="Google Shape;4008;p40">
                  <a:extLst>
                    <a:ext uri="{FF2B5EF4-FFF2-40B4-BE49-F238E27FC236}">
                      <a16:creationId xmlns:a16="http://schemas.microsoft.com/office/drawing/2014/main" id="{D492C530-B08D-4368-8743-0B977A083B9E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9" name="Google Shape;4009;p40">
                  <a:extLst>
                    <a:ext uri="{FF2B5EF4-FFF2-40B4-BE49-F238E27FC236}">
                      <a16:creationId xmlns:a16="http://schemas.microsoft.com/office/drawing/2014/main" id="{6609469D-2913-4964-1B75-AA0CBE72D96A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0" name="Google Shape;4010;p40">
                  <a:extLst>
                    <a:ext uri="{FF2B5EF4-FFF2-40B4-BE49-F238E27FC236}">
                      <a16:creationId xmlns:a16="http://schemas.microsoft.com/office/drawing/2014/main" id="{28D6E7E4-4E3C-BB99-BBF7-1F2DFB503120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1" name="Google Shape;4011;p40">
                  <a:extLst>
                    <a:ext uri="{FF2B5EF4-FFF2-40B4-BE49-F238E27FC236}">
                      <a16:creationId xmlns:a16="http://schemas.microsoft.com/office/drawing/2014/main" id="{45908CC0-E552-5668-87A6-E3AC34FF8278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2" name="Google Shape;4012;p40">
                  <a:extLst>
                    <a:ext uri="{FF2B5EF4-FFF2-40B4-BE49-F238E27FC236}">
                      <a16:creationId xmlns:a16="http://schemas.microsoft.com/office/drawing/2014/main" id="{3D3916C2-D1C7-40E2-2390-1BE3D3F707AA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3" name="Google Shape;4013;p40">
                  <a:extLst>
                    <a:ext uri="{FF2B5EF4-FFF2-40B4-BE49-F238E27FC236}">
                      <a16:creationId xmlns:a16="http://schemas.microsoft.com/office/drawing/2014/main" id="{38E164C1-7A7E-1792-DD31-02921F92B017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4" name="Google Shape;4014;p40">
                  <a:extLst>
                    <a:ext uri="{FF2B5EF4-FFF2-40B4-BE49-F238E27FC236}">
                      <a16:creationId xmlns:a16="http://schemas.microsoft.com/office/drawing/2014/main" id="{17BC3602-927D-FCAA-BDB3-C88FA962E689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5" name="Google Shape;4015;p40">
                  <a:extLst>
                    <a:ext uri="{FF2B5EF4-FFF2-40B4-BE49-F238E27FC236}">
                      <a16:creationId xmlns:a16="http://schemas.microsoft.com/office/drawing/2014/main" id="{13C53B38-F481-CEFD-3910-67DB20D4037C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6" name="Google Shape;4016;p40">
                  <a:extLst>
                    <a:ext uri="{FF2B5EF4-FFF2-40B4-BE49-F238E27FC236}">
                      <a16:creationId xmlns:a16="http://schemas.microsoft.com/office/drawing/2014/main" id="{30DD1670-F932-F8BA-6BE2-42B3CE6F214E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7" name="Google Shape;4017;p40">
                  <a:extLst>
                    <a:ext uri="{FF2B5EF4-FFF2-40B4-BE49-F238E27FC236}">
                      <a16:creationId xmlns:a16="http://schemas.microsoft.com/office/drawing/2014/main" id="{AE6452FA-80C0-36EF-AE6A-A29573724C54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8" name="Google Shape;4018;p40">
                  <a:extLst>
                    <a:ext uri="{FF2B5EF4-FFF2-40B4-BE49-F238E27FC236}">
                      <a16:creationId xmlns:a16="http://schemas.microsoft.com/office/drawing/2014/main" id="{ACA6E62D-652E-0AC2-6E88-B9D9B3CE8BF7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9" name="Google Shape;4019;p40">
                  <a:extLst>
                    <a:ext uri="{FF2B5EF4-FFF2-40B4-BE49-F238E27FC236}">
                      <a16:creationId xmlns:a16="http://schemas.microsoft.com/office/drawing/2014/main" id="{EC41DE55-BAB0-FC1F-80F0-396D7739228C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0" name="Google Shape;4020;p40">
                  <a:extLst>
                    <a:ext uri="{FF2B5EF4-FFF2-40B4-BE49-F238E27FC236}">
                      <a16:creationId xmlns:a16="http://schemas.microsoft.com/office/drawing/2014/main" id="{8C0B9758-C71E-0B29-F487-CD5EBCA03599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1" name="Google Shape;4021;p40">
                  <a:extLst>
                    <a:ext uri="{FF2B5EF4-FFF2-40B4-BE49-F238E27FC236}">
                      <a16:creationId xmlns:a16="http://schemas.microsoft.com/office/drawing/2014/main" id="{86A517D2-3000-4522-E656-8111FCC13183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2" name="Google Shape;4022;p40">
                  <a:extLst>
                    <a:ext uri="{FF2B5EF4-FFF2-40B4-BE49-F238E27FC236}">
                      <a16:creationId xmlns:a16="http://schemas.microsoft.com/office/drawing/2014/main" id="{BC0F7FD9-A803-F583-AB0C-F8D15F6C4CA0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3" name="Google Shape;4023;p40">
                  <a:extLst>
                    <a:ext uri="{FF2B5EF4-FFF2-40B4-BE49-F238E27FC236}">
                      <a16:creationId xmlns:a16="http://schemas.microsoft.com/office/drawing/2014/main" id="{ACA6A113-33D9-EB1F-56D6-01F79D4ED108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4" name="Google Shape;4024;p40">
                  <a:extLst>
                    <a:ext uri="{FF2B5EF4-FFF2-40B4-BE49-F238E27FC236}">
                      <a16:creationId xmlns:a16="http://schemas.microsoft.com/office/drawing/2014/main" id="{0FC6A32B-0FBF-200B-2090-ADB3E8DA0AF6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5" name="Google Shape;4025;p40">
                  <a:extLst>
                    <a:ext uri="{FF2B5EF4-FFF2-40B4-BE49-F238E27FC236}">
                      <a16:creationId xmlns:a16="http://schemas.microsoft.com/office/drawing/2014/main" id="{115A9B76-49F2-23DA-292F-A9100849B5EF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6" name="Google Shape;4026;p40">
                  <a:extLst>
                    <a:ext uri="{FF2B5EF4-FFF2-40B4-BE49-F238E27FC236}">
                      <a16:creationId xmlns:a16="http://schemas.microsoft.com/office/drawing/2014/main" id="{5BC038FB-52EF-A302-F2B8-791CE7EC8097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7" name="Google Shape;4027;p40">
                  <a:extLst>
                    <a:ext uri="{FF2B5EF4-FFF2-40B4-BE49-F238E27FC236}">
                      <a16:creationId xmlns:a16="http://schemas.microsoft.com/office/drawing/2014/main" id="{F6BB7869-924A-E0D8-ACCD-2030FAB57B6E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8" name="Google Shape;4028;p40">
                  <a:extLst>
                    <a:ext uri="{FF2B5EF4-FFF2-40B4-BE49-F238E27FC236}">
                      <a16:creationId xmlns:a16="http://schemas.microsoft.com/office/drawing/2014/main" id="{53D62C1E-E21C-1522-69A7-8900084713F5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9" name="Google Shape;4029;p40">
                  <a:extLst>
                    <a:ext uri="{FF2B5EF4-FFF2-40B4-BE49-F238E27FC236}">
                      <a16:creationId xmlns:a16="http://schemas.microsoft.com/office/drawing/2014/main" id="{9D7AD7E6-B6C8-DDB6-4667-3F0AEBB44B26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0" name="Google Shape;4030;p40">
                  <a:extLst>
                    <a:ext uri="{FF2B5EF4-FFF2-40B4-BE49-F238E27FC236}">
                      <a16:creationId xmlns:a16="http://schemas.microsoft.com/office/drawing/2014/main" id="{08DDF79F-72DA-4670-5717-48BB3BAFCD70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1" name="Google Shape;4031;p40">
                  <a:extLst>
                    <a:ext uri="{FF2B5EF4-FFF2-40B4-BE49-F238E27FC236}">
                      <a16:creationId xmlns:a16="http://schemas.microsoft.com/office/drawing/2014/main" id="{257ADE76-870B-9CCE-307F-66BDD9471A7E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2" name="Google Shape;4032;p40">
                  <a:extLst>
                    <a:ext uri="{FF2B5EF4-FFF2-40B4-BE49-F238E27FC236}">
                      <a16:creationId xmlns:a16="http://schemas.microsoft.com/office/drawing/2014/main" id="{42C6B421-9A7A-D9F1-60E3-5D3B5311149D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3" name="Google Shape;4033;p40">
                  <a:extLst>
                    <a:ext uri="{FF2B5EF4-FFF2-40B4-BE49-F238E27FC236}">
                      <a16:creationId xmlns:a16="http://schemas.microsoft.com/office/drawing/2014/main" id="{E5B92D3B-BD34-7E30-2B79-7B73A041F13C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4" name="Google Shape;4034;p40">
                  <a:extLst>
                    <a:ext uri="{FF2B5EF4-FFF2-40B4-BE49-F238E27FC236}">
                      <a16:creationId xmlns:a16="http://schemas.microsoft.com/office/drawing/2014/main" id="{C7034BE5-8667-CCF4-F346-4192C4567654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5" name="Google Shape;4035;p40">
                  <a:extLst>
                    <a:ext uri="{FF2B5EF4-FFF2-40B4-BE49-F238E27FC236}">
                      <a16:creationId xmlns:a16="http://schemas.microsoft.com/office/drawing/2014/main" id="{805792D0-86CD-2A7B-D2D5-22D16488498A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6" name="Google Shape;4036;p40">
                  <a:extLst>
                    <a:ext uri="{FF2B5EF4-FFF2-40B4-BE49-F238E27FC236}">
                      <a16:creationId xmlns:a16="http://schemas.microsoft.com/office/drawing/2014/main" id="{4CE366CB-290F-3A30-BC54-1042AC96BF6D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7" name="Google Shape;4037;p40">
                  <a:extLst>
                    <a:ext uri="{FF2B5EF4-FFF2-40B4-BE49-F238E27FC236}">
                      <a16:creationId xmlns:a16="http://schemas.microsoft.com/office/drawing/2014/main" id="{76945270-8B88-EE59-F98B-16177856AA92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8" name="Google Shape;4038;p40">
                  <a:extLst>
                    <a:ext uri="{FF2B5EF4-FFF2-40B4-BE49-F238E27FC236}">
                      <a16:creationId xmlns:a16="http://schemas.microsoft.com/office/drawing/2014/main" id="{0BAB65FC-FFCF-56F2-EB8A-090814A71F56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9" name="Google Shape;4039;p40">
                  <a:extLst>
                    <a:ext uri="{FF2B5EF4-FFF2-40B4-BE49-F238E27FC236}">
                      <a16:creationId xmlns:a16="http://schemas.microsoft.com/office/drawing/2014/main" id="{E14AE4A5-3524-B8DC-D834-00DF5161412D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0" name="Google Shape;4040;p40">
                  <a:extLst>
                    <a:ext uri="{FF2B5EF4-FFF2-40B4-BE49-F238E27FC236}">
                      <a16:creationId xmlns:a16="http://schemas.microsoft.com/office/drawing/2014/main" id="{C174EA92-42D1-7CC3-DEAF-310D2736237D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1" name="Google Shape;4041;p40">
                  <a:extLst>
                    <a:ext uri="{FF2B5EF4-FFF2-40B4-BE49-F238E27FC236}">
                      <a16:creationId xmlns:a16="http://schemas.microsoft.com/office/drawing/2014/main" id="{A8E21FAA-59D1-7447-42DB-A29ACE52E968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2" name="Google Shape;4042;p40">
                  <a:extLst>
                    <a:ext uri="{FF2B5EF4-FFF2-40B4-BE49-F238E27FC236}">
                      <a16:creationId xmlns:a16="http://schemas.microsoft.com/office/drawing/2014/main" id="{36CBD499-8E0B-5335-3468-6664DA3E663D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3" name="Google Shape;4043;p40">
                  <a:extLst>
                    <a:ext uri="{FF2B5EF4-FFF2-40B4-BE49-F238E27FC236}">
                      <a16:creationId xmlns:a16="http://schemas.microsoft.com/office/drawing/2014/main" id="{EFB62F2F-9821-480C-73AB-108782B7860A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4" name="Google Shape;4044;p40">
                  <a:extLst>
                    <a:ext uri="{FF2B5EF4-FFF2-40B4-BE49-F238E27FC236}">
                      <a16:creationId xmlns:a16="http://schemas.microsoft.com/office/drawing/2014/main" id="{F24E0DE4-3ACA-AC4B-AD8A-005F0E5FD561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5" name="Google Shape;4045;p40">
                  <a:extLst>
                    <a:ext uri="{FF2B5EF4-FFF2-40B4-BE49-F238E27FC236}">
                      <a16:creationId xmlns:a16="http://schemas.microsoft.com/office/drawing/2014/main" id="{EA44D67D-E8ED-0B5A-9881-A567CF08E558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6" name="Google Shape;4046;p40">
                  <a:extLst>
                    <a:ext uri="{FF2B5EF4-FFF2-40B4-BE49-F238E27FC236}">
                      <a16:creationId xmlns:a16="http://schemas.microsoft.com/office/drawing/2014/main" id="{D37C006F-EA6E-476F-5691-5F5C2666EA1E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7" name="Google Shape;4047;p40">
                  <a:extLst>
                    <a:ext uri="{FF2B5EF4-FFF2-40B4-BE49-F238E27FC236}">
                      <a16:creationId xmlns:a16="http://schemas.microsoft.com/office/drawing/2014/main" id="{EDFF19B1-46FA-B783-7664-0FDD72CAE7D1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8" name="Google Shape;4048;p40">
                  <a:extLst>
                    <a:ext uri="{FF2B5EF4-FFF2-40B4-BE49-F238E27FC236}">
                      <a16:creationId xmlns:a16="http://schemas.microsoft.com/office/drawing/2014/main" id="{40F4EDA1-D0C1-23C8-3EFE-4334294A364D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9" name="Google Shape;4049;p40">
                  <a:extLst>
                    <a:ext uri="{FF2B5EF4-FFF2-40B4-BE49-F238E27FC236}">
                      <a16:creationId xmlns:a16="http://schemas.microsoft.com/office/drawing/2014/main" id="{AAE4FDDA-1E46-64CB-FF44-8E6D111D1E2D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0" name="Google Shape;4050;p40">
                  <a:extLst>
                    <a:ext uri="{FF2B5EF4-FFF2-40B4-BE49-F238E27FC236}">
                      <a16:creationId xmlns:a16="http://schemas.microsoft.com/office/drawing/2014/main" id="{7F4A0310-8211-523F-F069-A151FA730DBB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1" name="Google Shape;4051;p40">
                  <a:extLst>
                    <a:ext uri="{FF2B5EF4-FFF2-40B4-BE49-F238E27FC236}">
                      <a16:creationId xmlns:a16="http://schemas.microsoft.com/office/drawing/2014/main" id="{DC4E1B32-7E8F-6CDA-2104-8CFA3D2A0926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2" name="Google Shape;4052;p40">
                  <a:extLst>
                    <a:ext uri="{FF2B5EF4-FFF2-40B4-BE49-F238E27FC236}">
                      <a16:creationId xmlns:a16="http://schemas.microsoft.com/office/drawing/2014/main" id="{F211ACAA-2C73-39F5-1B97-400ECE3B3CD5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3" name="Google Shape;4053;p40">
                  <a:extLst>
                    <a:ext uri="{FF2B5EF4-FFF2-40B4-BE49-F238E27FC236}">
                      <a16:creationId xmlns:a16="http://schemas.microsoft.com/office/drawing/2014/main" id="{C3372980-3761-918F-CBA7-1522D1610673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4" name="Google Shape;4054;p40">
                  <a:extLst>
                    <a:ext uri="{FF2B5EF4-FFF2-40B4-BE49-F238E27FC236}">
                      <a16:creationId xmlns:a16="http://schemas.microsoft.com/office/drawing/2014/main" id="{6DA0DA37-2C5E-216D-9C30-5F0493FE0894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5" name="Google Shape;4055;p40">
                  <a:extLst>
                    <a:ext uri="{FF2B5EF4-FFF2-40B4-BE49-F238E27FC236}">
                      <a16:creationId xmlns:a16="http://schemas.microsoft.com/office/drawing/2014/main" id="{D43EBEEA-C6FC-01D1-F91C-0089935F83EC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6" name="Google Shape;4056;p40">
                  <a:extLst>
                    <a:ext uri="{FF2B5EF4-FFF2-40B4-BE49-F238E27FC236}">
                      <a16:creationId xmlns:a16="http://schemas.microsoft.com/office/drawing/2014/main" id="{8975D692-1BEF-3F62-C162-CDE845D487CA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7" name="Google Shape;4057;p40">
                  <a:extLst>
                    <a:ext uri="{FF2B5EF4-FFF2-40B4-BE49-F238E27FC236}">
                      <a16:creationId xmlns:a16="http://schemas.microsoft.com/office/drawing/2014/main" id="{83169CF7-7531-ECDE-8756-641C2A11025F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8" name="Google Shape;4058;p40">
                  <a:extLst>
                    <a:ext uri="{FF2B5EF4-FFF2-40B4-BE49-F238E27FC236}">
                      <a16:creationId xmlns:a16="http://schemas.microsoft.com/office/drawing/2014/main" id="{9D84F01B-132C-40BF-0789-FFC630FD6F4F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9" name="Google Shape;4059;p40">
                  <a:extLst>
                    <a:ext uri="{FF2B5EF4-FFF2-40B4-BE49-F238E27FC236}">
                      <a16:creationId xmlns:a16="http://schemas.microsoft.com/office/drawing/2014/main" id="{9DF071D0-2647-710C-3095-11BBE046DBAD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0" name="Google Shape;4060;p40">
                  <a:extLst>
                    <a:ext uri="{FF2B5EF4-FFF2-40B4-BE49-F238E27FC236}">
                      <a16:creationId xmlns:a16="http://schemas.microsoft.com/office/drawing/2014/main" id="{B986D2F7-4367-584B-17E3-BAE73DBB6048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1" name="Google Shape;4061;p40">
                  <a:extLst>
                    <a:ext uri="{FF2B5EF4-FFF2-40B4-BE49-F238E27FC236}">
                      <a16:creationId xmlns:a16="http://schemas.microsoft.com/office/drawing/2014/main" id="{6A0BE33A-3644-6DFB-43A3-C726FAEB6344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2" name="Google Shape;4062;p40">
                  <a:extLst>
                    <a:ext uri="{FF2B5EF4-FFF2-40B4-BE49-F238E27FC236}">
                      <a16:creationId xmlns:a16="http://schemas.microsoft.com/office/drawing/2014/main" id="{17BF7F6B-E7B6-830A-E5C6-01CEF535483F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3" name="Google Shape;4063;p40">
                  <a:extLst>
                    <a:ext uri="{FF2B5EF4-FFF2-40B4-BE49-F238E27FC236}">
                      <a16:creationId xmlns:a16="http://schemas.microsoft.com/office/drawing/2014/main" id="{1DA98BED-7EAE-CE21-E762-23202C66A9AA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4" name="Google Shape;4064;p40">
                  <a:extLst>
                    <a:ext uri="{FF2B5EF4-FFF2-40B4-BE49-F238E27FC236}">
                      <a16:creationId xmlns:a16="http://schemas.microsoft.com/office/drawing/2014/main" id="{3DBB20AB-0933-AEA9-38CE-7C263840BA4F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5" name="Google Shape;4065;p40">
                  <a:extLst>
                    <a:ext uri="{FF2B5EF4-FFF2-40B4-BE49-F238E27FC236}">
                      <a16:creationId xmlns:a16="http://schemas.microsoft.com/office/drawing/2014/main" id="{5C1719EF-D667-A7C1-88FD-1FDA103A4F6B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6" name="Google Shape;4066;p40">
                  <a:extLst>
                    <a:ext uri="{FF2B5EF4-FFF2-40B4-BE49-F238E27FC236}">
                      <a16:creationId xmlns:a16="http://schemas.microsoft.com/office/drawing/2014/main" id="{A79734FC-4601-E8AC-3CAE-5162E8044FD1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7" name="Google Shape;4067;p40">
                  <a:extLst>
                    <a:ext uri="{FF2B5EF4-FFF2-40B4-BE49-F238E27FC236}">
                      <a16:creationId xmlns:a16="http://schemas.microsoft.com/office/drawing/2014/main" id="{AA3D3810-2369-6A23-62BA-673A05C12FFD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8" name="Google Shape;4068;p40">
                  <a:extLst>
                    <a:ext uri="{FF2B5EF4-FFF2-40B4-BE49-F238E27FC236}">
                      <a16:creationId xmlns:a16="http://schemas.microsoft.com/office/drawing/2014/main" id="{129062C0-F209-2319-0B06-A6DA84F6522A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9" name="Google Shape;4069;p40">
                  <a:extLst>
                    <a:ext uri="{FF2B5EF4-FFF2-40B4-BE49-F238E27FC236}">
                      <a16:creationId xmlns:a16="http://schemas.microsoft.com/office/drawing/2014/main" id="{2682C696-40D0-B6FD-20F0-7AC6A52D6BB1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0" name="Google Shape;4070;p40">
                  <a:extLst>
                    <a:ext uri="{FF2B5EF4-FFF2-40B4-BE49-F238E27FC236}">
                      <a16:creationId xmlns:a16="http://schemas.microsoft.com/office/drawing/2014/main" id="{904DA432-2DA7-B1DF-925B-18F541CE1FBB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1" name="Google Shape;4071;p40">
                  <a:extLst>
                    <a:ext uri="{FF2B5EF4-FFF2-40B4-BE49-F238E27FC236}">
                      <a16:creationId xmlns:a16="http://schemas.microsoft.com/office/drawing/2014/main" id="{C5082500-B77C-2725-BDB8-D26EECECBA92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2" name="Google Shape;4072;p40">
                  <a:extLst>
                    <a:ext uri="{FF2B5EF4-FFF2-40B4-BE49-F238E27FC236}">
                      <a16:creationId xmlns:a16="http://schemas.microsoft.com/office/drawing/2014/main" id="{84278415-ECA3-DBC2-CC33-872156203840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3" name="Google Shape;4073;p40">
                  <a:extLst>
                    <a:ext uri="{FF2B5EF4-FFF2-40B4-BE49-F238E27FC236}">
                      <a16:creationId xmlns:a16="http://schemas.microsoft.com/office/drawing/2014/main" id="{9384B2D5-3D24-73D0-1BEE-AFE561EE2D3F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4" name="Google Shape;4074;p40">
                  <a:extLst>
                    <a:ext uri="{FF2B5EF4-FFF2-40B4-BE49-F238E27FC236}">
                      <a16:creationId xmlns:a16="http://schemas.microsoft.com/office/drawing/2014/main" id="{102650D6-C1E0-33C6-8D86-A1380AC96D46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5" name="Google Shape;4075;p40">
                  <a:extLst>
                    <a:ext uri="{FF2B5EF4-FFF2-40B4-BE49-F238E27FC236}">
                      <a16:creationId xmlns:a16="http://schemas.microsoft.com/office/drawing/2014/main" id="{E321ED6F-649D-C5D5-6541-95319D3DA201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6" name="Google Shape;4076;p40">
                  <a:extLst>
                    <a:ext uri="{FF2B5EF4-FFF2-40B4-BE49-F238E27FC236}">
                      <a16:creationId xmlns:a16="http://schemas.microsoft.com/office/drawing/2014/main" id="{354C6526-57B8-1B49-E7AE-3CEF851D43F8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7" name="Google Shape;4077;p40">
                  <a:extLst>
                    <a:ext uri="{FF2B5EF4-FFF2-40B4-BE49-F238E27FC236}">
                      <a16:creationId xmlns:a16="http://schemas.microsoft.com/office/drawing/2014/main" id="{EDEA9B2E-7C99-81C6-C803-FDC13E996D74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8" name="Google Shape;4078;p40">
                  <a:extLst>
                    <a:ext uri="{FF2B5EF4-FFF2-40B4-BE49-F238E27FC236}">
                      <a16:creationId xmlns:a16="http://schemas.microsoft.com/office/drawing/2014/main" id="{0C610BD3-102A-5B62-75E7-78BBE83C9D1D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9" name="Google Shape;4079;p40">
                  <a:extLst>
                    <a:ext uri="{FF2B5EF4-FFF2-40B4-BE49-F238E27FC236}">
                      <a16:creationId xmlns:a16="http://schemas.microsoft.com/office/drawing/2014/main" id="{16CC077A-5A1A-4D32-F823-EE4B201C3013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0" name="Google Shape;4080;p40">
                  <a:extLst>
                    <a:ext uri="{FF2B5EF4-FFF2-40B4-BE49-F238E27FC236}">
                      <a16:creationId xmlns:a16="http://schemas.microsoft.com/office/drawing/2014/main" id="{CE4A46C7-3F65-B855-97A8-62D48A4975FF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1" name="Google Shape;4081;p40">
                  <a:extLst>
                    <a:ext uri="{FF2B5EF4-FFF2-40B4-BE49-F238E27FC236}">
                      <a16:creationId xmlns:a16="http://schemas.microsoft.com/office/drawing/2014/main" id="{2E6D6901-6A43-595A-AB0C-6A8FE3ADD195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2" name="Google Shape;4082;p40">
                  <a:extLst>
                    <a:ext uri="{FF2B5EF4-FFF2-40B4-BE49-F238E27FC236}">
                      <a16:creationId xmlns:a16="http://schemas.microsoft.com/office/drawing/2014/main" id="{65B822B7-402D-2E6F-A15B-21999FD0DAF8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3" name="Google Shape;4083;p40">
                  <a:extLst>
                    <a:ext uri="{FF2B5EF4-FFF2-40B4-BE49-F238E27FC236}">
                      <a16:creationId xmlns:a16="http://schemas.microsoft.com/office/drawing/2014/main" id="{092782EF-7D53-76B1-8923-B94C0CACD75B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4" name="Google Shape;4084;p40">
                  <a:extLst>
                    <a:ext uri="{FF2B5EF4-FFF2-40B4-BE49-F238E27FC236}">
                      <a16:creationId xmlns:a16="http://schemas.microsoft.com/office/drawing/2014/main" id="{A30E8A42-FE89-9263-902A-5C5C3E83D503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5" name="Google Shape;4085;p40">
                  <a:extLst>
                    <a:ext uri="{FF2B5EF4-FFF2-40B4-BE49-F238E27FC236}">
                      <a16:creationId xmlns:a16="http://schemas.microsoft.com/office/drawing/2014/main" id="{9CE349AC-26A8-5138-725E-FAB6B5E4076C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6" name="Google Shape;4086;p40">
                  <a:extLst>
                    <a:ext uri="{FF2B5EF4-FFF2-40B4-BE49-F238E27FC236}">
                      <a16:creationId xmlns:a16="http://schemas.microsoft.com/office/drawing/2014/main" id="{8FE9F29E-500F-9951-860F-CE7DA0E2A4C2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7" name="Google Shape;4087;p40">
                  <a:extLst>
                    <a:ext uri="{FF2B5EF4-FFF2-40B4-BE49-F238E27FC236}">
                      <a16:creationId xmlns:a16="http://schemas.microsoft.com/office/drawing/2014/main" id="{217A7864-8F76-9BDF-0638-11DCCF8DD00A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8" name="Google Shape;4088;p40">
                  <a:extLst>
                    <a:ext uri="{FF2B5EF4-FFF2-40B4-BE49-F238E27FC236}">
                      <a16:creationId xmlns:a16="http://schemas.microsoft.com/office/drawing/2014/main" id="{CA503029-8316-9D8A-84E4-58D50C58A9E6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9" name="Google Shape;4089;p40">
                  <a:extLst>
                    <a:ext uri="{FF2B5EF4-FFF2-40B4-BE49-F238E27FC236}">
                      <a16:creationId xmlns:a16="http://schemas.microsoft.com/office/drawing/2014/main" id="{A999F7BF-5DF6-2249-2C01-164149114BBE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0" name="Google Shape;4090;p40">
                  <a:extLst>
                    <a:ext uri="{FF2B5EF4-FFF2-40B4-BE49-F238E27FC236}">
                      <a16:creationId xmlns:a16="http://schemas.microsoft.com/office/drawing/2014/main" id="{7A89A4B3-5161-0A79-3E9A-B1E88B987A9E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1" name="Google Shape;4091;p40">
                  <a:extLst>
                    <a:ext uri="{FF2B5EF4-FFF2-40B4-BE49-F238E27FC236}">
                      <a16:creationId xmlns:a16="http://schemas.microsoft.com/office/drawing/2014/main" id="{F192CBDA-7C0D-EACD-25D2-03A9B51962EA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2" name="Google Shape;4092;p40">
                  <a:extLst>
                    <a:ext uri="{FF2B5EF4-FFF2-40B4-BE49-F238E27FC236}">
                      <a16:creationId xmlns:a16="http://schemas.microsoft.com/office/drawing/2014/main" id="{6288333D-C2F2-1500-D8F8-98B46031EDB2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3" name="Google Shape;4093;p40">
                  <a:extLst>
                    <a:ext uri="{FF2B5EF4-FFF2-40B4-BE49-F238E27FC236}">
                      <a16:creationId xmlns:a16="http://schemas.microsoft.com/office/drawing/2014/main" id="{A55F3F81-92AF-1A5A-CEEB-EA7587A896A0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4" name="Google Shape;4094;p40">
                  <a:extLst>
                    <a:ext uri="{FF2B5EF4-FFF2-40B4-BE49-F238E27FC236}">
                      <a16:creationId xmlns:a16="http://schemas.microsoft.com/office/drawing/2014/main" id="{E88A866F-6F1B-5A2E-FC13-B3024E31A4BD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5" name="Google Shape;4095;p40">
                  <a:extLst>
                    <a:ext uri="{FF2B5EF4-FFF2-40B4-BE49-F238E27FC236}">
                      <a16:creationId xmlns:a16="http://schemas.microsoft.com/office/drawing/2014/main" id="{B4EA787E-9924-4D01-282B-A12203DC4180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6" name="Google Shape;4096;p40">
                  <a:extLst>
                    <a:ext uri="{FF2B5EF4-FFF2-40B4-BE49-F238E27FC236}">
                      <a16:creationId xmlns:a16="http://schemas.microsoft.com/office/drawing/2014/main" id="{6C58622B-2F2A-E6BC-2029-30F8CFA748E2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7" name="Google Shape;4097;p40">
                  <a:extLst>
                    <a:ext uri="{FF2B5EF4-FFF2-40B4-BE49-F238E27FC236}">
                      <a16:creationId xmlns:a16="http://schemas.microsoft.com/office/drawing/2014/main" id="{9F3D17DE-ADEE-76DB-6930-EC3A4DD3892A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8" name="Google Shape;4098;p40">
                  <a:extLst>
                    <a:ext uri="{FF2B5EF4-FFF2-40B4-BE49-F238E27FC236}">
                      <a16:creationId xmlns:a16="http://schemas.microsoft.com/office/drawing/2014/main" id="{D09D9337-CACA-F0F5-240B-35FCF0A83224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9" name="Google Shape;4099;p40">
                  <a:extLst>
                    <a:ext uri="{FF2B5EF4-FFF2-40B4-BE49-F238E27FC236}">
                      <a16:creationId xmlns:a16="http://schemas.microsoft.com/office/drawing/2014/main" id="{1BB5EF99-9046-565E-8CDD-442220B931C1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0" name="Google Shape;4100;p40">
                  <a:extLst>
                    <a:ext uri="{FF2B5EF4-FFF2-40B4-BE49-F238E27FC236}">
                      <a16:creationId xmlns:a16="http://schemas.microsoft.com/office/drawing/2014/main" id="{97A97C0D-1074-2EC7-6B47-361871555BE1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1" name="Google Shape;4101;p40">
                  <a:extLst>
                    <a:ext uri="{FF2B5EF4-FFF2-40B4-BE49-F238E27FC236}">
                      <a16:creationId xmlns:a16="http://schemas.microsoft.com/office/drawing/2014/main" id="{06C5C317-3A6F-D198-7CD2-766915848B89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2" name="Google Shape;4102;p40">
                  <a:extLst>
                    <a:ext uri="{FF2B5EF4-FFF2-40B4-BE49-F238E27FC236}">
                      <a16:creationId xmlns:a16="http://schemas.microsoft.com/office/drawing/2014/main" id="{6FE7AB4E-8A3B-9D99-431D-2A18F75FA66F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03" name="Google Shape;4103;p40">
              <a:extLst>
                <a:ext uri="{FF2B5EF4-FFF2-40B4-BE49-F238E27FC236}">
                  <a16:creationId xmlns:a16="http://schemas.microsoft.com/office/drawing/2014/main" id="{9701211C-BB27-CD30-80C3-B43060DB2FE3}"/>
                </a:ext>
              </a:extLst>
            </p:cNvPr>
            <p:cNvGrpSpPr/>
            <p:nvPr/>
          </p:nvGrpSpPr>
          <p:grpSpPr>
            <a:xfrm>
              <a:off x="6722850" y="1544650"/>
              <a:ext cx="762741" cy="1311760"/>
              <a:chOff x="5309625" y="6138225"/>
              <a:chExt cx="762741" cy="1311760"/>
            </a:xfrm>
          </p:grpSpPr>
          <p:sp>
            <p:nvSpPr>
              <p:cNvPr id="4104" name="Google Shape;4104;p40">
                <a:extLst>
                  <a:ext uri="{FF2B5EF4-FFF2-40B4-BE49-F238E27FC236}">
                    <a16:creationId xmlns:a16="http://schemas.microsoft.com/office/drawing/2014/main" id="{0ECF1E27-7BAB-99A7-16AF-69EAB10019FD}"/>
                  </a:ext>
                </a:extLst>
              </p:cNvPr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40">
                <a:extLst>
                  <a:ext uri="{FF2B5EF4-FFF2-40B4-BE49-F238E27FC236}">
                    <a16:creationId xmlns:a16="http://schemas.microsoft.com/office/drawing/2014/main" id="{61A69218-94FB-60D1-DCAD-0EF5001EF63D}"/>
                  </a:ext>
                </a:extLst>
              </p:cNvPr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40">
                <a:extLst>
                  <a:ext uri="{FF2B5EF4-FFF2-40B4-BE49-F238E27FC236}">
                    <a16:creationId xmlns:a16="http://schemas.microsoft.com/office/drawing/2014/main" id="{9035981C-6241-5D60-6FF8-441FC814C177}"/>
                  </a:ext>
                </a:extLst>
              </p:cNvPr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40">
                <a:extLst>
                  <a:ext uri="{FF2B5EF4-FFF2-40B4-BE49-F238E27FC236}">
                    <a16:creationId xmlns:a16="http://schemas.microsoft.com/office/drawing/2014/main" id="{9494D71F-59B7-BAAA-360B-EE65343970EE}"/>
                  </a:ext>
                </a:extLst>
              </p:cNvPr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40">
                <a:extLst>
                  <a:ext uri="{FF2B5EF4-FFF2-40B4-BE49-F238E27FC236}">
                    <a16:creationId xmlns:a16="http://schemas.microsoft.com/office/drawing/2014/main" id="{33DE04BD-4F24-5564-B3D1-45433D54E9B1}"/>
                  </a:ext>
                </a:extLst>
              </p:cNvPr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40">
                <a:extLst>
                  <a:ext uri="{FF2B5EF4-FFF2-40B4-BE49-F238E27FC236}">
                    <a16:creationId xmlns:a16="http://schemas.microsoft.com/office/drawing/2014/main" id="{44AD357B-880A-808A-BEE3-3414968FD500}"/>
                  </a:ext>
                </a:extLst>
              </p:cNvPr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40">
                <a:extLst>
                  <a:ext uri="{FF2B5EF4-FFF2-40B4-BE49-F238E27FC236}">
                    <a16:creationId xmlns:a16="http://schemas.microsoft.com/office/drawing/2014/main" id="{12CDE4CA-3BE7-5E06-C50B-86B0AB208735}"/>
                  </a:ext>
                </a:extLst>
              </p:cNvPr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40">
                <a:extLst>
                  <a:ext uri="{FF2B5EF4-FFF2-40B4-BE49-F238E27FC236}">
                    <a16:creationId xmlns:a16="http://schemas.microsoft.com/office/drawing/2014/main" id="{0157AA97-627C-0634-69F2-38663CD6D215}"/>
                  </a:ext>
                </a:extLst>
              </p:cNvPr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40">
                <a:extLst>
                  <a:ext uri="{FF2B5EF4-FFF2-40B4-BE49-F238E27FC236}">
                    <a16:creationId xmlns:a16="http://schemas.microsoft.com/office/drawing/2014/main" id="{0B38D7ED-95B2-BFFD-A6F9-AF8EA40EBCC7}"/>
                  </a:ext>
                </a:extLst>
              </p:cNvPr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40">
                <a:extLst>
                  <a:ext uri="{FF2B5EF4-FFF2-40B4-BE49-F238E27FC236}">
                    <a16:creationId xmlns:a16="http://schemas.microsoft.com/office/drawing/2014/main" id="{1AA67AF0-13DE-D128-1368-0C694BD66BB0}"/>
                  </a:ext>
                </a:extLst>
              </p:cNvPr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40">
                <a:extLst>
                  <a:ext uri="{FF2B5EF4-FFF2-40B4-BE49-F238E27FC236}">
                    <a16:creationId xmlns:a16="http://schemas.microsoft.com/office/drawing/2014/main" id="{B2AEA9E6-3827-7861-08CB-763AD31E92CA}"/>
                  </a:ext>
                </a:extLst>
              </p:cNvPr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40">
                <a:extLst>
                  <a:ext uri="{FF2B5EF4-FFF2-40B4-BE49-F238E27FC236}">
                    <a16:creationId xmlns:a16="http://schemas.microsoft.com/office/drawing/2014/main" id="{89E844DF-E78A-3A35-666B-8875F911EB4A}"/>
                  </a:ext>
                </a:extLst>
              </p:cNvPr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40">
                <a:extLst>
                  <a:ext uri="{FF2B5EF4-FFF2-40B4-BE49-F238E27FC236}">
                    <a16:creationId xmlns:a16="http://schemas.microsoft.com/office/drawing/2014/main" id="{07D412E4-FB01-8288-BE68-9E412C26AAF8}"/>
                  </a:ext>
                </a:extLst>
              </p:cNvPr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40">
                <a:extLst>
                  <a:ext uri="{FF2B5EF4-FFF2-40B4-BE49-F238E27FC236}">
                    <a16:creationId xmlns:a16="http://schemas.microsoft.com/office/drawing/2014/main" id="{384B0753-3337-E229-43C3-D1BD31C20A87}"/>
                  </a:ext>
                </a:extLst>
              </p:cNvPr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40">
                <a:extLst>
                  <a:ext uri="{FF2B5EF4-FFF2-40B4-BE49-F238E27FC236}">
                    <a16:creationId xmlns:a16="http://schemas.microsoft.com/office/drawing/2014/main" id="{FBF31E69-C8E1-A9BF-97D5-E280C5ED5649}"/>
                  </a:ext>
                </a:extLst>
              </p:cNvPr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40">
                <a:extLst>
                  <a:ext uri="{FF2B5EF4-FFF2-40B4-BE49-F238E27FC236}">
                    <a16:creationId xmlns:a16="http://schemas.microsoft.com/office/drawing/2014/main" id="{2C3471C0-7E27-C50A-449D-DBBCE52698EB}"/>
                  </a:ext>
                </a:extLst>
              </p:cNvPr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40">
                <a:extLst>
                  <a:ext uri="{FF2B5EF4-FFF2-40B4-BE49-F238E27FC236}">
                    <a16:creationId xmlns:a16="http://schemas.microsoft.com/office/drawing/2014/main" id="{499EDFE1-0AB0-1222-D2C8-A574D4522204}"/>
                  </a:ext>
                </a:extLst>
              </p:cNvPr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40">
                <a:extLst>
                  <a:ext uri="{FF2B5EF4-FFF2-40B4-BE49-F238E27FC236}">
                    <a16:creationId xmlns:a16="http://schemas.microsoft.com/office/drawing/2014/main" id="{CA2F3C37-6083-5235-921B-28F29B75DB33}"/>
                  </a:ext>
                </a:extLst>
              </p:cNvPr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40">
                <a:extLst>
                  <a:ext uri="{FF2B5EF4-FFF2-40B4-BE49-F238E27FC236}">
                    <a16:creationId xmlns:a16="http://schemas.microsoft.com/office/drawing/2014/main" id="{A011978D-B5A5-70A1-E5AD-7B2EA068E4EF}"/>
                  </a:ext>
                </a:extLst>
              </p:cNvPr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40">
                <a:extLst>
                  <a:ext uri="{FF2B5EF4-FFF2-40B4-BE49-F238E27FC236}">
                    <a16:creationId xmlns:a16="http://schemas.microsoft.com/office/drawing/2014/main" id="{1D2BB92A-1AB9-2DAF-DA44-8B4AB0A30FF6}"/>
                  </a:ext>
                </a:extLst>
              </p:cNvPr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40">
                <a:extLst>
                  <a:ext uri="{FF2B5EF4-FFF2-40B4-BE49-F238E27FC236}">
                    <a16:creationId xmlns:a16="http://schemas.microsoft.com/office/drawing/2014/main" id="{CA2E361E-F1A3-4BDF-ECB4-265910094436}"/>
                  </a:ext>
                </a:extLst>
              </p:cNvPr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40">
                <a:extLst>
                  <a:ext uri="{FF2B5EF4-FFF2-40B4-BE49-F238E27FC236}">
                    <a16:creationId xmlns:a16="http://schemas.microsoft.com/office/drawing/2014/main" id="{756353A5-8C9E-B0A1-DEE4-F82F35AF27E6}"/>
                  </a:ext>
                </a:extLst>
              </p:cNvPr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40">
                <a:extLst>
                  <a:ext uri="{FF2B5EF4-FFF2-40B4-BE49-F238E27FC236}">
                    <a16:creationId xmlns:a16="http://schemas.microsoft.com/office/drawing/2014/main" id="{64639171-069C-FDD7-C536-A6055AA2DACA}"/>
                  </a:ext>
                </a:extLst>
              </p:cNvPr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40">
                <a:extLst>
                  <a:ext uri="{FF2B5EF4-FFF2-40B4-BE49-F238E27FC236}">
                    <a16:creationId xmlns:a16="http://schemas.microsoft.com/office/drawing/2014/main" id="{E9122189-C2CF-DB42-5385-64C3B873F0F8}"/>
                  </a:ext>
                </a:extLst>
              </p:cNvPr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40">
                <a:extLst>
                  <a:ext uri="{FF2B5EF4-FFF2-40B4-BE49-F238E27FC236}">
                    <a16:creationId xmlns:a16="http://schemas.microsoft.com/office/drawing/2014/main" id="{9C4FFFAB-986F-457F-712F-102049F48715}"/>
                  </a:ext>
                </a:extLst>
              </p:cNvPr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40">
                <a:extLst>
                  <a:ext uri="{FF2B5EF4-FFF2-40B4-BE49-F238E27FC236}">
                    <a16:creationId xmlns:a16="http://schemas.microsoft.com/office/drawing/2014/main" id="{9090D8D6-48D9-A95A-40D2-AE074C35F28A}"/>
                  </a:ext>
                </a:extLst>
              </p:cNvPr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40">
                <a:extLst>
                  <a:ext uri="{FF2B5EF4-FFF2-40B4-BE49-F238E27FC236}">
                    <a16:creationId xmlns:a16="http://schemas.microsoft.com/office/drawing/2014/main" id="{A8A6796B-9EDE-CFF3-4382-7B2595596E61}"/>
                  </a:ext>
                </a:extLst>
              </p:cNvPr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40">
                <a:extLst>
                  <a:ext uri="{FF2B5EF4-FFF2-40B4-BE49-F238E27FC236}">
                    <a16:creationId xmlns:a16="http://schemas.microsoft.com/office/drawing/2014/main" id="{F2C2AAFC-6380-F8AB-2E2D-71E2BBEB9354}"/>
                  </a:ext>
                </a:extLst>
              </p:cNvPr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40">
                <a:extLst>
                  <a:ext uri="{FF2B5EF4-FFF2-40B4-BE49-F238E27FC236}">
                    <a16:creationId xmlns:a16="http://schemas.microsoft.com/office/drawing/2014/main" id="{E7B67C81-BA52-8A4F-BAB9-7220266F1148}"/>
                  </a:ext>
                </a:extLst>
              </p:cNvPr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40">
                <a:extLst>
                  <a:ext uri="{FF2B5EF4-FFF2-40B4-BE49-F238E27FC236}">
                    <a16:creationId xmlns:a16="http://schemas.microsoft.com/office/drawing/2014/main" id="{18DDCD04-3E32-37F2-90B1-04DDCC2B6A91}"/>
                  </a:ext>
                </a:extLst>
              </p:cNvPr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40">
                <a:extLst>
                  <a:ext uri="{FF2B5EF4-FFF2-40B4-BE49-F238E27FC236}">
                    <a16:creationId xmlns:a16="http://schemas.microsoft.com/office/drawing/2014/main" id="{08C6BADF-5598-8FD0-716F-BBDCB1DDBBA8}"/>
                  </a:ext>
                </a:extLst>
              </p:cNvPr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40">
                <a:extLst>
                  <a:ext uri="{FF2B5EF4-FFF2-40B4-BE49-F238E27FC236}">
                    <a16:creationId xmlns:a16="http://schemas.microsoft.com/office/drawing/2014/main" id="{0494F66B-7E63-A2A3-6519-2D0947A6DC8E}"/>
                  </a:ext>
                </a:extLst>
              </p:cNvPr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40">
                <a:extLst>
                  <a:ext uri="{FF2B5EF4-FFF2-40B4-BE49-F238E27FC236}">
                    <a16:creationId xmlns:a16="http://schemas.microsoft.com/office/drawing/2014/main" id="{3266D5BA-0FE6-9482-5578-9556943FC960}"/>
                  </a:ext>
                </a:extLst>
              </p:cNvPr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40">
                <a:extLst>
                  <a:ext uri="{FF2B5EF4-FFF2-40B4-BE49-F238E27FC236}">
                    <a16:creationId xmlns:a16="http://schemas.microsoft.com/office/drawing/2014/main" id="{583D8B8D-9217-B13E-BFAA-6A5EE5B22B96}"/>
                  </a:ext>
                </a:extLst>
              </p:cNvPr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40">
                <a:extLst>
                  <a:ext uri="{FF2B5EF4-FFF2-40B4-BE49-F238E27FC236}">
                    <a16:creationId xmlns:a16="http://schemas.microsoft.com/office/drawing/2014/main" id="{CF97D7D1-16D5-AA7F-031F-0A02C139A609}"/>
                  </a:ext>
                </a:extLst>
              </p:cNvPr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9" name="Google Shape;4139;p40">
              <a:extLst>
                <a:ext uri="{FF2B5EF4-FFF2-40B4-BE49-F238E27FC236}">
                  <a16:creationId xmlns:a16="http://schemas.microsoft.com/office/drawing/2014/main" id="{7333D76E-CB4B-5808-34AB-312E2AE840C7}"/>
                </a:ext>
              </a:extLst>
            </p:cNvPr>
            <p:cNvGrpSpPr/>
            <p:nvPr/>
          </p:nvGrpSpPr>
          <p:grpSpPr>
            <a:xfrm>
              <a:off x="7236625" y="3453800"/>
              <a:ext cx="1314274" cy="809400"/>
              <a:chOff x="5522300" y="5335650"/>
              <a:chExt cx="1314274" cy="809400"/>
            </a:xfrm>
          </p:grpSpPr>
          <p:sp>
            <p:nvSpPr>
              <p:cNvPr id="4140" name="Google Shape;4140;p40">
                <a:extLst>
                  <a:ext uri="{FF2B5EF4-FFF2-40B4-BE49-F238E27FC236}">
                    <a16:creationId xmlns:a16="http://schemas.microsoft.com/office/drawing/2014/main" id="{52CBEE57-42A6-EF43-411F-7B46ECA8B29E}"/>
                  </a:ext>
                </a:extLst>
              </p:cNvPr>
              <p:cNvSpPr/>
              <p:nvPr/>
            </p:nvSpPr>
            <p:spPr>
              <a:xfrm>
                <a:off x="5522300" y="5959482"/>
                <a:ext cx="311312" cy="185568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3226" extrusionOk="0">
                    <a:moveTo>
                      <a:pt x="2730" y="0"/>
                    </a:moveTo>
                    <a:lnTo>
                      <a:pt x="1" y="1512"/>
                    </a:lnTo>
                    <a:lnTo>
                      <a:pt x="3108" y="3225"/>
                    </a:lnTo>
                    <a:lnTo>
                      <a:pt x="5033" y="3048"/>
                    </a:lnTo>
                    <a:lnTo>
                      <a:pt x="5411" y="1855"/>
                    </a:lnTo>
                    <a:lnTo>
                      <a:pt x="273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40">
                <a:extLst>
                  <a:ext uri="{FF2B5EF4-FFF2-40B4-BE49-F238E27FC236}">
                    <a16:creationId xmlns:a16="http://schemas.microsoft.com/office/drawing/2014/main" id="{F6094E3F-FF58-FC89-ECD1-A23A2D724794}"/>
                  </a:ext>
                </a:extLst>
              </p:cNvPr>
              <p:cNvSpPr/>
              <p:nvPr/>
            </p:nvSpPr>
            <p:spPr>
              <a:xfrm>
                <a:off x="6728491" y="5355380"/>
                <a:ext cx="8858" cy="72076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253" extrusionOk="0">
                    <a:moveTo>
                      <a:pt x="154" y="0"/>
                    </a:moveTo>
                    <a:lnTo>
                      <a:pt x="0" y="83"/>
                    </a:lnTo>
                    <a:lnTo>
                      <a:pt x="0" y="1253"/>
                    </a:lnTo>
                    <a:lnTo>
                      <a:pt x="154" y="117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40">
                <a:extLst>
                  <a:ext uri="{FF2B5EF4-FFF2-40B4-BE49-F238E27FC236}">
                    <a16:creationId xmlns:a16="http://schemas.microsoft.com/office/drawing/2014/main" id="{A2F91025-F4F6-331D-79D3-6959B785811A}"/>
                  </a:ext>
                </a:extLst>
              </p:cNvPr>
              <p:cNvSpPr/>
              <p:nvPr/>
            </p:nvSpPr>
            <p:spPr>
              <a:xfrm>
                <a:off x="5720753" y="5941133"/>
                <a:ext cx="66611" cy="169231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294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1158" y="2942"/>
                    </a:lnTo>
                    <a:lnTo>
                      <a:pt x="1158" y="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40">
                <a:extLst>
                  <a:ext uri="{FF2B5EF4-FFF2-40B4-BE49-F238E27FC236}">
                    <a16:creationId xmlns:a16="http://schemas.microsoft.com/office/drawing/2014/main" id="{3B34AE35-A4AF-EF47-95EA-C0E171D65019}"/>
                  </a:ext>
                </a:extLst>
              </p:cNvPr>
              <p:cNvSpPr/>
              <p:nvPr/>
            </p:nvSpPr>
            <p:spPr>
              <a:xfrm>
                <a:off x="5679279" y="5926867"/>
                <a:ext cx="33363" cy="150191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611" extrusionOk="0">
                    <a:moveTo>
                      <a:pt x="1" y="0"/>
                    </a:moveTo>
                    <a:lnTo>
                      <a:pt x="1" y="2280"/>
                    </a:lnTo>
                    <a:lnTo>
                      <a:pt x="579" y="2611"/>
                    </a:lnTo>
                    <a:lnTo>
                      <a:pt x="579" y="3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40">
                <a:extLst>
                  <a:ext uri="{FF2B5EF4-FFF2-40B4-BE49-F238E27FC236}">
                    <a16:creationId xmlns:a16="http://schemas.microsoft.com/office/drawing/2014/main" id="{F2C0465E-2E20-DD57-99C6-FEFA30FFC1AB}"/>
                  </a:ext>
                </a:extLst>
              </p:cNvPr>
              <p:cNvSpPr/>
              <p:nvPr/>
            </p:nvSpPr>
            <p:spPr>
              <a:xfrm>
                <a:off x="5712585" y="5941133"/>
                <a:ext cx="8226" cy="13592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63" extrusionOk="0">
                    <a:moveTo>
                      <a:pt x="142" y="0"/>
                    </a:moveTo>
                    <a:lnTo>
                      <a:pt x="0" y="95"/>
                    </a:lnTo>
                    <a:lnTo>
                      <a:pt x="0" y="2363"/>
                    </a:lnTo>
                    <a:lnTo>
                      <a:pt x="142" y="2280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40">
                <a:extLst>
                  <a:ext uri="{FF2B5EF4-FFF2-40B4-BE49-F238E27FC236}">
                    <a16:creationId xmlns:a16="http://schemas.microsoft.com/office/drawing/2014/main" id="{B355A3DD-C776-6596-B1FE-E60A514E7ED9}"/>
                  </a:ext>
                </a:extLst>
              </p:cNvPr>
              <p:cNvSpPr/>
              <p:nvPr/>
            </p:nvSpPr>
            <p:spPr>
              <a:xfrm>
                <a:off x="5811811" y="5413133"/>
                <a:ext cx="1024763" cy="721735"/>
              </a:xfrm>
              <a:custGeom>
                <a:avLst/>
                <a:gdLst/>
                <a:ahLst/>
                <a:cxnLst/>
                <a:rect l="l" t="t" r="r" b="b"/>
                <a:pathLst>
                  <a:path w="17815" h="12547" extrusionOk="0">
                    <a:moveTo>
                      <a:pt x="17815" y="0"/>
                    </a:moveTo>
                    <a:lnTo>
                      <a:pt x="0" y="10278"/>
                    </a:lnTo>
                    <a:lnTo>
                      <a:pt x="0" y="12546"/>
                    </a:lnTo>
                    <a:lnTo>
                      <a:pt x="17815" y="2257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40">
                <a:extLst>
                  <a:ext uri="{FF2B5EF4-FFF2-40B4-BE49-F238E27FC236}">
                    <a16:creationId xmlns:a16="http://schemas.microsoft.com/office/drawing/2014/main" id="{A4C982D5-85A4-7439-3CC3-07E481D15248}"/>
                  </a:ext>
                </a:extLst>
              </p:cNvPr>
              <p:cNvSpPr/>
              <p:nvPr/>
            </p:nvSpPr>
            <p:spPr>
              <a:xfrm>
                <a:off x="5679279" y="5335650"/>
                <a:ext cx="1157295" cy="668699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11625" extrusionOk="0">
                    <a:moveTo>
                      <a:pt x="17815" y="1"/>
                    </a:moveTo>
                    <a:lnTo>
                      <a:pt x="1" y="10278"/>
                    </a:lnTo>
                    <a:lnTo>
                      <a:pt x="579" y="10621"/>
                    </a:lnTo>
                    <a:lnTo>
                      <a:pt x="721" y="10526"/>
                    </a:lnTo>
                    <a:lnTo>
                      <a:pt x="1879" y="11200"/>
                    </a:lnTo>
                    <a:lnTo>
                      <a:pt x="1737" y="11282"/>
                    </a:lnTo>
                    <a:lnTo>
                      <a:pt x="2304" y="11625"/>
                    </a:lnTo>
                    <a:lnTo>
                      <a:pt x="20119" y="1347"/>
                    </a:lnTo>
                    <a:lnTo>
                      <a:pt x="19540" y="1005"/>
                    </a:lnTo>
                    <a:lnTo>
                      <a:pt x="19398" y="1099"/>
                    </a:lnTo>
                    <a:lnTo>
                      <a:pt x="18240" y="426"/>
                    </a:lnTo>
                    <a:lnTo>
                      <a:pt x="18394" y="343"/>
                    </a:lnTo>
                    <a:lnTo>
                      <a:pt x="17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40">
                <a:extLst>
                  <a:ext uri="{FF2B5EF4-FFF2-40B4-BE49-F238E27FC236}">
                    <a16:creationId xmlns:a16="http://schemas.microsoft.com/office/drawing/2014/main" id="{0B30AB07-44C3-27A8-5E69-B51AC44458F7}"/>
                  </a:ext>
                </a:extLst>
              </p:cNvPr>
              <p:cNvSpPr/>
              <p:nvPr/>
            </p:nvSpPr>
            <p:spPr>
              <a:xfrm>
                <a:off x="5747213" y="5525244"/>
                <a:ext cx="762518" cy="439012"/>
              </a:xfrm>
              <a:custGeom>
                <a:avLst/>
                <a:gdLst/>
                <a:ahLst/>
                <a:cxnLst/>
                <a:rect l="l" t="t" r="r" b="b"/>
                <a:pathLst>
                  <a:path w="13256" h="7632" extrusionOk="0">
                    <a:moveTo>
                      <a:pt x="12688" y="1"/>
                    </a:moveTo>
                    <a:lnTo>
                      <a:pt x="1" y="7313"/>
                    </a:lnTo>
                    <a:lnTo>
                      <a:pt x="568" y="7632"/>
                    </a:lnTo>
                    <a:lnTo>
                      <a:pt x="12688" y="639"/>
                    </a:lnTo>
                    <a:lnTo>
                      <a:pt x="13255" y="308"/>
                    </a:lnTo>
                    <a:lnTo>
                      <a:pt x="12688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40">
                <a:extLst>
                  <a:ext uri="{FF2B5EF4-FFF2-40B4-BE49-F238E27FC236}">
                    <a16:creationId xmlns:a16="http://schemas.microsoft.com/office/drawing/2014/main" id="{87445128-2F00-C2E1-3722-6457891BEB6F}"/>
                  </a:ext>
                </a:extLst>
              </p:cNvPr>
              <p:cNvSpPr/>
              <p:nvPr/>
            </p:nvSpPr>
            <p:spPr>
              <a:xfrm>
                <a:off x="6519166" y="5373730"/>
                <a:ext cx="250798" cy="145474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29" extrusionOk="0">
                    <a:moveTo>
                      <a:pt x="3816" y="0"/>
                    </a:moveTo>
                    <a:lnTo>
                      <a:pt x="1" y="2209"/>
                    </a:lnTo>
                    <a:lnTo>
                      <a:pt x="556" y="2528"/>
                    </a:lnTo>
                    <a:lnTo>
                      <a:pt x="3816" y="650"/>
                    </a:lnTo>
                    <a:lnTo>
                      <a:pt x="4360" y="331"/>
                    </a:lnTo>
                    <a:lnTo>
                      <a:pt x="381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40">
                <a:extLst>
                  <a:ext uri="{FF2B5EF4-FFF2-40B4-BE49-F238E27FC236}">
                    <a16:creationId xmlns:a16="http://schemas.microsoft.com/office/drawing/2014/main" id="{4422F36F-DC61-B4CF-E92A-1475AFA7C434}"/>
                  </a:ext>
                </a:extLst>
              </p:cNvPr>
              <p:cNvSpPr/>
              <p:nvPr/>
            </p:nvSpPr>
            <p:spPr>
              <a:xfrm>
                <a:off x="5707810" y="5916685"/>
                <a:ext cx="38137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40">
                <a:extLst>
                  <a:ext uri="{FF2B5EF4-FFF2-40B4-BE49-F238E27FC236}">
                    <a16:creationId xmlns:a16="http://schemas.microsoft.com/office/drawing/2014/main" id="{352736DA-59B9-8708-123C-BD43718716B7}"/>
                  </a:ext>
                </a:extLst>
              </p:cNvPr>
              <p:cNvSpPr/>
              <p:nvPr/>
            </p:nvSpPr>
            <p:spPr>
              <a:xfrm>
                <a:off x="5732948" y="590173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40">
                <a:extLst>
                  <a:ext uri="{FF2B5EF4-FFF2-40B4-BE49-F238E27FC236}">
                    <a16:creationId xmlns:a16="http://schemas.microsoft.com/office/drawing/2014/main" id="{9851131A-C730-A133-7B79-5341FA77B0E5}"/>
                  </a:ext>
                </a:extLst>
              </p:cNvPr>
              <p:cNvSpPr/>
              <p:nvPr/>
            </p:nvSpPr>
            <p:spPr>
              <a:xfrm>
                <a:off x="5759466" y="5886774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40">
                <a:extLst>
                  <a:ext uri="{FF2B5EF4-FFF2-40B4-BE49-F238E27FC236}">
                    <a16:creationId xmlns:a16="http://schemas.microsoft.com/office/drawing/2014/main" id="{4959615C-1EC3-11BB-1DFB-C641C023AC81}"/>
                  </a:ext>
                </a:extLst>
              </p:cNvPr>
              <p:cNvSpPr/>
              <p:nvPr/>
            </p:nvSpPr>
            <p:spPr>
              <a:xfrm>
                <a:off x="5784603" y="587181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201" y="0"/>
                    </a:moveTo>
                    <a:lnTo>
                      <a:pt x="1" y="107"/>
                    </a:lnTo>
                    <a:lnTo>
                      <a:pt x="497" y="378"/>
                    </a:lnTo>
                    <a:lnTo>
                      <a:pt x="662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40">
                <a:extLst>
                  <a:ext uri="{FF2B5EF4-FFF2-40B4-BE49-F238E27FC236}">
                    <a16:creationId xmlns:a16="http://schemas.microsoft.com/office/drawing/2014/main" id="{18E1D346-9477-640A-075B-65CFEA6B2426}"/>
                  </a:ext>
                </a:extLst>
              </p:cNvPr>
              <p:cNvSpPr/>
              <p:nvPr/>
            </p:nvSpPr>
            <p:spPr>
              <a:xfrm>
                <a:off x="5810431" y="5857552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40">
                <a:extLst>
                  <a:ext uri="{FF2B5EF4-FFF2-40B4-BE49-F238E27FC236}">
                    <a16:creationId xmlns:a16="http://schemas.microsoft.com/office/drawing/2014/main" id="{C06D9B99-C878-B01D-46F0-33A3A508BA48}"/>
                  </a:ext>
                </a:extLst>
              </p:cNvPr>
              <p:cNvSpPr/>
              <p:nvPr/>
            </p:nvSpPr>
            <p:spPr>
              <a:xfrm>
                <a:off x="5836948" y="5841906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40">
                <a:extLst>
                  <a:ext uri="{FF2B5EF4-FFF2-40B4-BE49-F238E27FC236}">
                    <a16:creationId xmlns:a16="http://schemas.microsoft.com/office/drawing/2014/main" id="{D2A42055-B6D3-0A17-80FE-F7609813A553}"/>
                  </a:ext>
                </a:extLst>
              </p:cNvPr>
              <p:cNvSpPr/>
              <p:nvPr/>
            </p:nvSpPr>
            <p:spPr>
              <a:xfrm>
                <a:off x="5862086" y="5827640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40">
                <a:extLst>
                  <a:ext uri="{FF2B5EF4-FFF2-40B4-BE49-F238E27FC236}">
                    <a16:creationId xmlns:a16="http://schemas.microsoft.com/office/drawing/2014/main" id="{522B9366-291C-0732-B3E6-84649ACDA27F}"/>
                  </a:ext>
                </a:extLst>
              </p:cNvPr>
              <p:cNvSpPr/>
              <p:nvPr/>
            </p:nvSpPr>
            <p:spPr>
              <a:xfrm>
                <a:off x="5887913" y="5811994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40">
                <a:extLst>
                  <a:ext uri="{FF2B5EF4-FFF2-40B4-BE49-F238E27FC236}">
                    <a16:creationId xmlns:a16="http://schemas.microsoft.com/office/drawing/2014/main" id="{2D66F242-9696-D4A5-C859-0498985F2A0C}"/>
                  </a:ext>
                </a:extLst>
              </p:cNvPr>
              <p:cNvSpPr/>
              <p:nvPr/>
            </p:nvSpPr>
            <p:spPr>
              <a:xfrm>
                <a:off x="5913741" y="5797038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84" y="403"/>
                    </a:lnTo>
                    <a:lnTo>
                      <a:pt x="674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40">
                <a:extLst>
                  <a:ext uri="{FF2B5EF4-FFF2-40B4-BE49-F238E27FC236}">
                    <a16:creationId xmlns:a16="http://schemas.microsoft.com/office/drawing/2014/main" id="{DB0D4FC1-2758-B6BD-936A-74F548BFA0E3}"/>
                  </a:ext>
                </a:extLst>
              </p:cNvPr>
              <p:cNvSpPr/>
              <p:nvPr/>
            </p:nvSpPr>
            <p:spPr>
              <a:xfrm>
                <a:off x="5939569" y="5782773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4" y="379"/>
                    </a:lnTo>
                    <a:lnTo>
                      <a:pt x="673" y="2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40">
                <a:extLst>
                  <a:ext uri="{FF2B5EF4-FFF2-40B4-BE49-F238E27FC236}">
                    <a16:creationId xmlns:a16="http://schemas.microsoft.com/office/drawing/2014/main" id="{F460E711-3340-7DF5-7E94-81465F688882}"/>
                  </a:ext>
                </a:extLst>
              </p:cNvPr>
              <p:cNvSpPr/>
              <p:nvPr/>
            </p:nvSpPr>
            <p:spPr>
              <a:xfrm>
                <a:off x="5964706" y="5767184"/>
                <a:ext cx="3946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85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40">
                <a:extLst>
                  <a:ext uri="{FF2B5EF4-FFF2-40B4-BE49-F238E27FC236}">
                    <a16:creationId xmlns:a16="http://schemas.microsoft.com/office/drawing/2014/main" id="{63ACAAD6-FB5A-6A57-5F5A-7CEB60928D23}"/>
                  </a:ext>
                </a:extLst>
              </p:cNvPr>
              <p:cNvSpPr/>
              <p:nvPr/>
            </p:nvSpPr>
            <p:spPr>
              <a:xfrm>
                <a:off x="5991166" y="5752919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40">
                <a:extLst>
                  <a:ext uri="{FF2B5EF4-FFF2-40B4-BE49-F238E27FC236}">
                    <a16:creationId xmlns:a16="http://schemas.microsoft.com/office/drawing/2014/main" id="{9CEA1ECC-FC39-9825-1BFB-B76C383AB375}"/>
                  </a:ext>
                </a:extLst>
              </p:cNvPr>
              <p:cNvSpPr/>
              <p:nvPr/>
            </p:nvSpPr>
            <p:spPr>
              <a:xfrm>
                <a:off x="6016994" y="5737273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190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40">
                <a:extLst>
                  <a:ext uri="{FF2B5EF4-FFF2-40B4-BE49-F238E27FC236}">
                    <a16:creationId xmlns:a16="http://schemas.microsoft.com/office/drawing/2014/main" id="{7BB95651-A91E-5A8A-7862-B78C1FA4FB50}"/>
                  </a:ext>
                </a:extLst>
              </p:cNvPr>
              <p:cNvSpPr/>
              <p:nvPr/>
            </p:nvSpPr>
            <p:spPr>
              <a:xfrm>
                <a:off x="6042131" y="5723007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40">
                <a:extLst>
                  <a:ext uri="{FF2B5EF4-FFF2-40B4-BE49-F238E27FC236}">
                    <a16:creationId xmlns:a16="http://schemas.microsoft.com/office/drawing/2014/main" id="{040523CC-1D65-4414-759C-33CB6A425836}"/>
                  </a:ext>
                </a:extLst>
              </p:cNvPr>
              <p:cNvSpPr/>
              <p:nvPr/>
            </p:nvSpPr>
            <p:spPr>
              <a:xfrm>
                <a:off x="6068649" y="5708051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40">
                <a:extLst>
                  <a:ext uri="{FF2B5EF4-FFF2-40B4-BE49-F238E27FC236}">
                    <a16:creationId xmlns:a16="http://schemas.microsoft.com/office/drawing/2014/main" id="{27479C40-817D-36A0-E950-9C801E11F6FB}"/>
                  </a:ext>
                </a:extLst>
              </p:cNvPr>
              <p:cNvSpPr/>
              <p:nvPr/>
            </p:nvSpPr>
            <p:spPr>
              <a:xfrm>
                <a:off x="6093787" y="5693095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40">
                <a:extLst>
                  <a:ext uri="{FF2B5EF4-FFF2-40B4-BE49-F238E27FC236}">
                    <a16:creationId xmlns:a16="http://schemas.microsoft.com/office/drawing/2014/main" id="{4AC52F86-D28A-4AA4-7248-1A4BEB1270D6}"/>
                  </a:ext>
                </a:extLst>
              </p:cNvPr>
              <p:cNvSpPr/>
              <p:nvPr/>
            </p:nvSpPr>
            <p:spPr>
              <a:xfrm>
                <a:off x="6120305" y="5678139"/>
                <a:ext cx="3808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3" extrusionOk="0">
                    <a:moveTo>
                      <a:pt x="178" y="1"/>
                    </a:moveTo>
                    <a:lnTo>
                      <a:pt x="0" y="119"/>
                    </a:lnTo>
                    <a:lnTo>
                      <a:pt x="473" y="402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40">
                <a:extLst>
                  <a:ext uri="{FF2B5EF4-FFF2-40B4-BE49-F238E27FC236}">
                    <a16:creationId xmlns:a16="http://schemas.microsoft.com/office/drawing/2014/main" id="{FDA6EFB1-43BE-C335-9E40-5B3FFA601655}"/>
                  </a:ext>
                </a:extLst>
              </p:cNvPr>
              <p:cNvSpPr/>
              <p:nvPr/>
            </p:nvSpPr>
            <p:spPr>
              <a:xfrm>
                <a:off x="6145442" y="5663874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7" y="379"/>
                    </a:lnTo>
                    <a:lnTo>
                      <a:pt x="674" y="272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40">
                <a:extLst>
                  <a:ext uri="{FF2B5EF4-FFF2-40B4-BE49-F238E27FC236}">
                    <a16:creationId xmlns:a16="http://schemas.microsoft.com/office/drawing/2014/main" id="{4960C7D1-86F2-16BA-114F-44D82935695E}"/>
                  </a:ext>
                </a:extLst>
              </p:cNvPr>
              <p:cNvSpPr/>
              <p:nvPr/>
            </p:nvSpPr>
            <p:spPr>
              <a:xfrm>
                <a:off x="6171270" y="5648228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40">
                <a:extLst>
                  <a:ext uri="{FF2B5EF4-FFF2-40B4-BE49-F238E27FC236}">
                    <a16:creationId xmlns:a16="http://schemas.microsoft.com/office/drawing/2014/main" id="{E52C8D43-F345-595A-C514-2304F6DD035F}"/>
                  </a:ext>
                </a:extLst>
              </p:cNvPr>
              <p:cNvSpPr/>
              <p:nvPr/>
            </p:nvSpPr>
            <p:spPr>
              <a:xfrm>
                <a:off x="6197787" y="5633962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40">
                <a:extLst>
                  <a:ext uri="{FF2B5EF4-FFF2-40B4-BE49-F238E27FC236}">
                    <a16:creationId xmlns:a16="http://schemas.microsoft.com/office/drawing/2014/main" id="{59671351-40F7-0640-808D-4C8AB72A6AF3}"/>
                  </a:ext>
                </a:extLst>
              </p:cNvPr>
              <p:cNvSpPr/>
              <p:nvPr/>
            </p:nvSpPr>
            <p:spPr>
              <a:xfrm>
                <a:off x="6222925" y="5618373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90"/>
                    </a:lnTo>
                    <a:lnTo>
                      <a:pt x="674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40">
                <a:extLst>
                  <a:ext uri="{FF2B5EF4-FFF2-40B4-BE49-F238E27FC236}">
                    <a16:creationId xmlns:a16="http://schemas.microsoft.com/office/drawing/2014/main" id="{1CE83451-8DCA-BC65-D95A-BF6BE26710D1}"/>
                  </a:ext>
                </a:extLst>
              </p:cNvPr>
              <p:cNvSpPr/>
              <p:nvPr/>
            </p:nvSpPr>
            <p:spPr>
              <a:xfrm>
                <a:off x="6248752" y="5604050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4" y="391"/>
                    </a:lnTo>
                    <a:lnTo>
                      <a:pt x="673" y="285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40">
                <a:extLst>
                  <a:ext uri="{FF2B5EF4-FFF2-40B4-BE49-F238E27FC236}">
                    <a16:creationId xmlns:a16="http://schemas.microsoft.com/office/drawing/2014/main" id="{966F0284-853C-290E-319D-34F18972AE2B}"/>
                  </a:ext>
                </a:extLst>
              </p:cNvPr>
              <p:cNvSpPr/>
              <p:nvPr/>
            </p:nvSpPr>
            <p:spPr>
              <a:xfrm>
                <a:off x="6275213" y="5589152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40">
                <a:extLst>
                  <a:ext uri="{FF2B5EF4-FFF2-40B4-BE49-F238E27FC236}">
                    <a16:creationId xmlns:a16="http://schemas.microsoft.com/office/drawing/2014/main" id="{3EF643A5-F3E9-F2D0-A4D1-5552F03E4454}"/>
                  </a:ext>
                </a:extLst>
              </p:cNvPr>
              <p:cNvSpPr/>
              <p:nvPr/>
            </p:nvSpPr>
            <p:spPr>
              <a:xfrm>
                <a:off x="6300350" y="5574196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40">
                <a:extLst>
                  <a:ext uri="{FF2B5EF4-FFF2-40B4-BE49-F238E27FC236}">
                    <a16:creationId xmlns:a16="http://schemas.microsoft.com/office/drawing/2014/main" id="{F70FC0B0-BE68-D0DA-FF66-1744558831B5}"/>
                  </a:ext>
                </a:extLst>
              </p:cNvPr>
              <p:cNvSpPr/>
              <p:nvPr/>
            </p:nvSpPr>
            <p:spPr>
              <a:xfrm>
                <a:off x="6326178" y="555924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40">
                <a:extLst>
                  <a:ext uri="{FF2B5EF4-FFF2-40B4-BE49-F238E27FC236}">
                    <a16:creationId xmlns:a16="http://schemas.microsoft.com/office/drawing/2014/main" id="{BB2EB1D2-BC91-DC26-ED7D-92E621CD194F}"/>
                  </a:ext>
                </a:extLst>
              </p:cNvPr>
              <p:cNvSpPr/>
              <p:nvPr/>
            </p:nvSpPr>
            <p:spPr>
              <a:xfrm>
                <a:off x="6352005" y="554497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74" y="26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40">
                <a:extLst>
                  <a:ext uri="{FF2B5EF4-FFF2-40B4-BE49-F238E27FC236}">
                    <a16:creationId xmlns:a16="http://schemas.microsoft.com/office/drawing/2014/main" id="{30F74563-C48F-189B-98EA-DA92769E3C5B}"/>
                  </a:ext>
                </a:extLst>
              </p:cNvPr>
              <p:cNvSpPr/>
              <p:nvPr/>
            </p:nvSpPr>
            <p:spPr>
              <a:xfrm>
                <a:off x="6377833" y="5529328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40">
                <a:extLst>
                  <a:ext uri="{FF2B5EF4-FFF2-40B4-BE49-F238E27FC236}">
                    <a16:creationId xmlns:a16="http://schemas.microsoft.com/office/drawing/2014/main" id="{295D8113-C9CD-2819-A310-839EF1AE2EAF}"/>
                  </a:ext>
                </a:extLst>
              </p:cNvPr>
              <p:cNvSpPr/>
              <p:nvPr/>
            </p:nvSpPr>
            <p:spPr>
              <a:xfrm>
                <a:off x="6404351" y="5514373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73" y="390"/>
                    </a:lnTo>
                    <a:lnTo>
                      <a:pt x="662" y="27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40">
                <a:extLst>
                  <a:ext uri="{FF2B5EF4-FFF2-40B4-BE49-F238E27FC236}">
                    <a16:creationId xmlns:a16="http://schemas.microsoft.com/office/drawing/2014/main" id="{F0B17567-6CC9-80E7-59E1-C90774E6F481}"/>
                  </a:ext>
                </a:extLst>
              </p:cNvPr>
              <p:cNvSpPr/>
              <p:nvPr/>
            </p:nvSpPr>
            <p:spPr>
              <a:xfrm>
                <a:off x="6429488" y="5499417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40">
                <a:extLst>
                  <a:ext uri="{FF2B5EF4-FFF2-40B4-BE49-F238E27FC236}">
                    <a16:creationId xmlns:a16="http://schemas.microsoft.com/office/drawing/2014/main" id="{D1DEE328-D7B6-86AC-68BE-2FEA419C87BD}"/>
                  </a:ext>
                </a:extLst>
              </p:cNvPr>
              <p:cNvSpPr/>
              <p:nvPr/>
            </p:nvSpPr>
            <p:spPr>
              <a:xfrm>
                <a:off x="6455316" y="548446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40">
                <a:extLst>
                  <a:ext uri="{FF2B5EF4-FFF2-40B4-BE49-F238E27FC236}">
                    <a16:creationId xmlns:a16="http://schemas.microsoft.com/office/drawing/2014/main" id="{615DEA17-8AE0-B6C1-71AD-8B0F3396742E}"/>
                  </a:ext>
                </a:extLst>
              </p:cNvPr>
              <p:cNvSpPr/>
              <p:nvPr/>
            </p:nvSpPr>
            <p:spPr>
              <a:xfrm>
                <a:off x="6481144" y="5470195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95"/>
                    </a:lnTo>
                    <a:lnTo>
                      <a:pt x="473" y="379"/>
                    </a:lnTo>
                    <a:lnTo>
                      <a:pt x="662" y="273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40">
                <a:extLst>
                  <a:ext uri="{FF2B5EF4-FFF2-40B4-BE49-F238E27FC236}">
                    <a16:creationId xmlns:a16="http://schemas.microsoft.com/office/drawing/2014/main" id="{0895BDAA-9D6C-673B-DEAC-A718B7EC1B1F}"/>
                  </a:ext>
                </a:extLst>
              </p:cNvPr>
              <p:cNvSpPr/>
              <p:nvPr/>
            </p:nvSpPr>
            <p:spPr>
              <a:xfrm>
                <a:off x="6506971" y="545460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40">
                <a:extLst>
                  <a:ext uri="{FF2B5EF4-FFF2-40B4-BE49-F238E27FC236}">
                    <a16:creationId xmlns:a16="http://schemas.microsoft.com/office/drawing/2014/main" id="{6A9D2D77-2E4B-1703-FD92-26D8CBA5C1D0}"/>
                  </a:ext>
                </a:extLst>
              </p:cNvPr>
              <p:cNvSpPr/>
              <p:nvPr/>
            </p:nvSpPr>
            <p:spPr>
              <a:xfrm>
                <a:off x="6532109" y="5440341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78"/>
                    </a:lnTo>
                    <a:lnTo>
                      <a:pt x="685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40">
                <a:extLst>
                  <a:ext uri="{FF2B5EF4-FFF2-40B4-BE49-F238E27FC236}">
                    <a16:creationId xmlns:a16="http://schemas.microsoft.com/office/drawing/2014/main" id="{0CD0D6EB-12A5-8DA4-F397-52DDCE922E16}"/>
                  </a:ext>
                </a:extLst>
              </p:cNvPr>
              <p:cNvSpPr/>
              <p:nvPr/>
            </p:nvSpPr>
            <p:spPr>
              <a:xfrm>
                <a:off x="6558569" y="5424695"/>
                <a:ext cx="38137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2" extrusionOk="0">
                    <a:moveTo>
                      <a:pt x="178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40">
                <a:extLst>
                  <a:ext uri="{FF2B5EF4-FFF2-40B4-BE49-F238E27FC236}">
                    <a16:creationId xmlns:a16="http://schemas.microsoft.com/office/drawing/2014/main" id="{22D35F32-D33B-37D0-6064-211C487EFF00}"/>
                  </a:ext>
                </a:extLst>
              </p:cNvPr>
              <p:cNvSpPr/>
              <p:nvPr/>
            </p:nvSpPr>
            <p:spPr>
              <a:xfrm>
                <a:off x="6584397" y="5410429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40">
                <a:extLst>
                  <a:ext uri="{FF2B5EF4-FFF2-40B4-BE49-F238E27FC236}">
                    <a16:creationId xmlns:a16="http://schemas.microsoft.com/office/drawing/2014/main" id="{D74A7489-9A4F-25B8-F988-E5DC09562DF0}"/>
                  </a:ext>
                </a:extLst>
              </p:cNvPr>
              <p:cNvSpPr/>
              <p:nvPr/>
            </p:nvSpPr>
            <p:spPr>
              <a:xfrm>
                <a:off x="6609534" y="5395473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86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40">
                <a:extLst>
                  <a:ext uri="{FF2B5EF4-FFF2-40B4-BE49-F238E27FC236}">
                    <a16:creationId xmlns:a16="http://schemas.microsoft.com/office/drawing/2014/main" id="{F28AA302-ED99-9BAC-6E5B-F96396A5BA4D}"/>
                  </a:ext>
                </a:extLst>
              </p:cNvPr>
              <p:cNvSpPr/>
              <p:nvPr/>
            </p:nvSpPr>
            <p:spPr>
              <a:xfrm>
                <a:off x="6636052" y="5380518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40">
                <a:extLst>
                  <a:ext uri="{FF2B5EF4-FFF2-40B4-BE49-F238E27FC236}">
                    <a16:creationId xmlns:a16="http://schemas.microsoft.com/office/drawing/2014/main" id="{162FBCA7-CEEE-7463-48C3-98299E3281C6}"/>
                  </a:ext>
                </a:extLst>
              </p:cNvPr>
              <p:cNvSpPr/>
              <p:nvPr/>
            </p:nvSpPr>
            <p:spPr>
              <a:xfrm>
                <a:off x="6661189" y="5365562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40">
                <a:extLst>
                  <a:ext uri="{FF2B5EF4-FFF2-40B4-BE49-F238E27FC236}">
                    <a16:creationId xmlns:a16="http://schemas.microsoft.com/office/drawing/2014/main" id="{E43F4E08-EAA2-C370-0B95-F8ED3A264569}"/>
                  </a:ext>
                </a:extLst>
              </p:cNvPr>
              <p:cNvSpPr/>
              <p:nvPr/>
            </p:nvSpPr>
            <p:spPr>
              <a:xfrm>
                <a:off x="6687017" y="5351296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40">
                <a:extLst>
                  <a:ext uri="{FF2B5EF4-FFF2-40B4-BE49-F238E27FC236}">
                    <a16:creationId xmlns:a16="http://schemas.microsoft.com/office/drawing/2014/main" id="{EFBCC73E-FAAD-A51D-815C-883BF0E69526}"/>
                  </a:ext>
                </a:extLst>
              </p:cNvPr>
              <p:cNvSpPr/>
              <p:nvPr/>
            </p:nvSpPr>
            <p:spPr>
              <a:xfrm>
                <a:off x="5794784" y="5966960"/>
                <a:ext cx="38828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2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40">
                <a:extLst>
                  <a:ext uri="{FF2B5EF4-FFF2-40B4-BE49-F238E27FC236}">
                    <a16:creationId xmlns:a16="http://schemas.microsoft.com/office/drawing/2014/main" id="{CBD7EC89-BFED-CD5A-66EF-14903E38F3FD}"/>
                  </a:ext>
                </a:extLst>
              </p:cNvPr>
              <p:cNvSpPr/>
              <p:nvPr/>
            </p:nvSpPr>
            <p:spPr>
              <a:xfrm>
                <a:off x="5820612" y="595269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40">
                <a:extLst>
                  <a:ext uri="{FF2B5EF4-FFF2-40B4-BE49-F238E27FC236}">
                    <a16:creationId xmlns:a16="http://schemas.microsoft.com/office/drawing/2014/main" id="{8C02B067-83E3-7A97-8859-E56D7AC1E770}"/>
                  </a:ext>
                </a:extLst>
              </p:cNvPr>
              <p:cNvSpPr/>
              <p:nvPr/>
            </p:nvSpPr>
            <p:spPr>
              <a:xfrm>
                <a:off x="5847130" y="5937048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66" y="0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40">
                <a:extLst>
                  <a:ext uri="{FF2B5EF4-FFF2-40B4-BE49-F238E27FC236}">
                    <a16:creationId xmlns:a16="http://schemas.microsoft.com/office/drawing/2014/main" id="{D59B818C-61F1-89D4-E6FD-95638FACD611}"/>
                  </a:ext>
                </a:extLst>
              </p:cNvPr>
              <p:cNvSpPr/>
              <p:nvPr/>
            </p:nvSpPr>
            <p:spPr>
              <a:xfrm>
                <a:off x="5872267" y="5922783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40">
                <a:extLst>
                  <a:ext uri="{FF2B5EF4-FFF2-40B4-BE49-F238E27FC236}">
                    <a16:creationId xmlns:a16="http://schemas.microsoft.com/office/drawing/2014/main" id="{4FCBDEE7-1897-AA5B-FB03-F8242EA61DE9}"/>
                  </a:ext>
                </a:extLst>
              </p:cNvPr>
              <p:cNvSpPr/>
              <p:nvPr/>
            </p:nvSpPr>
            <p:spPr>
              <a:xfrm>
                <a:off x="5898095" y="5907137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40">
                <a:extLst>
                  <a:ext uri="{FF2B5EF4-FFF2-40B4-BE49-F238E27FC236}">
                    <a16:creationId xmlns:a16="http://schemas.microsoft.com/office/drawing/2014/main" id="{6C3F78F2-5A86-AA40-740C-C11AE58AE733}"/>
                  </a:ext>
                </a:extLst>
              </p:cNvPr>
              <p:cNvSpPr/>
              <p:nvPr/>
            </p:nvSpPr>
            <p:spPr>
              <a:xfrm>
                <a:off x="5923923" y="5892871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97" y="390"/>
                    </a:lnTo>
                    <a:lnTo>
                      <a:pt x="674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40">
                <a:extLst>
                  <a:ext uri="{FF2B5EF4-FFF2-40B4-BE49-F238E27FC236}">
                    <a16:creationId xmlns:a16="http://schemas.microsoft.com/office/drawing/2014/main" id="{82C10C45-07CD-B0B2-DCA6-6C13EDE1DB61}"/>
                  </a:ext>
                </a:extLst>
              </p:cNvPr>
              <p:cNvSpPr/>
              <p:nvPr/>
            </p:nvSpPr>
            <p:spPr>
              <a:xfrm>
                <a:off x="5949750" y="5877915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40">
                <a:extLst>
                  <a:ext uri="{FF2B5EF4-FFF2-40B4-BE49-F238E27FC236}">
                    <a16:creationId xmlns:a16="http://schemas.microsoft.com/office/drawing/2014/main" id="{E522812D-2937-13DD-91E8-6444CD438FF9}"/>
                  </a:ext>
                </a:extLst>
              </p:cNvPr>
              <p:cNvSpPr/>
              <p:nvPr/>
            </p:nvSpPr>
            <p:spPr>
              <a:xfrm>
                <a:off x="5974888" y="5862959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0" y="107"/>
                    </a:lnTo>
                    <a:lnTo>
                      <a:pt x="496" y="391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40">
                <a:extLst>
                  <a:ext uri="{FF2B5EF4-FFF2-40B4-BE49-F238E27FC236}">
                    <a16:creationId xmlns:a16="http://schemas.microsoft.com/office/drawing/2014/main" id="{96A4B7F3-C002-464E-87E1-DB85C320246B}"/>
                  </a:ext>
                </a:extLst>
              </p:cNvPr>
              <p:cNvSpPr/>
              <p:nvPr/>
            </p:nvSpPr>
            <p:spPr>
              <a:xfrm>
                <a:off x="6001405" y="5848003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40">
                <a:extLst>
                  <a:ext uri="{FF2B5EF4-FFF2-40B4-BE49-F238E27FC236}">
                    <a16:creationId xmlns:a16="http://schemas.microsoft.com/office/drawing/2014/main" id="{3D394244-00EA-414F-F0C6-2AD6606FC09C}"/>
                  </a:ext>
                </a:extLst>
              </p:cNvPr>
              <p:cNvSpPr/>
              <p:nvPr/>
            </p:nvSpPr>
            <p:spPr>
              <a:xfrm>
                <a:off x="6026543" y="5833738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6" y="379"/>
                    </a:lnTo>
                    <a:lnTo>
                      <a:pt x="685" y="26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40">
                <a:extLst>
                  <a:ext uri="{FF2B5EF4-FFF2-40B4-BE49-F238E27FC236}">
                    <a16:creationId xmlns:a16="http://schemas.microsoft.com/office/drawing/2014/main" id="{4FE7EFAA-BBF8-3550-F91A-DC7F612FAA17}"/>
                  </a:ext>
                </a:extLst>
              </p:cNvPr>
              <p:cNvSpPr/>
              <p:nvPr/>
            </p:nvSpPr>
            <p:spPr>
              <a:xfrm>
                <a:off x="6053003" y="5818149"/>
                <a:ext cx="38828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73" y="390"/>
                    </a:lnTo>
                    <a:lnTo>
                      <a:pt x="674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40">
                <a:extLst>
                  <a:ext uri="{FF2B5EF4-FFF2-40B4-BE49-F238E27FC236}">
                    <a16:creationId xmlns:a16="http://schemas.microsoft.com/office/drawing/2014/main" id="{12DFF576-ECF8-1B67-18FA-86EAAC02A10A}"/>
                  </a:ext>
                </a:extLst>
              </p:cNvPr>
              <p:cNvSpPr/>
              <p:nvPr/>
            </p:nvSpPr>
            <p:spPr>
              <a:xfrm>
                <a:off x="6078831" y="5803193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40">
                <a:extLst>
                  <a:ext uri="{FF2B5EF4-FFF2-40B4-BE49-F238E27FC236}">
                    <a16:creationId xmlns:a16="http://schemas.microsoft.com/office/drawing/2014/main" id="{110A01C5-5A13-F18F-483E-70B05451E50B}"/>
                  </a:ext>
                </a:extLst>
              </p:cNvPr>
              <p:cNvSpPr/>
              <p:nvPr/>
            </p:nvSpPr>
            <p:spPr>
              <a:xfrm>
                <a:off x="6103968" y="5788238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202" y="0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40">
                <a:extLst>
                  <a:ext uri="{FF2B5EF4-FFF2-40B4-BE49-F238E27FC236}">
                    <a16:creationId xmlns:a16="http://schemas.microsoft.com/office/drawing/2014/main" id="{9A56835B-DFAA-F690-248B-37DB582BF228}"/>
                  </a:ext>
                </a:extLst>
              </p:cNvPr>
              <p:cNvSpPr/>
              <p:nvPr/>
            </p:nvSpPr>
            <p:spPr>
              <a:xfrm>
                <a:off x="6130486" y="5773282"/>
                <a:ext cx="38137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3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40">
                <a:extLst>
                  <a:ext uri="{FF2B5EF4-FFF2-40B4-BE49-F238E27FC236}">
                    <a16:creationId xmlns:a16="http://schemas.microsoft.com/office/drawing/2014/main" id="{F8A5EAE2-BAFB-FCCE-24E1-4ADAE25B2D86}"/>
                  </a:ext>
                </a:extLst>
              </p:cNvPr>
              <p:cNvSpPr/>
              <p:nvPr/>
            </p:nvSpPr>
            <p:spPr>
              <a:xfrm>
                <a:off x="6156314" y="5759016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0"/>
                    </a:moveTo>
                    <a:lnTo>
                      <a:pt x="0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40">
                <a:extLst>
                  <a:ext uri="{FF2B5EF4-FFF2-40B4-BE49-F238E27FC236}">
                    <a16:creationId xmlns:a16="http://schemas.microsoft.com/office/drawing/2014/main" id="{79611FA1-B325-C495-03CB-C802DA3BC5D6}"/>
                  </a:ext>
                </a:extLst>
              </p:cNvPr>
              <p:cNvSpPr/>
              <p:nvPr/>
            </p:nvSpPr>
            <p:spPr>
              <a:xfrm>
                <a:off x="6181451" y="5743370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190" y="1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40">
                <a:extLst>
                  <a:ext uri="{FF2B5EF4-FFF2-40B4-BE49-F238E27FC236}">
                    <a16:creationId xmlns:a16="http://schemas.microsoft.com/office/drawing/2014/main" id="{C53B4CF5-3B88-FACF-795E-C34E94F661C8}"/>
                  </a:ext>
                </a:extLst>
              </p:cNvPr>
              <p:cNvSpPr/>
              <p:nvPr/>
            </p:nvSpPr>
            <p:spPr>
              <a:xfrm>
                <a:off x="6207969" y="5729104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40">
                <a:extLst>
                  <a:ext uri="{FF2B5EF4-FFF2-40B4-BE49-F238E27FC236}">
                    <a16:creationId xmlns:a16="http://schemas.microsoft.com/office/drawing/2014/main" id="{1D4B9298-1CEB-9F27-B18C-73CA1CC0B086}"/>
                  </a:ext>
                </a:extLst>
              </p:cNvPr>
              <p:cNvSpPr/>
              <p:nvPr/>
            </p:nvSpPr>
            <p:spPr>
              <a:xfrm>
                <a:off x="6233106" y="5713458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201" y="1"/>
                    </a:moveTo>
                    <a:lnTo>
                      <a:pt x="0" y="119"/>
                    </a:lnTo>
                    <a:lnTo>
                      <a:pt x="497" y="403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40">
                <a:extLst>
                  <a:ext uri="{FF2B5EF4-FFF2-40B4-BE49-F238E27FC236}">
                    <a16:creationId xmlns:a16="http://schemas.microsoft.com/office/drawing/2014/main" id="{D643C1B4-717C-5104-8C6E-C6334AE7D835}"/>
                  </a:ext>
                </a:extLst>
              </p:cNvPr>
              <p:cNvSpPr/>
              <p:nvPr/>
            </p:nvSpPr>
            <p:spPr>
              <a:xfrm>
                <a:off x="6258934" y="56991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40">
                <a:extLst>
                  <a:ext uri="{FF2B5EF4-FFF2-40B4-BE49-F238E27FC236}">
                    <a16:creationId xmlns:a16="http://schemas.microsoft.com/office/drawing/2014/main" id="{49635DA3-B682-9B03-87A7-9288C9C5CCA0}"/>
                  </a:ext>
                </a:extLst>
              </p:cNvPr>
              <p:cNvSpPr/>
              <p:nvPr/>
            </p:nvSpPr>
            <p:spPr>
              <a:xfrm>
                <a:off x="6285394" y="568423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485" y="379"/>
                    </a:lnTo>
                    <a:lnTo>
                      <a:pt x="663" y="27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40">
                <a:extLst>
                  <a:ext uri="{FF2B5EF4-FFF2-40B4-BE49-F238E27FC236}">
                    <a16:creationId xmlns:a16="http://schemas.microsoft.com/office/drawing/2014/main" id="{70425F02-D7F8-AF99-C8EE-0B940F2C030C}"/>
                  </a:ext>
                </a:extLst>
              </p:cNvPr>
              <p:cNvSpPr/>
              <p:nvPr/>
            </p:nvSpPr>
            <p:spPr>
              <a:xfrm>
                <a:off x="6310589" y="5669338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40">
                <a:extLst>
                  <a:ext uri="{FF2B5EF4-FFF2-40B4-BE49-F238E27FC236}">
                    <a16:creationId xmlns:a16="http://schemas.microsoft.com/office/drawing/2014/main" id="{41615E9D-2B98-DF83-3596-409A61F33309}"/>
                  </a:ext>
                </a:extLst>
              </p:cNvPr>
              <p:cNvSpPr/>
              <p:nvPr/>
            </p:nvSpPr>
            <p:spPr>
              <a:xfrm>
                <a:off x="6336359" y="5654383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40">
                <a:extLst>
                  <a:ext uri="{FF2B5EF4-FFF2-40B4-BE49-F238E27FC236}">
                    <a16:creationId xmlns:a16="http://schemas.microsoft.com/office/drawing/2014/main" id="{0FC9E8C2-A840-4AEC-F66E-0DB5B14F7FAE}"/>
                  </a:ext>
                </a:extLst>
              </p:cNvPr>
              <p:cNvSpPr/>
              <p:nvPr/>
            </p:nvSpPr>
            <p:spPr>
              <a:xfrm>
                <a:off x="6362187" y="564011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40">
                <a:extLst>
                  <a:ext uri="{FF2B5EF4-FFF2-40B4-BE49-F238E27FC236}">
                    <a16:creationId xmlns:a16="http://schemas.microsoft.com/office/drawing/2014/main" id="{150D0058-83D0-A0F2-7424-6D0A7087FB99}"/>
                  </a:ext>
                </a:extLst>
              </p:cNvPr>
              <p:cNvSpPr/>
              <p:nvPr/>
            </p:nvSpPr>
            <p:spPr>
              <a:xfrm>
                <a:off x="6388015" y="5624471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40">
                <a:extLst>
                  <a:ext uri="{FF2B5EF4-FFF2-40B4-BE49-F238E27FC236}">
                    <a16:creationId xmlns:a16="http://schemas.microsoft.com/office/drawing/2014/main" id="{E3BA6A38-B598-17D9-41B0-27740663AC3D}"/>
                  </a:ext>
                </a:extLst>
              </p:cNvPr>
              <p:cNvSpPr/>
              <p:nvPr/>
            </p:nvSpPr>
            <p:spPr>
              <a:xfrm>
                <a:off x="6414532" y="5610205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0" y="107"/>
                    </a:lnTo>
                    <a:lnTo>
                      <a:pt x="473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40">
                <a:extLst>
                  <a:ext uri="{FF2B5EF4-FFF2-40B4-BE49-F238E27FC236}">
                    <a16:creationId xmlns:a16="http://schemas.microsoft.com/office/drawing/2014/main" id="{CF5E3B32-F385-620C-3519-054E55AF4752}"/>
                  </a:ext>
                </a:extLst>
              </p:cNvPr>
              <p:cNvSpPr/>
              <p:nvPr/>
            </p:nvSpPr>
            <p:spPr>
              <a:xfrm>
                <a:off x="6439670" y="5594559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40">
                <a:extLst>
                  <a:ext uri="{FF2B5EF4-FFF2-40B4-BE49-F238E27FC236}">
                    <a16:creationId xmlns:a16="http://schemas.microsoft.com/office/drawing/2014/main" id="{FD7C61C7-2452-922E-BCFA-F001DD83B143}"/>
                  </a:ext>
                </a:extLst>
              </p:cNvPr>
              <p:cNvSpPr/>
              <p:nvPr/>
            </p:nvSpPr>
            <p:spPr>
              <a:xfrm>
                <a:off x="6465497" y="55802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40">
                <a:extLst>
                  <a:ext uri="{FF2B5EF4-FFF2-40B4-BE49-F238E27FC236}">
                    <a16:creationId xmlns:a16="http://schemas.microsoft.com/office/drawing/2014/main" id="{8E51EC0F-7362-F9D4-794E-6A61B9D7496A}"/>
                  </a:ext>
                </a:extLst>
              </p:cNvPr>
              <p:cNvSpPr/>
              <p:nvPr/>
            </p:nvSpPr>
            <p:spPr>
              <a:xfrm>
                <a:off x="6491325" y="5565338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78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40">
                <a:extLst>
                  <a:ext uri="{FF2B5EF4-FFF2-40B4-BE49-F238E27FC236}">
                    <a16:creationId xmlns:a16="http://schemas.microsoft.com/office/drawing/2014/main" id="{BD6A5CF0-AB5B-07B1-F076-626E0A380235}"/>
                  </a:ext>
                </a:extLst>
              </p:cNvPr>
              <p:cNvSpPr/>
              <p:nvPr/>
            </p:nvSpPr>
            <p:spPr>
              <a:xfrm>
                <a:off x="6517153" y="554969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40">
                <a:extLst>
                  <a:ext uri="{FF2B5EF4-FFF2-40B4-BE49-F238E27FC236}">
                    <a16:creationId xmlns:a16="http://schemas.microsoft.com/office/drawing/2014/main" id="{51066DF7-A1CF-404D-BCCA-4C03166541C7}"/>
                  </a:ext>
                </a:extLst>
              </p:cNvPr>
              <p:cNvSpPr/>
              <p:nvPr/>
            </p:nvSpPr>
            <p:spPr>
              <a:xfrm>
                <a:off x="6542290" y="5535426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40">
                <a:extLst>
                  <a:ext uri="{FF2B5EF4-FFF2-40B4-BE49-F238E27FC236}">
                    <a16:creationId xmlns:a16="http://schemas.microsoft.com/office/drawing/2014/main" id="{26D65F5D-DC4E-F151-3863-2D6475DE0092}"/>
                  </a:ext>
                </a:extLst>
              </p:cNvPr>
              <p:cNvSpPr/>
              <p:nvPr/>
            </p:nvSpPr>
            <p:spPr>
              <a:xfrm>
                <a:off x="6568808" y="551983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77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40">
                <a:extLst>
                  <a:ext uri="{FF2B5EF4-FFF2-40B4-BE49-F238E27FC236}">
                    <a16:creationId xmlns:a16="http://schemas.microsoft.com/office/drawing/2014/main" id="{F0B71EBB-2F6B-3E69-D897-830C5B3A11D9}"/>
                  </a:ext>
                </a:extLst>
              </p:cNvPr>
              <p:cNvSpPr/>
              <p:nvPr/>
            </p:nvSpPr>
            <p:spPr>
              <a:xfrm>
                <a:off x="6594636" y="5505572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40">
                <a:extLst>
                  <a:ext uri="{FF2B5EF4-FFF2-40B4-BE49-F238E27FC236}">
                    <a16:creationId xmlns:a16="http://schemas.microsoft.com/office/drawing/2014/main" id="{882834A3-75A3-1929-A8D3-5B84F4211E2C}"/>
                  </a:ext>
                </a:extLst>
              </p:cNvPr>
              <p:cNvSpPr/>
              <p:nvPr/>
            </p:nvSpPr>
            <p:spPr>
              <a:xfrm>
                <a:off x="6619773" y="5490616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390"/>
                    </a:lnTo>
                    <a:lnTo>
                      <a:pt x="685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40">
                <a:extLst>
                  <a:ext uri="{FF2B5EF4-FFF2-40B4-BE49-F238E27FC236}">
                    <a16:creationId xmlns:a16="http://schemas.microsoft.com/office/drawing/2014/main" id="{7303E854-F967-73EA-E8B6-98CE9A90683C}"/>
                  </a:ext>
                </a:extLst>
              </p:cNvPr>
              <p:cNvSpPr/>
              <p:nvPr/>
            </p:nvSpPr>
            <p:spPr>
              <a:xfrm>
                <a:off x="6646233" y="5475660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40">
                <a:extLst>
                  <a:ext uri="{FF2B5EF4-FFF2-40B4-BE49-F238E27FC236}">
                    <a16:creationId xmlns:a16="http://schemas.microsoft.com/office/drawing/2014/main" id="{EF67EC7B-B7D7-16FA-7556-402D5DB38806}"/>
                  </a:ext>
                </a:extLst>
              </p:cNvPr>
              <p:cNvSpPr/>
              <p:nvPr/>
            </p:nvSpPr>
            <p:spPr>
              <a:xfrm>
                <a:off x="6671371" y="5460704"/>
                <a:ext cx="3951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202" y="0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40">
                <a:extLst>
                  <a:ext uri="{FF2B5EF4-FFF2-40B4-BE49-F238E27FC236}">
                    <a16:creationId xmlns:a16="http://schemas.microsoft.com/office/drawing/2014/main" id="{D07F7F26-E195-7A7D-A8EC-11877D4FD44F}"/>
                  </a:ext>
                </a:extLst>
              </p:cNvPr>
              <p:cNvSpPr/>
              <p:nvPr/>
            </p:nvSpPr>
            <p:spPr>
              <a:xfrm>
                <a:off x="6697889" y="544643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73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40">
                <a:extLst>
                  <a:ext uri="{FF2B5EF4-FFF2-40B4-BE49-F238E27FC236}">
                    <a16:creationId xmlns:a16="http://schemas.microsoft.com/office/drawing/2014/main" id="{D9A6F44F-419C-F681-37E8-594036E5F3D3}"/>
                  </a:ext>
                </a:extLst>
              </p:cNvPr>
              <p:cNvSpPr/>
              <p:nvPr/>
            </p:nvSpPr>
            <p:spPr>
              <a:xfrm>
                <a:off x="6723026" y="5430792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74" y="28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40">
                <a:extLst>
                  <a:ext uri="{FF2B5EF4-FFF2-40B4-BE49-F238E27FC236}">
                    <a16:creationId xmlns:a16="http://schemas.microsoft.com/office/drawing/2014/main" id="{1E448DA8-9ADE-7E47-AFDA-EA8AB4A2F7BB}"/>
                  </a:ext>
                </a:extLst>
              </p:cNvPr>
              <p:cNvSpPr/>
              <p:nvPr/>
            </p:nvSpPr>
            <p:spPr>
              <a:xfrm>
                <a:off x="6748854" y="5416527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40">
                <a:extLst>
                  <a:ext uri="{FF2B5EF4-FFF2-40B4-BE49-F238E27FC236}">
                    <a16:creationId xmlns:a16="http://schemas.microsoft.com/office/drawing/2014/main" id="{8D888E1A-3C5B-F4F9-3AD1-F38BA51CE8A9}"/>
                  </a:ext>
                </a:extLst>
              </p:cNvPr>
              <p:cNvSpPr/>
              <p:nvPr/>
            </p:nvSpPr>
            <p:spPr>
              <a:xfrm>
                <a:off x="6775372" y="5400881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73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40">
                <a:extLst>
                  <a:ext uri="{FF2B5EF4-FFF2-40B4-BE49-F238E27FC236}">
                    <a16:creationId xmlns:a16="http://schemas.microsoft.com/office/drawing/2014/main" id="{F4346A0B-629B-8D72-4042-FD83F8F84ED9}"/>
                  </a:ext>
                </a:extLst>
              </p:cNvPr>
              <p:cNvSpPr/>
              <p:nvPr/>
            </p:nvSpPr>
            <p:spPr>
              <a:xfrm>
                <a:off x="5779196" y="5984620"/>
                <a:ext cx="32673" cy="15024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261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567" y="2611"/>
                    </a:lnTo>
                    <a:lnTo>
                      <a:pt x="567" y="3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40">
                <a:extLst>
                  <a:ext uri="{FF2B5EF4-FFF2-40B4-BE49-F238E27FC236}">
                    <a16:creationId xmlns:a16="http://schemas.microsoft.com/office/drawing/2014/main" id="{DFBB0D55-3C42-7AA3-348F-BD4281C5D19C}"/>
                  </a:ext>
                </a:extLst>
              </p:cNvPr>
              <p:cNvSpPr/>
              <p:nvPr/>
            </p:nvSpPr>
            <p:spPr>
              <a:xfrm>
                <a:off x="6477060" y="5525244"/>
                <a:ext cx="32673" cy="3675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39" extrusionOk="0">
                    <a:moveTo>
                      <a:pt x="0" y="1"/>
                    </a:moveTo>
                    <a:lnTo>
                      <a:pt x="0" y="639"/>
                    </a:lnTo>
                    <a:lnTo>
                      <a:pt x="567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40">
                <a:extLst>
                  <a:ext uri="{FF2B5EF4-FFF2-40B4-BE49-F238E27FC236}">
                    <a16:creationId xmlns:a16="http://schemas.microsoft.com/office/drawing/2014/main" id="{63F2563E-6164-0069-DE80-C2835145E29A}"/>
                  </a:ext>
                </a:extLst>
              </p:cNvPr>
              <p:cNvSpPr/>
              <p:nvPr/>
            </p:nvSpPr>
            <p:spPr>
              <a:xfrm>
                <a:off x="6738672" y="5373730"/>
                <a:ext cx="31292" cy="37447"/>
              </a:xfrm>
              <a:custGeom>
                <a:avLst/>
                <a:gdLst/>
                <a:ahLst/>
                <a:cxnLst/>
                <a:rect l="l" t="t" r="r" b="b"/>
                <a:pathLst>
                  <a:path w="544" h="651" extrusionOk="0">
                    <a:moveTo>
                      <a:pt x="0" y="0"/>
                    </a:moveTo>
                    <a:lnTo>
                      <a:pt x="0" y="650"/>
                    </a:lnTo>
                    <a:lnTo>
                      <a:pt x="544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0" name="Google Shape;4230;p40">
              <a:extLst>
                <a:ext uri="{FF2B5EF4-FFF2-40B4-BE49-F238E27FC236}">
                  <a16:creationId xmlns:a16="http://schemas.microsoft.com/office/drawing/2014/main" id="{017521C6-42FC-1605-41B6-A0B3C76B7050}"/>
                </a:ext>
              </a:extLst>
            </p:cNvPr>
            <p:cNvGrpSpPr/>
            <p:nvPr/>
          </p:nvGrpSpPr>
          <p:grpSpPr>
            <a:xfrm>
              <a:off x="6258930" y="813427"/>
              <a:ext cx="642501" cy="606585"/>
              <a:chOff x="-4345070" y="3726402"/>
              <a:chExt cx="642501" cy="606585"/>
            </a:xfrm>
          </p:grpSpPr>
          <p:sp>
            <p:nvSpPr>
              <p:cNvPr id="4231" name="Google Shape;4231;p40">
                <a:extLst>
                  <a:ext uri="{FF2B5EF4-FFF2-40B4-BE49-F238E27FC236}">
                    <a16:creationId xmlns:a16="http://schemas.microsoft.com/office/drawing/2014/main" id="{25F55371-AA96-82AB-5A83-57287DC924AD}"/>
                  </a:ext>
                </a:extLst>
              </p:cNvPr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40">
                <a:extLst>
                  <a:ext uri="{FF2B5EF4-FFF2-40B4-BE49-F238E27FC236}">
                    <a16:creationId xmlns:a16="http://schemas.microsoft.com/office/drawing/2014/main" id="{1A9C9427-0972-3D38-6314-5A177DD5630D}"/>
                  </a:ext>
                </a:extLst>
              </p:cNvPr>
              <p:cNvSpPr/>
              <p:nvPr/>
            </p:nvSpPr>
            <p:spPr>
              <a:xfrm>
                <a:off x="-4261358" y="3726402"/>
                <a:ext cx="504915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40">
                <a:extLst>
                  <a:ext uri="{FF2B5EF4-FFF2-40B4-BE49-F238E27FC236}">
                    <a16:creationId xmlns:a16="http://schemas.microsoft.com/office/drawing/2014/main" id="{4177C349-D8D3-63AD-8B0D-10BAF3419EBA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40">
                <a:extLst>
                  <a:ext uri="{FF2B5EF4-FFF2-40B4-BE49-F238E27FC236}">
                    <a16:creationId xmlns:a16="http://schemas.microsoft.com/office/drawing/2014/main" id="{BD0D2047-2F1F-A0E8-FBCF-05509FBF39A2}"/>
                  </a:ext>
                </a:extLst>
              </p:cNvPr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40">
                <a:extLst>
                  <a:ext uri="{FF2B5EF4-FFF2-40B4-BE49-F238E27FC236}">
                    <a16:creationId xmlns:a16="http://schemas.microsoft.com/office/drawing/2014/main" id="{B29CC98A-BF77-1A43-D4DA-2630DAB5F88D}"/>
                  </a:ext>
                </a:extLst>
              </p:cNvPr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40">
                <a:extLst>
                  <a:ext uri="{FF2B5EF4-FFF2-40B4-BE49-F238E27FC236}">
                    <a16:creationId xmlns:a16="http://schemas.microsoft.com/office/drawing/2014/main" id="{6E62ED7B-1229-03A3-F5C6-0C3F7AFCEE48}"/>
                  </a:ext>
                </a:extLst>
              </p:cNvPr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40">
                <a:extLst>
                  <a:ext uri="{FF2B5EF4-FFF2-40B4-BE49-F238E27FC236}">
                    <a16:creationId xmlns:a16="http://schemas.microsoft.com/office/drawing/2014/main" id="{1D4B55AD-14D9-DC10-69D6-C27E6F4BD17E}"/>
                  </a:ext>
                </a:extLst>
              </p:cNvPr>
              <p:cNvSpPr/>
              <p:nvPr/>
            </p:nvSpPr>
            <p:spPr>
              <a:xfrm>
                <a:off x="-4262876" y="3728173"/>
                <a:ext cx="204723" cy="23873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40">
                <a:extLst>
                  <a:ext uri="{FF2B5EF4-FFF2-40B4-BE49-F238E27FC236}">
                    <a16:creationId xmlns:a16="http://schemas.microsoft.com/office/drawing/2014/main" id="{C86EE501-66AF-4B92-CD02-194BBF719FEA}"/>
                  </a:ext>
                </a:extLst>
              </p:cNvPr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40">
                <a:extLst>
                  <a:ext uri="{FF2B5EF4-FFF2-40B4-BE49-F238E27FC236}">
                    <a16:creationId xmlns:a16="http://schemas.microsoft.com/office/drawing/2014/main" id="{6EFDB749-A194-2DF1-3524-EA5E988BEE38}"/>
                  </a:ext>
                </a:extLst>
              </p:cNvPr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40">
                <a:extLst>
                  <a:ext uri="{FF2B5EF4-FFF2-40B4-BE49-F238E27FC236}">
                    <a16:creationId xmlns:a16="http://schemas.microsoft.com/office/drawing/2014/main" id="{DDED6442-5E86-FD49-EB2F-B383FC6453F3}"/>
                  </a:ext>
                </a:extLst>
              </p:cNvPr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40">
                <a:extLst>
                  <a:ext uri="{FF2B5EF4-FFF2-40B4-BE49-F238E27FC236}">
                    <a16:creationId xmlns:a16="http://schemas.microsoft.com/office/drawing/2014/main" id="{19E8A9C2-A824-0259-CD9C-74256B488AE6}"/>
                  </a:ext>
                </a:extLst>
              </p:cNvPr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40">
                <a:extLst>
                  <a:ext uri="{FF2B5EF4-FFF2-40B4-BE49-F238E27FC236}">
                    <a16:creationId xmlns:a16="http://schemas.microsoft.com/office/drawing/2014/main" id="{276DB571-3EE4-AA46-7EFC-E6696BFA9A7A}"/>
                  </a:ext>
                </a:extLst>
              </p:cNvPr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40">
                <a:extLst>
                  <a:ext uri="{FF2B5EF4-FFF2-40B4-BE49-F238E27FC236}">
                    <a16:creationId xmlns:a16="http://schemas.microsoft.com/office/drawing/2014/main" id="{AD29BD6A-C592-F3D5-FF86-814F9ED4E1C7}"/>
                  </a:ext>
                </a:extLst>
              </p:cNvPr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4" name="Google Shape;4244;p40">
              <a:extLst>
                <a:ext uri="{FF2B5EF4-FFF2-40B4-BE49-F238E27FC236}">
                  <a16:creationId xmlns:a16="http://schemas.microsoft.com/office/drawing/2014/main" id="{72AFE0F8-CB51-302D-4426-CDAC8F0078B4}"/>
                </a:ext>
              </a:extLst>
            </p:cNvPr>
            <p:cNvGrpSpPr/>
            <p:nvPr/>
          </p:nvGrpSpPr>
          <p:grpSpPr>
            <a:xfrm>
              <a:off x="7730346" y="1216362"/>
              <a:ext cx="491637" cy="986062"/>
              <a:chOff x="4225370" y="-782119"/>
              <a:chExt cx="299250" cy="600196"/>
            </a:xfrm>
          </p:grpSpPr>
          <p:sp>
            <p:nvSpPr>
              <p:cNvPr id="4245" name="Google Shape;4245;p40">
                <a:extLst>
                  <a:ext uri="{FF2B5EF4-FFF2-40B4-BE49-F238E27FC236}">
                    <a16:creationId xmlns:a16="http://schemas.microsoft.com/office/drawing/2014/main" id="{A545BF4D-9E8E-BC81-7E95-3D8CA452C9DB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40">
                <a:extLst>
                  <a:ext uri="{FF2B5EF4-FFF2-40B4-BE49-F238E27FC236}">
                    <a16:creationId xmlns:a16="http://schemas.microsoft.com/office/drawing/2014/main" id="{833EC091-15B4-21A1-7438-3C8979C6D295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40">
                <a:extLst>
                  <a:ext uri="{FF2B5EF4-FFF2-40B4-BE49-F238E27FC236}">
                    <a16:creationId xmlns:a16="http://schemas.microsoft.com/office/drawing/2014/main" id="{18B9A42A-38E2-D1C4-3AF5-D8BEEC0F29A8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40">
                <a:extLst>
                  <a:ext uri="{FF2B5EF4-FFF2-40B4-BE49-F238E27FC236}">
                    <a16:creationId xmlns:a16="http://schemas.microsoft.com/office/drawing/2014/main" id="{699967D4-13D9-76FB-F17F-A641C08A24C1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40">
                <a:extLst>
                  <a:ext uri="{FF2B5EF4-FFF2-40B4-BE49-F238E27FC236}">
                    <a16:creationId xmlns:a16="http://schemas.microsoft.com/office/drawing/2014/main" id="{875C461A-9018-3781-06CA-41495BC9AB6C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40">
                <a:extLst>
                  <a:ext uri="{FF2B5EF4-FFF2-40B4-BE49-F238E27FC236}">
                    <a16:creationId xmlns:a16="http://schemas.microsoft.com/office/drawing/2014/main" id="{DD03B3FE-98A5-A724-E110-5F11F9839EEB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40">
                <a:extLst>
                  <a:ext uri="{FF2B5EF4-FFF2-40B4-BE49-F238E27FC236}">
                    <a16:creationId xmlns:a16="http://schemas.microsoft.com/office/drawing/2014/main" id="{3036294C-0D49-7A57-29C5-433F4CF6A950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40">
                <a:extLst>
                  <a:ext uri="{FF2B5EF4-FFF2-40B4-BE49-F238E27FC236}">
                    <a16:creationId xmlns:a16="http://schemas.microsoft.com/office/drawing/2014/main" id="{04C938B4-D704-AB22-5A32-CA84F20D86C2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40">
                <a:extLst>
                  <a:ext uri="{FF2B5EF4-FFF2-40B4-BE49-F238E27FC236}">
                    <a16:creationId xmlns:a16="http://schemas.microsoft.com/office/drawing/2014/main" id="{BBB32F67-E64F-AB49-46FA-B44D6B4CF27A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40">
                <a:extLst>
                  <a:ext uri="{FF2B5EF4-FFF2-40B4-BE49-F238E27FC236}">
                    <a16:creationId xmlns:a16="http://schemas.microsoft.com/office/drawing/2014/main" id="{1A3A85D1-442F-3808-571F-B761D6743FF3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40">
                <a:extLst>
                  <a:ext uri="{FF2B5EF4-FFF2-40B4-BE49-F238E27FC236}">
                    <a16:creationId xmlns:a16="http://schemas.microsoft.com/office/drawing/2014/main" id="{1016339A-17B4-D3C0-4CB5-B5044230EE9A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40">
                <a:extLst>
                  <a:ext uri="{FF2B5EF4-FFF2-40B4-BE49-F238E27FC236}">
                    <a16:creationId xmlns:a16="http://schemas.microsoft.com/office/drawing/2014/main" id="{8B35110E-16B5-C8F0-D617-F44CAC6B2935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7" name="Google Shape;4257;p40">
              <a:extLst>
                <a:ext uri="{FF2B5EF4-FFF2-40B4-BE49-F238E27FC236}">
                  <a16:creationId xmlns:a16="http://schemas.microsoft.com/office/drawing/2014/main" id="{1E14E5C7-F2CA-3647-3CCE-4B7BC1D9A619}"/>
                </a:ext>
              </a:extLst>
            </p:cNvPr>
            <p:cNvGrpSpPr/>
            <p:nvPr/>
          </p:nvGrpSpPr>
          <p:grpSpPr>
            <a:xfrm>
              <a:off x="5954623" y="2724050"/>
              <a:ext cx="373850" cy="899213"/>
              <a:chOff x="10985382" y="-7411116"/>
              <a:chExt cx="815553" cy="1961633"/>
            </a:xfrm>
          </p:grpSpPr>
          <p:sp>
            <p:nvSpPr>
              <p:cNvPr id="4258" name="Google Shape;4258;p40">
                <a:extLst>
                  <a:ext uri="{FF2B5EF4-FFF2-40B4-BE49-F238E27FC236}">
                    <a16:creationId xmlns:a16="http://schemas.microsoft.com/office/drawing/2014/main" id="{3B04063C-7419-9C2B-4B43-5B7FA28F92F4}"/>
                  </a:ext>
                </a:extLst>
              </p:cNvPr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40">
                <a:extLst>
                  <a:ext uri="{FF2B5EF4-FFF2-40B4-BE49-F238E27FC236}">
                    <a16:creationId xmlns:a16="http://schemas.microsoft.com/office/drawing/2014/main" id="{446930B1-0A28-D54C-2D20-CBF1C0CAAAEC}"/>
                  </a:ext>
                </a:extLst>
              </p:cNvPr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40">
                <a:extLst>
                  <a:ext uri="{FF2B5EF4-FFF2-40B4-BE49-F238E27FC236}">
                    <a16:creationId xmlns:a16="http://schemas.microsoft.com/office/drawing/2014/main" id="{F25E331A-568D-9E4D-14E2-036D88E09ED4}"/>
                  </a:ext>
                </a:extLst>
              </p:cNvPr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40">
                <a:extLst>
                  <a:ext uri="{FF2B5EF4-FFF2-40B4-BE49-F238E27FC236}">
                    <a16:creationId xmlns:a16="http://schemas.microsoft.com/office/drawing/2014/main" id="{2524AB6E-6BA4-E11D-8B88-D880B588CA67}"/>
                  </a:ext>
                </a:extLst>
              </p:cNvPr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40">
                <a:extLst>
                  <a:ext uri="{FF2B5EF4-FFF2-40B4-BE49-F238E27FC236}">
                    <a16:creationId xmlns:a16="http://schemas.microsoft.com/office/drawing/2014/main" id="{1C47A53C-B4F4-126E-3DB5-AA27C27BE62D}"/>
                  </a:ext>
                </a:extLst>
              </p:cNvPr>
              <p:cNvSpPr/>
              <p:nvPr/>
            </p:nvSpPr>
            <p:spPr>
              <a:xfrm>
                <a:off x="11098342" y="-6411694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40">
                <a:extLst>
                  <a:ext uri="{FF2B5EF4-FFF2-40B4-BE49-F238E27FC236}">
                    <a16:creationId xmlns:a16="http://schemas.microsoft.com/office/drawing/2014/main" id="{BBEAC1FB-3251-A259-9516-6F8F3B24ABDD}"/>
                  </a:ext>
                </a:extLst>
              </p:cNvPr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40">
                <a:extLst>
                  <a:ext uri="{FF2B5EF4-FFF2-40B4-BE49-F238E27FC236}">
                    <a16:creationId xmlns:a16="http://schemas.microsoft.com/office/drawing/2014/main" id="{6567D85F-6EC9-AE73-D365-FDC4217A824F}"/>
                  </a:ext>
                </a:extLst>
              </p:cNvPr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40">
                <a:extLst>
                  <a:ext uri="{FF2B5EF4-FFF2-40B4-BE49-F238E27FC236}">
                    <a16:creationId xmlns:a16="http://schemas.microsoft.com/office/drawing/2014/main" id="{E812401E-67F6-54A0-853A-5A0D306485E6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40">
                <a:extLst>
                  <a:ext uri="{FF2B5EF4-FFF2-40B4-BE49-F238E27FC236}">
                    <a16:creationId xmlns:a16="http://schemas.microsoft.com/office/drawing/2014/main" id="{5DB23016-E0EA-342B-CCC7-D4B6EC57A2EC}"/>
                  </a:ext>
                </a:extLst>
              </p:cNvPr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40">
                <a:extLst>
                  <a:ext uri="{FF2B5EF4-FFF2-40B4-BE49-F238E27FC236}">
                    <a16:creationId xmlns:a16="http://schemas.microsoft.com/office/drawing/2014/main" id="{CD86A361-8C54-69D9-B87A-33EE2C6B5321}"/>
                  </a:ext>
                </a:extLst>
              </p:cNvPr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40">
                <a:extLst>
                  <a:ext uri="{FF2B5EF4-FFF2-40B4-BE49-F238E27FC236}">
                    <a16:creationId xmlns:a16="http://schemas.microsoft.com/office/drawing/2014/main" id="{3C1A259A-7DD9-2212-3DBE-9003FE430DAF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40">
                <a:extLst>
                  <a:ext uri="{FF2B5EF4-FFF2-40B4-BE49-F238E27FC236}">
                    <a16:creationId xmlns:a16="http://schemas.microsoft.com/office/drawing/2014/main" id="{73C02111-0867-C7CC-A4F3-5AA031814E9D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40">
                <a:extLst>
                  <a:ext uri="{FF2B5EF4-FFF2-40B4-BE49-F238E27FC236}">
                    <a16:creationId xmlns:a16="http://schemas.microsoft.com/office/drawing/2014/main" id="{EBB12D2B-6C47-C031-9EEE-8CC0500318CD}"/>
                  </a:ext>
                </a:extLst>
              </p:cNvPr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40">
                <a:extLst>
                  <a:ext uri="{FF2B5EF4-FFF2-40B4-BE49-F238E27FC236}">
                    <a16:creationId xmlns:a16="http://schemas.microsoft.com/office/drawing/2014/main" id="{3EB3DFF4-C8F7-94E0-9854-46D2238F2099}"/>
                  </a:ext>
                </a:extLst>
              </p:cNvPr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40">
                <a:extLst>
                  <a:ext uri="{FF2B5EF4-FFF2-40B4-BE49-F238E27FC236}">
                    <a16:creationId xmlns:a16="http://schemas.microsoft.com/office/drawing/2014/main" id="{4EADACD1-263F-BACC-543A-30F2DBCC6202}"/>
                  </a:ext>
                </a:extLst>
              </p:cNvPr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40">
                <a:extLst>
                  <a:ext uri="{FF2B5EF4-FFF2-40B4-BE49-F238E27FC236}">
                    <a16:creationId xmlns:a16="http://schemas.microsoft.com/office/drawing/2014/main" id="{EC18332E-04CB-3AAD-8BF5-4BD9E0DA2698}"/>
                  </a:ext>
                </a:extLst>
              </p:cNvPr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40">
                <a:extLst>
                  <a:ext uri="{FF2B5EF4-FFF2-40B4-BE49-F238E27FC236}">
                    <a16:creationId xmlns:a16="http://schemas.microsoft.com/office/drawing/2014/main" id="{ABDD015B-42AB-8151-E1E5-30680E59DF32}"/>
                  </a:ext>
                </a:extLst>
              </p:cNvPr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5" name="Google Shape;4275;p40">
              <a:extLst>
                <a:ext uri="{FF2B5EF4-FFF2-40B4-BE49-F238E27FC236}">
                  <a16:creationId xmlns:a16="http://schemas.microsoft.com/office/drawing/2014/main" id="{0FD9CF80-512F-ED74-9DB7-6AE12CAFCBA1}"/>
                </a:ext>
              </a:extLst>
            </p:cNvPr>
            <p:cNvGrpSpPr/>
            <p:nvPr/>
          </p:nvGrpSpPr>
          <p:grpSpPr>
            <a:xfrm>
              <a:off x="7527910" y="2799450"/>
              <a:ext cx="301969" cy="562336"/>
              <a:chOff x="7686885" y="2546950"/>
              <a:chExt cx="301969" cy="562336"/>
            </a:xfrm>
          </p:grpSpPr>
          <p:sp>
            <p:nvSpPr>
              <p:cNvPr id="4276" name="Google Shape;4276;p40">
                <a:extLst>
                  <a:ext uri="{FF2B5EF4-FFF2-40B4-BE49-F238E27FC236}">
                    <a16:creationId xmlns:a16="http://schemas.microsoft.com/office/drawing/2014/main" id="{11144241-49FB-EBC6-55B9-A21C04B96A7F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40">
                <a:extLst>
                  <a:ext uri="{FF2B5EF4-FFF2-40B4-BE49-F238E27FC236}">
                    <a16:creationId xmlns:a16="http://schemas.microsoft.com/office/drawing/2014/main" id="{D763FF85-622D-4284-50CF-D8F00645EDFC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40">
                <a:extLst>
                  <a:ext uri="{FF2B5EF4-FFF2-40B4-BE49-F238E27FC236}">
                    <a16:creationId xmlns:a16="http://schemas.microsoft.com/office/drawing/2014/main" id="{92C9CD76-7C8B-E6E2-B716-F43EBA66FE54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40">
                <a:extLst>
                  <a:ext uri="{FF2B5EF4-FFF2-40B4-BE49-F238E27FC236}">
                    <a16:creationId xmlns:a16="http://schemas.microsoft.com/office/drawing/2014/main" id="{D5F6259B-4E42-2188-CE2D-4A7335BA87D7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40">
                <a:extLst>
                  <a:ext uri="{FF2B5EF4-FFF2-40B4-BE49-F238E27FC236}">
                    <a16:creationId xmlns:a16="http://schemas.microsoft.com/office/drawing/2014/main" id="{780FB710-0AD3-5283-D861-6A3EAD6DFDCA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40">
                <a:extLst>
                  <a:ext uri="{FF2B5EF4-FFF2-40B4-BE49-F238E27FC236}">
                    <a16:creationId xmlns:a16="http://schemas.microsoft.com/office/drawing/2014/main" id="{CC8BA100-957B-9A44-93D4-AB9DCF6BE6B6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40">
                <a:extLst>
                  <a:ext uri="{FF2B5EF4-FFF2-40B4-BE49-F238E27FC236}">
                    <a16:creationId xmlns:a16="http://schemas.microsoft.com/office/drawing/2014/main" id="{D3BB1971-08E2-B07C-7C90-1695B285DFE2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40">
                <a:extLst>
                  <a:ext uri="{FF2B5EF4-FFF2-40B4-BE49-F238E27FC236}">
                    <a16:creationId xmlns:a16="http://schemas.microsoft.com/office/drawing/2014/main" id="{0995978C-9478-C131-6CF5-DD9D023ACE32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40">
                <a:extLst>
                  <a:ext uri="{FF2B5EF4-FFF2-40B4-BE49-F238E27FC236}">
                    <a16:creationId xmlns:a16="http://schemas.microsoft.com/office/drawing/2014/main" id="{25261A15-7B47-5543-1436-DE33560C0046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859750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Assemblaggio finale</a:t>
            </a:r>
            <a:endParaRPr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6C3DB58-C9EB-9EA7-B87F-BEE348D4D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589"/>
          <a:stretch>
            <a:fillRect/>
          </a:stretch>
        </p:blipFill>
        <p:spPr>
          <a:xfrm rot="-5400000">
            <a:off x="2922542" y="408028"/>
            <a:ext cx="3298917" cy="477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70565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5">
          <a:extLst>
            <a:ext uri="{FF2B5EF4-FFF2-40B4-BE49-F238E27FC236}">
              <a16:creationId xmlns:a16="http://schemas.microsoft.com/office/drawing/2014/main" id="{CAE95128-62EC-48CF-11AF-342B8027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43">
            <a:extLst>
              <a:ext uri="{FF2B5EF4-FFF2-40B4-BE49-F238E27FC236}">
                <a16:creationId xmlns:a16="http://schemas.microsoft.com/office/drawing/2014/main" id="{D692E37C-A42F-6B33-7977-863D1590E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Funzionamento</a:t>
            </a:r>
            <a:endParaRPr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E73DFCB-FEAC-4B6D-D6DE-24A707E848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7049"/>
          <a:stretch>
            <a:fillRect/>
          </a:stretch>
        </p:blipFill>
        <p:spPr>
          <a:xfrm>
            <a:off x="4297109" y="1207762"/>
            <a:ext cx="3694944" cy="3292239"/>
          </a:xfrm>
          <a:prstGeom prst="rect">
            <a:avLst/>
          </a:prstGeom>
        </p:spPr>
      </p:pic>
      <p:pic>
        <p:nvPicPr>
          <p:cNvPr id="2" name="IMG_4912">
            <a:hlinkClick r:id="" action="ppaction://media"/>
            <a:extLst>
              <a:ext uri="{FF2B5EF4-FFF2-40B4-BE49-F238E27FC236}">
                <a16:creationId xmlns:a16="http://schemas.microsoft.com/office/drawing/2014/main" id="{9B2563D5-2F70-DBFE-23F5-EE0080EC73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21219" y="1108361"/>
            <a:ext cx="1965326" cy="349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Google Shape;3040;p39"/>
          <p:cNvSpPr txBox="1">
            <a:spLocks noGrp="1"/>
          </p:cNvSpPr>
          <p:nvPr>
            <p:ph type="title"/>
          </p:nvPr>
        </p:nvSpPr>
        <p:spPr>
          <a:xfrm>
            <a:off x="4258841" y="1930350"/>
            <a:ext cx="3965700" cy="12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000" dirty="0"/>
              <a:t>Grazie per l’attenzione.</a:t>
            </a:r>
            <a:endParaRPr sz="5000" dirty="0"/>
          </a:p>
        </p:txBody>
      </p:sp>
      <p:grpSp>
        <p:nvGrpSpPr>
          <p:cNvPr id="3042" name="Google Shape;3042;p39"/>
          <p:cNvGrpSpPr/>
          <p:nvPr/>
        </p:nvGrpSpPr>
        <p:grpSpPr>
          <a:xfrm>
            <a:off x="350375" y="389500"/>
            <a:ext cx="3503100" cy="4383600"/>
            <a:chOff x="350375" y="389500"/>
            <a:chExt cx="3503100" cy="4383600"/>
          </a:xfrm>
        </p:grpSpPr>
        <p:grpSp>
          <p:nvGrpSpPr>
            <p:cNvPr id="3043" name="Google Shape;3043;p39"/>
            <p:cNvGrpSpPr/>
            <p:nvPr/>
          </p:nvGrpSpPr>
          <p:grpSpPr>
            <a:xfrm>
              <a:off x="350375" y="389500"/>
              <a:ext cx="3503100" cy="4383600"/>
              <a:chOff x="350375" y="389500"/>
              <a:chExt cx="3503100" cy="4383600"/>
            </a:xfrm>
          </p:grpSpPr>
          <p:sp>
            <p:nvSpPr>
              <p:cNvPr id="3044" name="Google Shape;3044;p39"/>
              <p:cNvSpPr/>
              <p:nvPr/>
            </p:nvSpPr>
            <p:spPr>
              <a:xfrm>
                <a:off x="350375" y="389500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45" name="Google Shape;3045;p39"/>
              <p:cNvGrpSpPr/>
              <p:nvPr/>
            </p:nvGrpSpPr>
            <p:grpSpPr>
              <a:xfrm flipH="1">
                <a:off x="355299" y="394011"/>
                <a:ext cx="3493047" cy="4375061"/>
                <a:chOff x="697175" y="461850"/>
                <a:chExt cx="1672675" cy="2098250"/>
              </a:xfrm>
            </p:grpSpPr>
            <p:sp>
              <p:nvSpPr>
                <p:cNvPr id="3046" name="Google Shape;3046;p39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7" name="Google Shape;3047;p39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8" name="Google Shape;3048;p39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9" name="Google Shape;3049;p39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0" name="Google Shape;3050;p39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1" name="Google Shape;3051;p39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2" name="Google Shape;3052;p39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3" name="Google Shape;3053;p39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4" name="Google Shape;3054;p39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5" name="Google Shape;3055;p39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6" name="Google Shape;3056;p39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7" name="Google Shape;3057;p39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8" name="Google Shape;3058;p39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9" name="Google Shape;3059;p39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0" name="Google Shape;3060;p39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1" name="Google Shape;3061;p39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2" name="Google Shape;3062;p39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3" name="Google Shape;3063;p39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4" name="Google Shape;3064;p39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5" name="Google Shape;3065;p39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6" name="Google Shape;3066;p39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7" name="Google Shape;3067;p39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8" name="Google Shape;3068;p39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9" name="Google Shape;3069;p39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0" name="Google Shape;3070;p39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1" name="Google Shape;3071;p39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2" name="Google Shape;3072;p39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3" name="Google Shape;3073;p39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4" name="Google Shape;3074;p39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5" name="Google Shape;3075;p39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6" name="Google Shape;3076;p39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7" name="Google Shape;3077;p39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8" name="Google Shape;3078;p39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9" name="Google Shape;3079;p39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0" name="Google Shape;3080;p39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1" name="Google Shape;3081;p39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2" name="Google Shape;3082;p39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3" name="Google Shape;3083;p39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4" name="Google Shape;3084;p39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5" name="Google Shape;3085;p39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6" name="Google Shape;3086;p39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7" name="Google Shape;3087;p39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8" name="Google Shape;3088;p39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9" name="Google Shape;3089;p39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0" name="Google Shape;3090;p39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1" name="Google Shape;3091;p39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2" name="Google Shape;3092;p39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3" name="Google Shape;3093;p39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4" name="Google Shape;3094;p39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5" name="Google Shape;3095;p39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6" name="Google Shape;3096;p39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7" name="Google Shape;3097;p39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8" name="Google Shape;3098;p39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9" name="Google Shape;3099;p39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0" name="Google Shape;3100;p39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1" name="Google Shape;3101;p39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2" name="Google Shape;3102;p39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3" name="Google Shape;3103;p39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4" name="Google Shape;3104;p39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5" name="Google Shape;3105;p39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6" name="Google Shape;3106;p39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7" name="Google Shape;3107;p39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8" name="Google Shape;3108;p39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9" name="Google Shape;3109;p39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0" name="Google Shape;3110;p39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1" name="Google Shape;3111;p39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3" name="Google Shape;3113;p39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4" name="Google Shape;3114;p39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5" name="Google Shape;3115;p39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6" name="Google Shape;3116;p39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7" name="Google Shape;3117;p39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8" name="Google Shape;3118;p39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9" name="Google Shape;3119;p39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0" name="Google Shape;3120;p39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1" name="Google Shape;3121;p39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3" name="Google Shape;3123;p39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4" name="Google Shape;3124;p39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5" name="Google Shape;3125;p39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6" name="Google Shape;3126;p39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7" name="Google Shape;3127;p39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8" name="Google Shape;3128;p39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9" name="Google Shape;3129;p39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0" name="Google Shape;3130;p39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1" name="Google Shape;3131;p39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3" name="Google Shape;3133;p39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4" name="Google Shape;3134;p39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5" name="Google Shape;3135;p39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6" name="Google Shape;3136;p39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7" name="Google Shape;3137;p39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8" name="Google Shape;3138;p39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9" name="Google Shape;3139;p39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0" name="Google Shape;3140;p39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1" name="Google Shape;3141;p39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2" name="Google Shape;3142;p39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3" name="Google Shape;3143;p39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4" name="Google Shape;3144;p39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5" name="Google Shape;3145;p39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6" name="Google Shape;3146;p39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7" name="Google Shape;3147;p39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8" name="Google Shape;3148;p39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9" name="Google Shape;3149;p39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0" name="Google Shape;3150;p39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1" name="Google Shape;3151;p39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2" name="Google Shape;3152;p39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3" name="Google Shape;3153;p39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5" name="Google Shape;3155;p39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6" name="Google Shape;3156;p39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7" name="Google Shape;3157;p39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8" name="Google Shape;3158;p39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9" name="Google Shape;3159;p39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0" name="Google Shape;3160;p39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1" name="Google Shape;3161;p39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2" name="Google Shape;3162;p39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3" name="Google Shape;3163;p39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5" name="Google Shape;3165;p39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6" name="Google Shape;3166;p39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7" name="Google Shape;3167;p39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8" name="Google Shape;3168;p39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9" name="Google Shape;3169;p39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0" name="Google Shape;3170;p39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1" name="Google Shape;3171;p39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2" name="Google Shape;3172;p39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3" name="Google Shape;3173;p39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5" name="Google Shape;3175;p39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6" name="Google Shape;3176;p39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7" name="Google Shape;3177;p39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8" name="Google Shape;3178;p39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9" name="Google Shape;3179;p39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0" name="Google Shape;3180;p39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1" name="Google Shape;3181;p39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2" name="Google Shape;3182;p39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3" name="Google Shape;3183;p39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4" name="Google Shape;3184;p39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6" name="Google Shape;3186;p39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7" name="Google Shape;3187;p39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8" name="Google Shape;3188;p39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9" name="Google Shape;3189;p39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0" name="Google Shape;3190;p39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1" name="Google Shape;3191;p39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2" name="Google Shape;3192;p39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3" name="Google Shape;3193;p39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4" name="Google Shape;3194;p39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6" name="Google Shape;3196;p39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7" name="Google Shape;3197;p39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8" name="Google Shape;3198;p39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9" name="Google Shape;3199;p39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0" name="Google Shape;3200;p39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1" name="Google Shape;3201;p39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2" name="Google Shape;3202;p39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3" name="Google Shape;3203;p39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4" name="Google Shape;3204;p39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6" name="Google Shape;3206;p39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7" name="Google Shape;3207;p39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8" name="Google Shape;3208;p39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9" name="Google Shape;3209;p39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0" name="Google Shape;3210;p39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1" name="Google Shape;3211;p39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2" name="Google Shape;3212;p39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3" name="Google Shape;3213;p39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4" name="Google Shape;3214;p39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5" name="Google Shape;3215;p39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6" name="Google Shape;3216;p39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7" name="Google Shape;3217;p39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8" name="Google Shape;3218;p39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9" name="Google Shape;3219;p39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0" name="Google Shape;3220;p39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1" name="Google Shape;3221;p39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2" name="Google Shape;3222;p39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3" name="Google Shape;3223;p39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4" name="Google Shape;3224;p39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5" name="Google Shape;3225;p39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6" name="Google Shape;3226;p39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7" name="Google Shape;3227;p39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8" name="Google Shape;3228;p39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9" name="Google Shape;3229;p39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0" name="Google Shape;3230;p39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1" name="Google Shape;3231;p39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2" name="Google Shape;3232;p39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3" name="Google Shape;3233;p39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4" name="Google Shape;3234;p39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5" name="Google Shape;3235;p39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6" name="Google Shape;3236;p39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7" name="Google Shape;3237;p39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8" name="Google Shape;3238;p39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9" name="Google Shape;3239;p39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0" name="Google Shape;3240;p39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1" name="Google Shape;3241;p39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2" name="Google Shape;3242;p39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3" name="Google Shape;3243;p39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4" name="Google Shape;3244;p39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5" name="Google Shape;3245;p39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6" name="Google Shape;3246;p39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7" name="Google Shape;3247;p39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8" name="Google Shape;3248;p39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9" name="Google Shape;3249;p39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0" name="Google Shape;3250;p39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1" name="Google Shape;3251;p39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2" name="Google Shape;3252;p39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3" name="Google Shape;3253;p39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4" name="Google Shape;3254;p39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5" name="Google Shape;3255;p39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6" name="Google Shape;3256;p39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7" name="Google Shape;3257;p39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8" name="Google Shape;3258;p39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9" name="Google Shape;3259;p39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0" name="Google Shape;3260;p39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1" name="Google Shape;3261;p39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2" name="Google Shape;3262;p39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3" name="Google Shape;3263;p39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4" name="Google Shape;3264;p39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5" name="Google Shape;3265;p39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6" name="Google Shape;3266;p39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7" name="Google Shape;3267;p39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8" name="Google Shape;3268;p39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9" name="Google Shape;3269;p39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0" name="Google Shape;3270;p39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1" name="Google Shape;3271;p39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2" name="Google Shape;3272;p39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3" name="Google Shape;3273;p39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4" name="Google Shape;3274;p39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5" name="Google Shape;3275;p39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6" name="Google Shape;3276;p39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7" name="Google Shape;3277;p39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8" name="Google Shape;3278;p39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9" name="Google Shape;3279;p39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0" name="Google Shape;3280;p39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1" name="Google Shape;3281;p39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2" name="Google Shape;3282;p39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3" name="Google Shape;3283;p39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4" name="Google Shape;3284;p39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5" name="Google Shape;3285;p39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6" name="Google Shape;3286;p39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7" name="Google Shape;3287;p39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8" name="Google Shape;3288;p39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9" name="Google Shape;3289;p39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0" name="Google Shape;3290;p39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1" name="Google Shape;3291;p39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2" name="Google Shape;3292;p39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3" name="Google Shape;3293;p39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4" name="Google Shape;3294;p39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5" name="Google Shape;3295;p39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6" name="Google Shape;3296;p39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7" name="Google Shape;3297;p39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8" name="Google Shape;3298;p39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9" name="Google Shape;3299;p39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0" name="Google Shape;3300;p39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1" name="Google Shape;3301;p39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2" name="Google Shape;3302;p39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3" name="Google Shape;3303;p39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4" name="Google Shape;3304;p39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5" name="Google Shape;3305;p39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6" name="Google Shape;3306;p39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7" name="Google Shape;3307;p39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8" name="Google Shape;3308;p39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9" name="Google Shape;3309;p39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0" name="Google Shape;3310;p39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1" name="Google Shape;3311;p39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2" name="Google Shape;3312;p39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3" name="Google Shape;3313;p39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4" name="Google Shape;3314;p39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5" name="Google Shape;3315;p39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6" name="Google Shape;3316;p39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7" name="Google Shape;3317;p39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8" name="Google Shape;3318;p39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9" name="Google Shape;3319;p39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0" name="Google Shape;3320;p39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1" name="Google Shape;3321;p39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2" name="Google Shape;3322;p39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3" name="Google Shape;3323;p39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4" name="Google Shape;3324;p39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5" name="Google Shape;3325;p39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6" name="Google Shape;3326;p39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7" name="Google Shape;3327;p39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8" name="Google Shape;3328;p39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9" name="Google Shape;3329;p39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30" name="Google Shape;3330;p39"/>
            <p:cNvGrpSpPr/>
            <p:nvPr/>
          </p:nvGrpSpPr>
          <p:grpSpPr>
            <a:xfrm>
              <a:off x="1394080" y="537202"/>
              <a:ext cx="642501" cy="606585"/>
              <a:chOff x="-4345070" y="3726402"/>
              <a:chExt cx="642501" cy="606585"/>
            </a:xfrm>
          </p:grpSpPr>
          <p:sp>
            <p:nvSpPr>
              <p:cNvPr id="3331" name="Google Shape;3331;p39"/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/>
              <p:cNvSpPr/>
              <p:nvPr/>
            </p:nvSpPr>
            <p:spPr>
              <a:xfrm>
                <a:off x="-4261358" y="3726402"/>
                <a:ext cx="504914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/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/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/>
              <p:cNvSpPr/>
              <p:nvPr/>
            </p:nvSpPr>
            <p:spPr>
              <a:xfrm>
                <a:off x="-4262876" y="3728173"/>
                <a:ext cx="204722" cy="238737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/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/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/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/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/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/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4" name="Google Shape;3344;p39"/>
            <p:cNvGrpSpPr/>
            <p:nvPr/>
          </p:nvGrpSpPr>
          <p:grpSpPr>
            <a:xfrm>
              <a:off x="1124471" y="3536662"/>
              <a:ext cx="491637" cy="986062"/>
              <a:chOff x="4225370" y="-782119"/>
              <a:chExt cx="299250" cy="600196"/>
            </a:xfrm>
          </p:grpSpPr>
          <p:sp>
            <p:nvSpPr>
              <p:cNvPr id="3345" name="Google Shape;3345;p39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57" name="Google Shape;3357;p39"/>
            <p:cNvGrpSpPr/>
            <p:nvPr/>
          </p:nvGrpSpPr>
          <p:grpSpPr>
            <a:xfrm>
              <a:off x="2755109" y="710786"/>
              <a:ext cx="629089" cy="1152351"/>
              <a:chOff x="-2845591" y="767936"/>
              <a:chExt cx="629089" cy="1152351"/>
            </a:xfrm>
          </p:grpSpPr>
          <p:sp>
            <p:nvSpPr>
              <p:cNvPr id="3358" name="Google Shape;3358;p39"/>
              <p:cNvSpPr/>
              <p:nvPr/>
            </p:nvSpPr>
            <p:spPr>
              <a:xfrm>
                <a:off x="-2845591" y="1590253"/>
                <a:ext cx="629088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66" y="1"/>
                    </a:moveTo>
                    <a:cubicBezTo>
                      <a:pt x="1890" y="1"/>
                      <a:pt x="1315" y="128"/>
                      <a:pt x="875" y="386"/>
                    </a:cubicBezTo>
                    <a:cubicBezTo>
                      <a:pt x="1" y="882"/>
                      <a:pt x="1" y="1709"/>
                      <a:pt x="887" y="2229"/>
                    </a:cubicBezTo>
                    <a:cubicBezTo>
                      <a:pt x="1335" y="2480"/>
                      <a:pt x="1922" y="2610"/>
                      <a:pt x="2508" y="2610"/>
                    </a:cubicBezTo>
                    <a:cubicBezTo>
                      <a:pt x="3080" y="2610"/>
                      <a:pt x="3650" y="2486"/>
                      <a:pt x="4088" y="2229"/>
                    </a:cubicBezTo>
                    <a:cubicBezTo>
                      <a:pt x="4974" y="1709"/>
                      <a:pt x="4974" y="882"/>
                      <a:pt x="4076" y="386"/>
                    </a:cubicBezTo>
                    <a:cubicBezTo>
                      <a:pt x="3631" y="131"/>
                      <a:pt x="3048" y="1"/>
                      <a:pt x="2466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/>
              <p:cNvSpPr/>
              <p:nvPr/>
            </p:nvSpPr>
            <p:spPr>
              <a:xfrm>
                <a:off x="-2767823" y="1374652"/>
                <a:ext cx="40464" cy="438528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468" extrusionOk="0">
                    <a:moveTo>
                      <a:pt x="0" y="0"/>
                    </a:moveTo>
                    <a:lnTo>
                      <a:pt x="0" y="3391"/>
                    </a:lnTo>
                    <a:cubicBezTo>
                      <a:pt x="0" y="3414"/>
                      <a:pt x="24" y="3426"/>
                      <a:pt x="47" y="3450"/>
                    </a:cubicBezTo>
                    <a:cubicBezTo>
                      <a:pt x="77" y="3461"/>
                      <a:pt x="118" y="3467"/>
                      <a:pt x="160" y="3467"/>
                    </a:cubicBezTo>
                    <a:cubicBezTo>
                      <a:pt x="201" y="3467"/>
                      <a:pt x="242" y="3461"/>
                      <a:pt x="272" y="3450"/>
                    </a:cubicBezTo>
                    <a:cubicBezTo>
                      <a:pt x="295" y="3426"/>
                      <a:pt x="319" y="3402"/>
                      <a:pt x="319" y="3391"/>
                    </a:cubicBez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/>
              <p:cNvSpPr/>
              <p:nvPr/>
            </p:nvSpPr>
            <p:spPr>
              <a:xfrm>
                <a:off x="-2630496" y="1447868"/>
                <a:ext cx="39073" cy="43663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53" extrusionOk="0">
                    <a:moveTo>
                      <a:pt x="1" y="0"/>
                    </a:moveTo>
                    <a:lnTo>
                      <a:pt x="1" y="3367"/>
                    </a:lnTo>
                    <a:cubicBezTo>
                      <a:pt x="1" y="3402"/>
                      <a:pt x="13" y="3414"/>
                      <a:pt x="48" y="3426"/>
                    </a:cubicBezTo>
                    <a:cubicBezTo>
                      <a:pt x="72" y="3444"/>
                      <a:pt x="110" y="3452"/>
                      <a:pt x="150" y="3452"/>
                    </a:cubicBezTo>
                    <a:cubicBezTo>
                      <a:pt x="190" y="3452"/>
                      <a:pt x="231" y="3444"/>
                      <a:pt x="261" y="3426"/>
                    </a:cubicBezTo>
                    <a:cubicBezTo>
                      <a:pt x="296" y="3414"/>
                      <a:pt x="308" y="3379"/>
                      <a:pt x="308" y="3367"/>
                    </a:cubicBez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/>
              <p:cNvSpPr/>
              <p:nvPr/>
            </p:nvSpPr>
            <p:spPr>
              <a:xfrm>
                <a:off x="-2421344" y="1432820"/>
                <a:ext cx="38947" cy="436758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454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403"/>
                      <a:pt x="13" y="3415"/>
                      <a:pt x="36" y="3427"/>
                    </a:cubicBezTo>
                    <a:cubicBezTo>
                      <a:pt x="66" y="3444"/>
                      <a:pt x="107" y="3453"/>
                      <a:pt x="148" y="3453"/>
                    </a:cubicBezTo>
                    <a:cubicBezTo>
                      <a:pt x="190" y="3453"/>
                      <a:pt x="231" y="3444"/>
                      <a:pt x="261" y="3427"/>
                    </a:cubicBezTo>
                    <a:cubicBezTo>
                      <a:pt x="296" y="3415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/>
              <p:cNvSpPr/>
              <p:nvPr/>
            </p:nvSpPr>
            <p:spPr>
              <a:xfrm>
                <a:off x="-2325746" y="1296885"/>
                <a:ext cx="39073" cy="43562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45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391"/>
                      <a:pt x="13" y="3415"/>
                      <a:pt x="36" y="3427"/>
                    </a:cubicBezTo>
                    <a:cubicBezTo>
                      <a:pt x="66" y="3439"/>
                      <a:pt x="107" y="3444"/>
                      <a:pt x="149" y="3444"/>
                    </a:cubicBezTo>
                    <a:cubicBezTo>
                      <a:pt x="190" y="3444"/>
                      <a:pt x="231" y="3439"/>
                      <a:pt x="261" y="3427"/>
                    </a:cubicBezTo>
                    <a:cubicBezTo>
                      <a:pt x="296" y="3403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/>
              <p:cNvSpPr/>
              <p:nvPr/>
            </p:nvSpPr>
            <p:spPr>
              <a:xfrm>
                <a:off x="-2817139" y="921955"/>
                <a:ext cx="572186" cy="815728"/>
              </a:xfrm>
              <a:custGeom>
                <a:avLst/>
                <a:gdLst/>
                <a:ahLst/>
                <a:cxnLst/>
                <a:rect l="l" t="t" r="r" b="b"/>
                <a:pathLst>
                  <a:path w="4525" h="6451" extrusionOk="0">
                    <a:moveTo>
                      <a:pt x="4525" y="1"/>
                    </a:moveTo>
                    <a:lnTo>
                      <a:pt x="3887" y="24"/>
                    </a:lnTo>
                    <a:lnTo>
                      <a:pt x="2268" y="72"/>
                    </a:lnTo>
                    <a:lnTo>
                      <a:pt x="0" y="119"/>
                    </a:lnTo>
                    <a:lnTo>
                      <a:pt x="0" y="5151"/>
                    </a:lnTo>
                    <a:cubicBezTo>
                      <a:pt x="12" y="5317"/>
                      <a:pt x="59" y="5470"/>
                      <a:pt x="178" y="5636"/>
                    </a:cubicBezTo>
                    <a:cubicBezTo>
                      <a:pt x="296" y="5789"/>
                      <a:pt x="461" y="5931"/>
                      <a:pt x="674" y="6061"/>
                    </a:cubicBezTo>
                    <a:cubicBezTo>
                      <a:pt x="1123" y="6321"/>
                      <a:pt x="1701" y="6451"/>
                      <a:pt x="2268" y="6451"/>
                    </a:cubicBezTo>
                    <a:cubicBezTo>
                      <a:pt x="2859" y="6451"/>
                      <a:pt x="3438" y="6321"/>
                      <a:pt x="3887" y="6061"/>
                    </a:cubicBezTo>
                    <a:cubicBezTo>
                      <a:pt x="4324" y="5801"/>
                      <a:pt x="4525" y="5470"/>
                      <a:pt x="4525" y="5139"/>
                    </a:cubicBezTo>
                    <a:lnTo>
                      <a:pt x="4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/>
              <p:cNvSpPr/>
              <p:nvPr/>
            </p:nvSpPr>
            <p:spPr>
              <a:xfrm>
                <a:off x="-2530346" y="923472"/>
                <a:ext cx="204722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/>
              <p:cNvSpPr/>
              <p:nvPr/>
            </p:nvSpPr>
            <p:spPr>
              <a:xfrm>
                <a:off x="-2845591" y="772236"/>
                <a:ext cx="629088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/>
              <p:cNvSpPr/>
              <p:nvPr/>
            </p:nvSpPr>
            <p:spPr>
              <a:xfrm>
                <a:off x="-2529583" y="9277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/>
              <p:cNvSpPr/>
              <p:nvPr/>
            </p:nvSpPr>
            <p:spPr>
              <a:xfrm>
                <a:off x="-2845591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/>
              <p:cNvSpPr/>
              <p:nvPr/>
            </p:nvSpPr>
            <p:spPr>
              <a:xfrm>
                <a:off x="-2800701" y="7679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/>
              <p:cNvSpPr/>
              <p:nvPr/>
            </p:nvSpPr>
            <p:spPr>
              <a:xfrm>
                <a:off x="-2799938" y="7722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/>
              <p:cNvSpPr/>
              <p:nvPr/>
            </p:nvSpPr>
            <p:spPr>
              <a:xfrm>
                <a:off x="-2730520" y="806251"/>
                <a:ext cx="394524" cy="2092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55" extrusionOk="0">
                    <a:moveTo>
                      <a:pt x="1549" y="0"/>
                    </a:moveTo>
                    <a:cubicBezTo>
                      <a:pt x="1220" y="0"/>
                      <a:pt x="892" y="65"/>
                      <a:pt x="627" y="195"/>
                    </a:cubicBezTo>
                    <a:lnTo>
                      <a:pt x="532" y="242"/>
                    </a:lnTo>
                    <a:cubicBezTo>
                      <a:pt x="520" y="254"/>
                      <a:pt x="497" y="278"/>
                      <a:pt x="461" y="290"/>
                    </a:cubicBezTo>
                    <a:cubicBezTo>
                      <a:pt x="0" y="597"/>
                      <a:pt x="0" y="1058"/>
                      <a:pt x="461" y="1365"/>
                    </a:cubicBezTo>
                    <a:lnTo>
                      <a:pt x="556" y="1412"/>
                    </a:lnTo>
                    <a:lnTo>
                      <a:pt x="638" y="1459"/>
                    </a:lnTo>
                    <a:cubicBezTo>
                      <a:pt x="910" y="1589"/>
                      <a:pt x="1244" y="1654"/>
                      <a:pt x="1576" y="1654"/>
                    </a:cubicBezTo>
                    <a:cubicBezTo>
                      <a:pt x="1908" y="1654"/>
                      <a:pt x="2239" y="1589"/>
                      <a:pt x="2505" y="1459"/>
                    </a:cubicBezTo>
                    <a:lnTo>
                      <a:pt x="2588" y="1412"/>
                    </a:lnTo>
                    <a:cubicBezTo>
                      <a:pt x="2623" y="1400"/>
                      <a:pt x="2647" y="1388"/>
                      <a:pt x="2658" y="1365"/>
                    </a:cubicBezTo>
                    <a:cubicBezTo>
                      <a:pt x="3119" y="1058"/>
                      <a:pt x="3119" y="597"/>
                      <a:pt x="2658" y="290"/>
                    </a:cubicBezTo>
                    <a:lnTo>
                      <a:pt x="2576" y="242"/>
                    </a:lnTo>
                    <a:lnTo>
                      <a:pt x="2481" y="195"/>
                    </a:lnTo>
                    <a:cubicBezTo>
                      <a:pt x="2210" y="65"/>
                      <a:pt x="1879" y="0"/>
                      <a:pt x="15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/>
              <p:cNvSpPr/>
              <p:nvPr/>
            </p:nvSpPr>
            <p:spPr>
              <a:xfrm>
                <a:off x="-2669317" y="830909"/>
                <a:ext cx="275029" cy="159959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265" extrusionOk="0">
                    <a:moveTo>
                      <a:pt x="154" y="0"/>
                    </a:moveTo>
                    <a:lnTo>
                      <a:pt x="72" y="47"/>
                    </a:lnTo>
                    <a:cubicBezTo>
                      <a:pt x="60" y="59"/>
                      <a:pt x="24" y="83"/>
                      <a:pt x="1" y="95"/>
                    </a:cubicBezTo>
                    <a:lnTo>
                      <a:pt x="922" y="626"/>
                    </a:lnTo>
                    <a:lnTo>
                      <a:pt x="1088" y="733"/>
                    </a:lnTo>
                    <a:lnTo>
                      <a:pt x="2021" y="1264"/>
                    </a:lnTo>
                    <a:lnTo>
                      <a:pt x="2104" y="1217"/>
                    </a:lnTo>
                    <a:cubicBezTo>
                      <a:pt x="2139" y="1205"/>
                      <a:pt x="2163" y="1193"/>
                      <a:pt x="2174" y="1170"/>
                    </a:cubicBezTo>
                    <a:lnTo>
                      <a:pt x="1253" y="638"/>
                    </a:lnTo>
                    <a:lnTo>
                      <a:pt x="1088" y="532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/>
              <p:cNvSpPr/>
              <p:nvPr/>
            </p:nvSpPr>
            <p:spPr>
              <a:xfrm>
                <a:off x="-2669317" y="832300"/>
                <a:ext cx="278063" cy="158568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254" extrusionOk="0">
                    <a:moveTo>
                      <a:pt x="2021" y="1"/>
                    </a:moveTo>
                    <a:lnTo>
                      <a:pt x="1088" y="533"/>
                    </a:lnTo>
                    <a:lnTo>
                      <a:pt x="922" y="627"/>
                    </a:lnTo>
                    <a:lnTo>
                      <a:pt x="1" y="1159"/>
                    </a:lnTo>
                    <a:lnTo>
                      <a:pt x="84" y="1206"/>
                    </a:lnTo>
                    <a:lnTo>
                      <a:pt x="178" y="1253"/>
                    </a:lnTo>
                    <a:lnTo>
                      <a:pt x="1099" y="722"/>
                    </a:lnTo>
                    <a:lnTo>
                      <a:pt x="1265" y="615"/>
                    </a:lnTo>
                    <a:lnTo>
                      <a:pt x="2198" y="84"/>
                    </a:lnTo>
                    <a:lnTo>
                      <a:pt x="2104" y="36"/>
                    </a:lnTo>
                    <a:lnTo>
                      <a:pt x="2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3" name="Google Shape;3373;p39"/>
            <p:cNvGrpSpPr/>
            <p:nvPr/>
          </p:nvGrpSpPr>
          <p:grpSpPr>
            <a:xfrm>
              <a:off x="1029975" y="1206077"/>
              <a:ext cx="364099" cy="822618"/>
              <a:chOff x="-4142100" y="577427"/>
              <a:chExt cx="364099" cy="822618"/>
            </a:xfrm>
          </p:grpSpPr>
          <p:sp>
            <p:nvSpPr>
              <p:cNvPr id="3374" name="Google Shape;3374;p39"/>
              <p:cNvSpPr/>
              <p:nvPr/>
            </p:nvSpPr>
            <p:spPr>
              <a:xfrm>
                <a:off x="-4015954" y="1244078"/>
                <a:ext cx="10906" cy="15596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/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/>
              <p:cNvSpPr/>
              <p:nvPr/>
            </p:nvSpPr>
            <p:spPr>
              <a:xfrm>
                <a:off x="-4015954" y="1219825"/>
                <a:ext cx="10906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/>
              <p:cNvSpPr/>
              <p:nvPr/>
            </p:nvSpPr>
            <p:spPr>
              <a:xfrm>
                <a:off x="-4005124" y="1216164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/>
              <p:cNvSpPr/>
              <p:nvPr/>
            </p:nvSpPr>
            <p:spPr>
              <a:xfrm>
                <a:off x="-4015954" y="1210749"/>
                <a:ext cx="24405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/>
              <p:cNvSpPr/>
              <p:nvPr/>
            </p:nvSpPr>
            <p:spPr>
              <a:xfrm>
                <a:off x="-4030369" y="1054936"/>
                <a:ext cx="53234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/>
              <p:cNvSpPr/>
              <p:nvPr/>
            </p:nvSpPr>
            <p:spPr>
              <a:xfrm>
                <a:off x="-4030369" y="1080104"/>
                <a:ext cx="9991" cy="16862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/>
              <p:cNvSpPr/>
              <p:nvPr/>
            </p:nvSpPr>
            <p:spPr>
              <a:xfrm>
                <a:off x="-4021369" y="1061189"/>
                <a:ext cx="44235" cy="18929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/>
              <p:cNvSpPr/>
              <p:nvPr/>
            </p:nvSpPr>
            <p:spPr>
              <a:xfrm>
                <a:off x="-3915053" y="1187335"/>
                <a:ext cx="9991" cy="15505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/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/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/>
              <p:cNvSpPr/>
              <p:nvPr/>
            </p:nvSpPr>
            <p:spPr>
              <a:xfrm>
                <a:off x="-3905977" y="1158506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/>
              <p:cNvSpPr/>
              <p:nvPr/>
            </p:nvSpPr>
            <p:spPr>
              <a:xfrm>
                <a:off x="-3915053" y="1153091"/>
                <a:ext cx="23566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/>
              <p:cNvSpPr/>
              <p:nvPr/>
            </p:nvSpPr>
            <p:spPr>
              <a:xfrm>
                <a:off x="-3931221" y="998117"/>
                <a:ext cx="53234" cy="2982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/>
              <p:cNvSpPr/>
              <p:nvPr/>
            </p:nvSpPr>
            <p:spPr>
              <a:xfrm>
                <a:off x="-3931221" y="1022446"/>
                <a:ext cx="9991" cy="16771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/>
              <p:cNvSpPr/>
              <p:nvPr/>
            </p:nvSpPr>
            <p:spPr>
              <a:xfrm>
                <a:off x="-3921307" y="1003532"/>
                <a:ext cx="44235" cy="18929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/>
              <p:cNvSpPr/>
              <p:nvPr/>
            </p:nvSpPr>
            <p:spPr>
              <a:xfrm>
                <a:off x="-3828566" y="1135092"/>
                <a:ext cx="10906" cy="15688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/>
              <p:cNvSpPr/>
              <p:nvPr/>
            </p:nvSpPr>
            <p:spPr>
              <a:xfrm>
                <a:off x="-3814151" y="1102679"/>
                <a:ext cx="9152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/>
              <p:cNvSpPr/>
              <p:nvPr/>
            </p:nvSpPr>
            <p:spPr>
              <a:xfrm>
                <a:off x="-3828566" y="1110763"/>
                <a:ext cx="9991" cy="2982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/>
              <p:cNvSpPr/>
              <p:nvPr/>
            </p:nvSpPr>
            <p:spPr>
              <a:xfrm>
                <a:off x="-3818651" y="1108094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39"/>
              <p:cNvSpPr/>
              <p:nvPr/>
            </p:nvSpPr>
            <p:spPr>
              <a:xfrm>
                <a:off x="-3828566" y="1102679"/>
                <a:ext cx="23566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39"/>
              <p:cNvSpPr/>
              <p:nvPr/>
            </p:nvSpPr>
            <p:spPr>
              <a:xfrm>
                <a:off x="-3842980" y="946789"/>
                <a:ext cx="52395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/>
              <p:cNvSpPr/>
              <p:nvPr/>
            </p:nvSpPr>
            <p:spPr>
              <a:xfrm>
                <a:off x="-3842980" y="972033"/>
                <a:ext cx="9991" cy="16763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/>
              <p:cNvSpPr/>
              <p:nvPr/>
            </p:nvSpPr>
            <p:spPr>
              <a:xfrm>
                <a:off x="-3833066" y="953119"/>
                <a:ext cx="42481" cy="187464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/>
              <p:cNvSpPr/>
              <p:nvPr/>
            </p:nvSpPr>
            <p:spPr>
              <a:xfrm>
                <a:off x="-4142100" y="829642"/>
                <a:ext cx="85724" cy="368598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/>
              <p:cNvSpPr/>
              <p:nvPr/>
            </p:nvSpPr>
            <p:spPr>
              <a:xfrm>
                <a:off x="-4110525" y="847718"/>
                <a:ext cx="16321" cy="32802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/>
              <p:cNvSpPr/>
              <p:nvPr/>
            </p:nvSpPr>
            <p:spPr>
              <a:xfrm>
                <a:off x="-4142100" y="669329"/>
                <a:ext cx="363183" cy="209048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/>
              <p:cNvSpPr/>
              <p:nvPr/>
            </p:nvSpPr>
            <p:spPr>
              <a:xfrm>
                <a:off x="-4110525" y="688243"/>
                <a:ext cx="294696" cy="168550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/>
              <p:cNvSpPr/>
              <p:nvPr/>
            </p:nvSpPr>
            <p:spPr>
              <a:xfrm>
                <a:off x="-4057367" y="718826"/>
                <a:ext cx="279366" cy="479414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/>
              <p:cNvSpPr/>
              <p:nvPr/>
            </p:nvSpPr>
            <p:spPr>
              <a:xfrm>
                <a:off x="-4049283" y="716157"/>
                <a:ext cx="59565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/>
              <p:cNvSpPr/>
              <p:nvPr/>
            </p:nvSpPr>
            <p:spPr>
              <a:xfrm>
                <a:off x="-4142100" y="577427"/>
                <a:ext cx="152381" cy="169465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/>
              <p:cNvSpPr/>
              <p:nvPr/>
            </p:nvSpPr>
            <p:spPr>
              <a:xfrm>
                <a:off x="-4142100" y="739571"/>
                <a:ext cx="13652" cy="9830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/>
              <p:cNvSpPr/>
              <p:nvPr/>
            </p:nvSpPr>
            <p:spPr>
              <a:xfrm>
                <a:off x="-4128524" y="584596"/>
                <a:ext cx="278451" cy="252367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/>
              <p:cNvSpPr/>
              <p:nvPr/>
            </p:nvSpPr>
            <p:spPr>
              <a:xfrm>
                <a:off x="-4022208" y="778315"/>
                <a:ext cx="209048" cy="149636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/>
              <p:cNvSpPr/>
              <p:nvPr/>
            </p:nvSpPr>
            <p:spPr>
              <a:xfrm>
                <a:off x="-4022208" y="829642"/>
                <a:ext cx="209048" cy="150551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/>
              <p:cNvSpPr/>
              <p:nvPr/>
            </p:nvSpPr>
            <p:spPr>
              <a:xfrm>
                <a:off x="-4022208" y="882801"/>
                <a:ext cx="209048" cy="149636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19" name="Google Shape;3419;p39"/>
            <p:cNvGrpSpPr/>
            <p:nvPr/>
          </p:nvGrpSpPr>
          <p:grpSpPr>
            <a:xfrm>
              <a:off x="1124485" y="1990330"/>
              <a:ext cx="1791330" cy="1162830"/>
              <a:chOff x="-4004340" y="2465518"/>
              <a:chExt cx="1791330" cy="1162830"/>
            </a:xfrm>
          </p:grpSpPr>
          <p:sp>
            <p:nvSpPr>
              <p:cNvPr id="3420" name="Google Shape;3420;p39"/>
              <p:cNvSpPr/>
              <p:nvPr/>
            </p:nvSpPr>
            <p:spPr>
              <a:xfrm>
                <a:off x="-3238869" y="3540443"/>
                <a:ext cx="296385" cy="76121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686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2671" y="68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/>
              <p:cNvSpPr/>
              <p:nvPr/>
            </p:nvSpPr>
            <p:spPr>
              <a:xfrm>
                <a:off x="-2741963" y="2725067"/>
                <a:ext cx="14536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130" y="130"/>
                    </a:lnTo>
                    <a:lnTo>
                      <a:pt x="130" y="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/>
              <p:cNvSpPr/>
              <p:nvPr/>
            </p:nvSpPr>
            <p:spPr>
              <a:xfrm>
                <a:off x="-3461689" y="2727730"/>
                <a:ext cx="14536" cy="1575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42" extrusionOk="0">
                    <a:moveTo>
                      <a:pt x="131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31" y="4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/>
              <p:cNvSpPr/>
              <p:nvPr/>
            </p:nvSpPr>
            <p:spPr>
              <a:xfrm>
                <a:off x="-2942590" y="3124876"/>
                <a:ext cx="714504" cy="491686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431" extrusionOk="0">
                    <a:moveTo>
                      <a:pt x="6439" y="0"/>
                    </a:moveTo>
                    <a:lnTo>
                      <a:pt x="1" y="3745"/>
                    </a:lnTo>
                    <a:lnTo>
                      <a:pt x="1" y="4430"/>
                    </a:lnTo>
                    <a:lnTo>
                      <a:pt x="6439" y="697"/>
                    </a:lnTo>
                    <a:lnTo>
                      <a:pt x="6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/>
              <p:cNvSpPr/>
              <p:nvPr/>
            </p:nvSpPr>
            <p:spPr>
              <a:xfrm>
                <a:off x="-3958484" y="3126208"/>
                <a:ext cx="719719" cy="490354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419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6486" y="4418"/>
                    </a:lnTo>
                    <a:lnTo>
                      <a:pt x="6486" y="373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/>
              <p:cNvSpPr/>
              <p:nvPr/>
            </p:nvSpPr>
            <p:spPr>
              <a:xfrm>
                <a:off x="-3958484" y="2537645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4"/>
                    </a:lnTo>
                    <a:lnTo>
                      <a:pt x="6486" y="9037"/>
                    </a:lnTo>
                    <a:lnTo>
                      <a:pt x="9156" y="9037"/>
                    </a:lnTo>
                    <a:lnTo>
                      <a:pt x="15594" y="5292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/>
              <p:cNvSpPr/>
              <p:nvPr/>
            </p:nvSpPr>
            <p:spPr>
              <a:xfrm>
                <a:off x="-2709228" y="2744708"/>
                <a:ext cx="15868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31" extrusionOk="0">
                    <a:moveTo>
                      <a:pt x="1" y="1"/>
                    </a:moveTo>
                    <a:lnTo>
                      <a:pt x="12" y="60"/>
                    </a:lnTo>
                    <a:lnTo>
                      <a:pt x="142" y="131"/>
                    </a:lnTo>
                    <a:lnTo>
                      <a:pt x="142" y="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/>
              <p:cNvSpPr/>
              <p:nvPr/>
            </p:nvSpPr>
            <p:spPr>
              <a:xfrm>
                <a:off x="-2709228" y="2725067"/>
                <a:ext cx="48603" cy="28962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08" y="0"/>
                    </a:moveTo>
                    <a:lnTo>
                      <a:pt x="1" y="178"/>
                    </a:lnTo>
                    <a:lnTo>
                      <a:pt x="142" y="260"/>
                    </a:lnTo>
                    <a:lnTo>
                      <a:pt x="438" y="83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/>
              <p:cNvSpPr/>
              <p:nvPr/>
            </p:nvSpPr>
            <p:spPr>
              <a:xfrm>
                <a:off x="-3495755" y="2747371"/>
                <a:ext cx="15868" cy="1586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43" extrusionOk="0">
                    <a:moveTo>
                      <a:pt x="142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42" y="4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/>
              <p:cNvSpPr/>
              <p:nvPr/>
            </p:nvSpPr>
            <p:spPr>
              <a:xfrm>
                <a:off x="-3528490" y="2727730"/>
                <a:ext cx="48603" cy="28851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0" extrusionOk="0">
                    <a:moveTo>
                      <a:pt x="130" y="0"/>
                    </a:moveTo>
                    <a:lnTo>
                      <a:pt x="0" y="83"/>
                    </a:lnTo>
                    <a:lnTo>
                      <a:pt x="296" y="260"/>
                    </a:lnTo>
                    <a:lnTo>
                      <a:pt x="437" y="177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/>
              <p:cNvSpPr/>
              <p:nvPr/>
            </p:nvSpPr>
            <p:spPr>
              <a:xfrm>
                <a:off x="-2942590" y="3054080"/>
                <a:ext cx="714504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171" extrusionOk="0">
                    <a:moveTo>
                      <a:pt x="6439" y="1"/>
                    </a:moveTo>
                    <a:lnTo>
                      <a:pt x="1" y="3734"/>
                    </a:lnTo>
                    <a:lnTo>
                      <a:pt x="1" y="4171"/>
                    </a:lnTo>
                    <a:lnTo>
                      <a:pt x="6439" y="414"/>
                    </a:lnTo>
                    <a:lnTo>
                      <a:pt x="64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/>
              <p:cNvSpPr/>
              <p:nvPr/>
            </p:nvSpPr>
            <p:spPr>
              <a:xfrm>
                <a:off x="-3958484" y="3054080"/>
                <a:ext cx="719719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171" extrusionOk="0">
                    <a:moveTo>
                      <a:pt x="1" y="1"/>
                    </a:moveTo>
                    <a:lnTo>
                      <a:pt x="1" y="414"/>
                    </a:lnTo>
                    <a:lnTo>
                      <a:pt x="6486" y="4171"/>
                    </a:lnTo>
                    <a:lnTo>
                      <a:pt x="6486" y="37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/>
              <p:cNvSpPr/>
              <p:nvPr/>
            </p:nvSpPr>
            <p:spPr>
              <a:xfrm>
                <a:off x="-3238869" y="3468316"/>
                <a:ext cx="296388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438" extrusionOk="0">
                    <a:moveTo>
                      <a:pt x="1" y="1"/>
                    </a:moveTo>
                    <a:lnTo>
                      <a:pt x="1" y="438"/>
                    </a:lnTo>
                    <a:lnTo>
                      <a:pt x="2671" y="438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/>
              <p:cNvSpPr/>
              <p:nvPr/>
            </p:nvSpPr>
            <p:spPr>
              <a:xfrm>
                <a:off x="-3958484" y="2465518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5"/>
                    </a:lnTo>
                    <a:lnTo>
                      <a:pt x="6486" y="9038"/>
                    </a:lnTo>
                    <a:lnTo>
                      <a:pt x="9156" y="9038"/>
                    </a:lnTo>
                    <a:lnTo>
                      <a:pt x="15594" y="5305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/>
              <p:cNvSpPr/>
              <p:nvPr/>
            </p:nvSpPr>
            <p:spPr>
              <a:xfrm>
                <a:off x="-3904776" y="2516673"/>
                <a:ext cx="1625637" cy="899371"/>
              </a:xfrm>
              <a:custGeom>
                <a:avLst/>
                <a:gdLst/>
                <a:ahLst/>
                <a:cxnLst/>
                <a:rect l="l" t="t" r="r" b="b"/>
                <a:pathLst>
                  <a:path w="14650" h="8105" extrusionOk="0">
                    <a:moveTo>
                      <a:pt x="8412" y="402"/>
                    </a:moveTo>
                    <a:lnTo>
                      <a:pt x="14271" y="3769"/>
                    </a:lnTo>
                    <a:lnTo>
                      <a:pt x="14271" y="4347"/>
                    </a:lnTo>
                    <a:lnTo>
                      <a:pt x="8447" y="7726"/>
                    </a:lnTo>
                    <a:lnTo>
                      <a:pt x="6226" y="7726"/>
                    </a:lnTo>
                    <a:lnTo>
                      <a:pt x="355" y="4347"/>
                    </a:lnTo>
                    <a:lnTo>
                      <a:pt x="355" y="3780"/>
                    </a:lnTo>
                    <a:lnTo>
                      <a:pt x="6179" y="402"/>
                    </a:lnTo>
                    <a:close/>
                    <a:moveTo>
                      <a:pt x="6085" y="0"/>
                    </a:moveTo>
                    <a:lnTo>
                      <a:pt x="1" y="3544"/>
                    </a:lnTo>
                    <a:lnTo>
                      <a:pt x="1" y="4560"/>
                    </a:lnTo>
                    <a:lnTo>
                      <a:pt x="6132" y="8104"/>
                    </a:lnTo>
                    <a:lnTo>
                      <a:pt x="8565" y="8104"/>
                    </a:lnTo>
                    <a:lnTo>
                      <a:pt x="14649" y="4560"/>
                    </a:lnTo>
                    <a:lnTo>
                      <a:pt x="14649" y="3544"/>
                    </a:lnTo>
                    <a:lnTo>
                      <a:pt x="8518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/>
              <p:cNvSpPr/>
              <p:nvPr/>
            </p:nvSpPr>
            <p:spPr>
              <a:xfrm>
                <a:off x="-3722570" y="2675243"/>
                <a:ext cx="668675" cy="385492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3474" extrusionOk="0">
                    <a:moveTo>
                      <a:pt x="4502" y="1"/>
                    </a:moveTo>
                    <a:lnTo>
                      <a:pt x="1" y="2599"/>
                    </a:lnTo>
                    <a:lnTo>
                      <a:pt x="1525" y="3474"/>
                    </a:lnTo>
                    <a:lnTo>
                      <a:pt x="6026" y="875"/>
                    </a:lnTo>
                    <a:lnTo>
                      <a:pt x="4502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/>
              <p:cNvSpPr/>
              <p:nvPr/>
            </p:nvSpPr>
            <p:spPr>
              <a:xfrm>
                <a:off x="-3537701" y="2688337"/>
                <a:ext cx="778752" cy="449741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4053" extrusionOk="0">
                    <a:moveTo>
                      <a:pt x="5966" y="1"/>
                    </a:moveTo>
                    <a:lnTo>
                      <a:pt x="1" y="3450"/>
                    </a:lnTo>
                    <a:lnTo>
                      <a:pt x="1052" y="4053"/>
                    </a:lnTo>
                    <a:lnTo>
                      <a:pt x="7018" y="615"/>
                    </a:lnTo>
                    <a:lnTo>
                      <a:pt x="596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/>
              <p:cNvSpPr/>
              <p:nvPr/>
            </p:nvSpPr>
            <p:spPr>
              <a:xfrm>
                <a:off x="-3402655" y="2832593"/>
                <a:ext cx="624067" cy="3605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249" extrusionOk="0">
                    <a:moveTo>
                      <a:pt x="4915" y="0"/>
                    </a:moveTo>
                    <a:lnTo>
                      <a:pt x="0" y="2859"/>
                    </a:lnTo>
                    <a:lnTo>
                      <a:pt x="709" y="3249"/>
                    </a:lnTo>
                    <a:lnTo>
                      <a:pt x="5623" y="414"/>
                    </a:lnTo>
                    <a:lnTo>
                      <a:pt x="491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/>
              <p:cNvSpPr/>
              <p:nvPr/>
            </p:nvSpPr>
            <p:spPr>
              <a:xfrm>
                <a:off x="-3210018" y="2946554"/>
                <a:ext cx="626730" cy="360636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3250" extrusionOk="0">
                    <a:moveTo>
                      <a:pt x="4939" y="1"/>
                    </a:moveTo>
                    <a:lnTo>
                      <a:pt x="1" y="2836"/>
                    </a:lnTo>
                    <a:lnTo>
                      <a:pt x="733" y="3250"/>
                    </a:lnTo>
                    <a:lnTo>
                      <a:pt x="5648" y="391"/>
                    </a:lnTo>
                    <a:lnTo>
                      <a:pt x="4939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/>
              <p:cNvSpPr/>
              <p:nvPr/>
            </p:nvSpPr>
            <p:spPr>
              <a:xfrm>
                <a:off x="-3305671" y="3060627"/>
                <a:ext cx="329122" cy="188862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702" extrusionOk="0">
                    <a:moveTo>
                      <a:pt x="2257" y="1"/>
                    </a:moveTo>
                    <a:lnTo>
                      <a:pt x="0" y="1300"/>
                    </a:lnTo>
                    <a:lnTo>
                      <a:pt x="709" y="1702"/>
                    </a:lnTo>
                    <a:lnTo>
                      <a:pt x="2966" y="402"/>
                    </a:lnTo>
                    <a:lnTo>
                      <a:pt x="2257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/>
              <p:cNvSpPr/>
              <p:nvPr/>
            </p:nvSpPr>
            <p:spPr>
              <a:xfrm>
                <a:off x="-3009391" y="2888963"/>
                <a:ext cx="327791" cy="190194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714" extrusionOk="0">
                    <a:moveTo>
                      <a:pt x="2245" y="0"/>
                    </a:moveTo>
                    <a:lnTo>
                      <a:pt x="0" y="1300"/>
                    </a:lnTo>
                    <a:lnTo>
                      <a:pt x="709" y="1713"/>
                    </a:lnTo>
                    <a:lnTo>
                      <a:pt x="2954" y="414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41" name="Google Shape;3441;p39"/>
              <p:cNvGrpSpPr/>
              <p:nvPr/>
            </p:nvGrpSpPr>
            <p:grpSpPr>
              <a:xfrm>
                <a:off x="-4004340" y="3104789"/>
                <a:ext cx="1791330" cy="523558"/>
                <a:chOff x="-4004340" y="3104789"/>
                <a:chExt cx="1791330" cy="523558"/>
              </a:xfrm>
            </p:grpSpPr>
            <p:grpSp>
              <p:nvGrpSpPr>
                <p:cNvPr id="3442" name="Google Shape;3442;p39"/>
                <p:cNvGrpSpPr/>
                <p:nvPr/>
              </p:nvGrpSpPr>
              <p:grpSpPr>
                <a:xfrm>
                  <a:off x="-2940565" y="3136014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3443" name="Google Shape;3443;p39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44" name="Google Shape;344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5" name="Google Shape;344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6" name="Google Shape;344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7" name="Google Shape;344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8" name="Google Shape;344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9" name="Google Shape;344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0" name="Google Shape;345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1" name="Google Shape;345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2" name="Google Shape;345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53" name="Google Shape;3453;p39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54" name="Google Shape;345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5" name="Google Shape;345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6" name="Google Shape;345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7" name="Google Shape;345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8" name="Google Shape;345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9" name="Google Shape;345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0" name="Google Shape;346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1" name="Google Shape;346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2" name="Google Shape;346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63" name="Google Shape;3463;p39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64" name="Google Shape;346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5" name="Google Shape;346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6" name="Google Shape;346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7" name="Google Shape;346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8" name="Google Shape;346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9" name="Google Shape;346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0" name="Google Shape;347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1" name="Google Shape;347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2" name="Google Shape;347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73" name="Google Shape;3473;p39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74" name="Google Shape;347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5" name="Google Shape;347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6" name="Google Shape;347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7" name="Google Shape;347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8" name="Google Shape;347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9" name="Google Shape;347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0" name="Google Shape;348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1" name="Google Shape;348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2" name="Google Shape;348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83" name="Google Shape;3483;p39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84" name="Google Shape;348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5" name="Google Shape;348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6" name="Google Shape;348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7" name="Google Shape;348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8" name="Google Shape;348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9" name="Google Shape;348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0" name="Google Shape;349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1" name="Google Shape;349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2" name="Google Shape;349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93" name="Google Shape;3493;p39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94" name="Google Shape;349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5" name="Google Shape;349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6" name="Google Shape;349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7" name="Google Shape;349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8" name="Google Shape;349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9" name="Google Shape;349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0" name="Google Shape;350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1" name="Google Shape;350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2" name="Google Shape;350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03" name="Google Shape;3503;p39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04" name="Google Shape;350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5" name="Google Shape;350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6" name="Google Shape;350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7" name="Google Shape;350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8" name="Google Shape;350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9" name="Google Shape;350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0" name="Google Shape;351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1" name="Google Shape;351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2" name="Google Shape;351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13" name="Google Shape;3513;p39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14" name="Google Shape;351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5" name="Google Shape;351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6" name="Google Shape;351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7" name="Google Shape;351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8" name="Google Shape;351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9" name="Google Shape;351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0" name="Google Shape;352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1" name="Google Shape;352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2" name="Google Shape;352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23" name="Google Shape;3523;p39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24" name="Google Shape;352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5" name="Google Shape;352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6" name="Google Shape;352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7" name="Google Shape;352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8" name="Google Shape;352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9" name="Google Shape;352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0" name="Google Shape;353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1" name="Google Shape;353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2" name="Google Shape;353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33" name="Google Shape;3533;p39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34" name="Google Shape;353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5" name="Google Shape;353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6" name="Google Shape;353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7" name="Google Shape;353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8" name="Google Shape;353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9" name="Google Shape;353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0" name="Google Shape;354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1" name="Google Shape;354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2" name="Google Shape;354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43" name="Google Shape;3543;p39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44" name="Google Shape;354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5" name="Google Shape;354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6" name="Google Shape;354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7" name="Google Shape;354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8" name="Google Shape;354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9" name="Google Shape;354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0" name="Google Shape;355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1" name="Google Shape;355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2" name="Google Shape;355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53" name="Google Shape;3553;p39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54" name="Google Shape;355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5" name="Google Shape;355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6" name="Google Shape;355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7" name="Google Shape;355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8" name="Google Shape;355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9" name="Google Shape;355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0" name="Google Shape;356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1" name="Google Shape;356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2" name="Google Shape;356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63" name="Google Shape;3563;p39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64" name="Google Shape;356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5" name="Google Shape;356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6" name="Google Shape;356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7" name="Google Shape;356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8" name="Google Shape;356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9" name="Google Shape;356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0" name="Google Shape;357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1" name="Google Shape;357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2" name="Google Shape;357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73" name="Google Shape;3573;p39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74" name="Google Shape;357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5" name="Google Shape;357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6" name="Google Shape;357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7" name="Google Shape;357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8" name="Google Shape;357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9" name="Google Shape;357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0" name="Google Shape;358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1" name="Google Shape;358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2" name="Google Shape;358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83" name="Google Shape;3583;p39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84" name="Google Shape;358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5" name="Google Shape;358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6" name="Google Shape;358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7" name="Google Shape;358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8" name="Google Shape;358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9" name="Google Shape;358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0" name="Google Shape;359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1" name="Google Shape;359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2" name="Google Shape;359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93" name="Google Shape;3593;p39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94" name="Google Shape;359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5" name="Google Shape;359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6" name="Google Shape;359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7" name="Google Shape;359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8" name="Google Shape;359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9" name="Google Shape;359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0" name="Google Shape;360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1" name="Google Shape;360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2" name="Google Shape;360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03" name="Google Shape;3603;p39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04" name="Google Shape;360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5" name="Google Shape;360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6" name="Google Shape;360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7" name="Google Shape;360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8" name="Google Shape;360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9" name="Google Shape;360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0" name="Google Shape;361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1" name="Google Shape;361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2" name="Google Shape;361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3613" name="Google Shape;3613;p39"/>
                <p:cNvGrpSpPr/>
                <p:nvPr/>
              </p:nvGrpSpPr>
              <p:grpSpPr>
                <a:xfrm flipH="1">
                  <a:off x="-4004340" y="3104789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3614" name="Google Shape;3614;p39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15" name="Google Shape;361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6" name="Google Shape;361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7" name="Google Shape;361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8" name="Google Shape;361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9" name="Google Shape;361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0" name="Google Shape;362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1" name="Google Shape;362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2" name="Google Shape;362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3" name="Google Shape;362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24" name="Google Shape;3624;p39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25" name="Google Shape;362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6" name="Google Shape;362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7" name="Google Shape;362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8" name="Google Shape;362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9" name="Google Shape;362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0" name="Google Shape;363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1" name="Google Shape;363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2" name="Google Shape;363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3" name="Google Shape;363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34" name="Google Shape;3634;p39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35" name="Google Shape;363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6" name="Google Shape;363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7" name="Google Shape;363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8" name="Google Shape;363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9" name="Google Shape;363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0" name="Google Shape;364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1" name="Google Shape;364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2" name="Google Shape;364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3" name="Google Shape;364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44" name="Google Shape;3644;p39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45" name="Google Shape;364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6" name="Google Shape;364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7" name="Google Shape;364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8" name="Google Shape;364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9" name="Google Shape;364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0" name="Google Shape;365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1" name="Google Shape;365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2" name="Google Shape;365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3" name="Google Shape;365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54" name="Google Shape;3654;p39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55" name="Google Shape;365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6" name="Google Shape;365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7" name="Google Shape;365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8" name="Google Shape;365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9" name="Google Shape;365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0" name="Google Shape;366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1" name="Google Shape;366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2" name="Google Shape;366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3" name="Google Shape;366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64" name="Google Shape;3664;p39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65" name="Google Shape;366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6" name="Google Shape;366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7" name="Google Shape;366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8" name="Google Shape;366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9" name="Google Shape;366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0" name="Google Shape;367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1" name="Google Shape;367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2" name="Google Shape;367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3" name="Google Shape;367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74" name="Google Shape;3674;p39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75" name="Google Shape;367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6" name="Google Shape;367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7" name="Google Shape;367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8" name="Google Shape;367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9" name="Google Shape;367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0" name="Google Shape;368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1" name="Google Shape;368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2" name="Google Shape;368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3" name="Google Shape;368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84" name="Google Shape;3684;p39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85" name="Google Shape;368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6" name="Google Shape;368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7" name="Google Shape;368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8" name="Google Shape;368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9" name="Google Shape;368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0" name="Google Shape;369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1" name="Google Shape;369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2" name="Google Shape;369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3" name="Google Shape;369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94" name="Google Shape;3694;p39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95" name="Google Shape;369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6" name="Google Shape;369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7" name="Google Shape;369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8" name="Google Shape;369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9" name="Google Shape;369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0" name="Google Shape;370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1" name="Google Shape;370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2" name="Google Shape;370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3" name="Google Shape;370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04" name="Google Shape;3704;p39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05" name="Google Shape;370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6" name="Google Shape;370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7" name="Google Shape;370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8" name="Google Shape;370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9" name="Google Shape;370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0" name="Google Shape;371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1" name="Google Shape;371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2" name="Google Shape;371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3" name="Google Shape;371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14" name="Google Shape;3714;p39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15" name="Google Shape;371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6" name="Google Shape;371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7" name="Google Shape;371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8" name="Google Shape;371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9" name="Google Shape;371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0" name="Google Shape;372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1" name="Google Shape;372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2" name="Google Shape;372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3" name="Google Shape;372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24" name="Google Shape;3724;p39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25" name="Google Shape;372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6" name="Google Shape;372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7" name="Google Shape;372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8" name="Google Shape;372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9" name="Google Shape;372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0" name="Google Shape;373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1" name="Google Shape;373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2" name="Google Shape;373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3" name="Google Shape;373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34" name="Google Shape;3734;p39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35" name="Google Shape;373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6" name="Google Shape;373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7" name="Google Shape;373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8" name="Google Shape;373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9" name="Google Shape;373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0" name="Google Shape;374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1" name="Google Shape;374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2" name="Google Shape;374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3" name="Google Shape;374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44" name="Google Shape;3744;p39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45" name="Google Shape;374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6" name="Google Shape;374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7" name="Google Shape;374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8" name="Google Shape;374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9" name="Google Shape;374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0" name="Google Shape;375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1" name="Google Shape;375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2" name="Google Shape;375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3" name="Google Shape;375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54" name="Google Shape;3754;p39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55" name="Google Shape;375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6" name="Google Shape;375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7" name="Google Shape;375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8" name="Google Shape;375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9" name="Google Shape;375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0" name="Google Shape;376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1" name="Google Shape;376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2" name="Google Shape;376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3" name="Google Shape;376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64" name="Google Shape;3764;p39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65" name="Google Shape;376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6" name="Google Shape;376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7" name="Google Shape;376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8" name="Google Shape;376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9" name="Google Shape;376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0" name="Google Shape;377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1" name="Google Shape;377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2" name="Google Shape;377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3" name="Google Shape;377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74" name="Google Shape;3774;p39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75" name="Google Shape;377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6" name="Google Shape;377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7" name="Google Shape;377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8" name="Google Shape;377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9" name="Google Shape;377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0" name="Google Shape;378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1" name="Google Shape;378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2" name="Google Shape;378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3" name="Google Shape;378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3784" name="Google Shape;3784;p39"/>
            <p:cNvGrpSpPr/>
            <p:nvPr/>
          </p:nvGrpSpPr>
          <p:grpSpPr>
            <a:xfrm>
              <a:off x="2803786" y="3205907"/>
              <a:ext cx="664880" cy="790316"/>
              <a:chOff x="-2482589" y="3634532"/>
              <a:chExt cx="664880" cy="790316"/>
            </a:xfrm>
          </p:grpSpPr>
          <p:sp>
            <p:nvSpPr>
              <p:cNvPr id="3785" name="Google Shape;3785;p39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39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39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39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39"/>
              <p:cNvSpPr/>
              <p:nvPr/>
            </p:nvSpPr>
            <p:spPr>
              <a:xfrm>
                <a:off x="-2150905" y="3827118"/>
                <a:ext cx="333196" cy="378085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39"/>
              <p:cNvSpPr/>
              <p:nvPr/>
            </p:nvSpPr>
            <p:spPr>
              <a:xfrm>
                <a:off x="-2482589" y="3827118"/>
                <a:ext cx="331805" cy="378085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39"/>
              <p:cNvSpPr/>
              <p:nvPr/>
            </p:nvSpPr>
            <p:spPr>
              <a:xfrm>
                <a:off x="-2482589" y="3634532"/>
                <a:ext cx="664874" cy="385419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39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39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39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39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39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39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39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39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39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39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39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39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39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39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39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39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489423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emiconductor Material by Slidesgo">
  <a:themeElements>
    <a:clrScheme name="Simple Light">
      <a:dk1>
        <a:srgbClr val="282A2E"/>
      </a:dk1>
      <a:lt1>
        <a:srgbClr val="EBEAEA"/>
      </a:lt1>
      <a:dk2>
        <a:srgbClr val="0E746B"/>
      </a:dk2>
      <a:lt2>
        <a:srgbClr val="2D9DD5"/>
      </a:lt2>
      <a:accent1>
        <a:srgbClr val="3D2BA1"/>
      </a:accent1>
      <a:accent2>
        <a:srgbClr val="0E2A47"/>
      </a:accent2>
      <a:accent3>
        <a:srgbClr val="D61818"/>
      </a:accent3>
      <a:accent4>
        <a:srgbClr val="FFBB33"/>
      </a:accent4>
      <a:accent5>
        <a:srgbClr val="CDCDCD"/>
      </a:accent5>
      <a:accent6>
        <a:srgbClr val="FFFFFF"/>
      </a:accent6>
      <a:hlink>
        <a:srgbClr val="282A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2578</Words>
  <Application>Microsoft Office PowerPoint</Application>
  <PresentationFormat>Presentazione su schermo (16:9)</PresentationFormat>
  <Paragraphs>115</Paragraphs>
  <Slides>28</Slides>
  <Notes>19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3" baseType="lpstr">
      <vt:lpstr>Asap</vt:lpstr>
      <vt:lpstr>Bakbak One</vt:lpstr>
      <vt:lpstr>Arial</vt:lpstr>
      <vt:lpstr>Nunito Light</vt:lpstr>
      <vt:lpstr>Semiconductor Material by Slidesgo</vt:lpstr>
      <vt:lpstr>Elaborato di APC</vt:lpstr>
      <vt:lpstr>Introduzione</vt:lpstr>
      <vt:lpstr>Architettura</vt:lpstr>
      <vt:lpstr>Componenti utilizzati</vt:lpstr>
      <vt:lpstr>Componenti utilizzati</vt:lpstr>
      <vt:lpstr>Componenti utilizzati</vt:lpstr>
      <vt:lpstr>Componenti utilizzati</vt:lpstr>
      <vt:lpstr>Componenti utilizzati</vt:lpstr>
      <vt:lpstr>Schema collegamenti</vt:lpstr>
      <vt:lpstr>Presentazione standard di PowerPoint</vt:lpstr>
      <vt:lpstr>Configurazione</vt:lpstr>
      <vt:lpstr>Funzioni : scansione e rilevamento ostacoli</vt:lpstr>
      <vt:lpstr>Automa a stati finiti</vt:lpstr>
      <vt:lpstr>Funzioni : comunicazione con l’ESP32-CAM e mutex del canale</vt:lpstr>
      <vt:lpstr>Configurazione STM32F3 discovery</vt:lpstr>
      <vt:lpstr>Timer: formule</vt:lpstr>
      <vt:lpstr>Timer: formule</vt:lpstr>
      <vt:lpstr>Configurazione NVIC</vt:lpstr>
      <vt:lpstr>Implementazione: sensore HC-SR04  </vt:lpstr>
      <vt:lpstr>Implementazione: Servomotore   </vt:lpstr>
      <vt:lpstr>Implementazione: UART ESP32-CAM   </vt:lpstr>
      <vt:lpstr>Implementazione: UART ESP32-CAM   </vt:lpstr>
      <vt:lpstr>Implementazione: UART ESP32-CAM   </vt:lpstr>
      <vt:lpstr>Implementazione: FSM/Timer</vt:lpstr>
      <vt:lpstr>Funzionamento</vt:lpstr>
      <vt:lpstr>Assemblaggio finale</vt:lpstr>
      <vt:lpstr>Funzionamento</vt:lpstr>
      <vt:lpstr>Grazie per l’attenzione.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Felice Palmiero</dc:creator>
  <cp:lastModifiedBy>FELICE PALMIERO</cp:lastModifiedBy>
  <cp:revision>2</cp:revision>
  <dcterms:modified xsi:type="dcterms:W3CDTF">2026-10-05T21:48:00Z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2026-09-26T15:46:23Z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9916c8c2-699d-4530-8a2d-a647747ed7af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